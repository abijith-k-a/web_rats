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6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3E1B"/>
    <a:srgbClr val="412E14"/>
    <a:srgbClr val="FADEAA"/>
    <a:srgbClr val="FFF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909C3-68AB-4374-8DDE-D7FA472F6BF5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3FA38-1861-4032-A8CE-B72C53147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60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2FCD-B3E8-0C38-0FEE-9B1664F79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40B55-493D-1CB4-DBA0-21FF8ECA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4FB3-EA7E-FEC3-9550-8EA508E59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0C493-ED05-F4A6-F3D3-E2259097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160B8-5B33-9154-32B6-7E6A1E4F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87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0205-64A3-D754-D592-C546CB8A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6CC5-1783-7D1A-2946-B9D3E7B7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7CD09-8586-6C55-1914-CA4D910C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0EE22-480B-31D0-0744-92FC0965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F963-A753-EDF1-739B-C3B54BFE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46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49AE-9410-236C-A859-14F3F387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9B771-D10D-4946-BC87-617FB8D8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D1553-D661-6190-14B2-9BC0C348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2600-A4C4-EA6A-337C-4C89C65F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C0E27-28D7-22DD-87BD-25DE0EF8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13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199E-F1B2-52D9-8F17-03EB8167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2C109-AFDD-FD8B-7AA1-F9B2F67D4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35293-7AA5-2E22-C0E1-552440255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63DE5-B94A-C364-627E-EC1A919E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ACA93-E772-A989-06D2-D535B069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C5990-CCE7-2FB1-8D98-B7A62A9A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844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97C4-5C18-AF9C-6E28-4BE975E6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CF558-99BC-33F9-120D-5312C7E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41F7C-D5EA-1A72-66A6-CFB2FEB1C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5F892-DFF1-EF8A-6507-983732DC1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D08CF-31FB-A7C0-0208-29DBB2DAE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5E002-5DD3-0361-C13B-AEE4CF3E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334A17-CF30-F9DF-01E7-CA4D47EC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37844-F525-3BFA-00AD-C732910B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456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3CAF-5BEC-47F5-5AF2-B99E779A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63CBC-AD79-B1E7-5126-CB3DB0D1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5D51D-67C1-AFDE-E402-2E20E090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2B12F-417A-E2F4-255B-F66B5650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92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2EAB0-5334-DA01-A41F-88D6AE7B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5448B-B9CD-1156-F61D-F0E3C8FC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9E63A-D83A-4F0D-965B-9AD6C4B1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52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BB9D-26E3-E66E-684C-0E3098F2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67B5-FD5C-7F1D-4447-89427732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ADE1F-CDB5-739C-5886-DA94862B6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E4095-641E-801B-0C64-A536307C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1849C-5CE6-CD42-2A6A-295AB6E9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30604-F3C7-9BB6-840F-E150C82F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79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DEAD-C752-2195-6B87-94FF2A13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2CBBD-A0EA-7AA5-4B9E-9AE5F6C84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4927B-CFBC-C6FB-4853-C999EE40D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D6238-18F7-98D2-4D89-D2B0063E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D10EB-7D8C-88A4-4F05-F1A09FF6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7865E-18D7-A004-2ADF-9B034B7A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3836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737C-4802-ED7A-A23A-E0BDED75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765DB-88EE-328A-154D-55C2591F2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E77F-4429-1007-F11D-CC0DD2DB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22F1C-546C-39AE-6AE4-064C473B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8E19-8B58-48AC-A740-E6D8B4B3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18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71411-BFE3-7404-24AF-B2479FA2C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FB797-CFF5-0A69-79FB-AC86C998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721D1-D01B-7801-25C5-9274B7C2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9CECB-89FF-A0D2-EF57-0E184CFF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37CB4-9887-80FE-9913-BA141917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740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960000" y="1966820"/>
            <a:ext cx="4005600" cy="2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8217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5FF77-1C93-F8BD-26CA-408D39F6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7E70B-8E94-77DE-C308-B98759901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2E72-5430-1B9F-A979-00CD6EED1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07BC9-A982-EAD0-70AA-14BD470F0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C6949-1A72-397C-47DA-025DA0426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58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0;p1">
            <a:extLst>
              <a:ext uri="{FF2B5EF4-FFF2-40B4-BE49-F238E27FC236}">
                <a16:creationId xmlns:a16="http://schemas.microsoft.com/office/drawing/2014/main" id="{0568B494-9647-318C-98CA-D9C007470DD0}"/>
              </a:ext>
            </a:extLst>
          </p:cNvPr>
          <p:cNvSpPr/>
          <p:nvPr/>
        </p:nvSpPr>
        <p:spPr>
          <a:xfrm rot="16534964">
            <a:off x="3677117" y="111183"/>
            <a:ext cx="3839389" cy="6792254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ADEAA"/>
          </a:solidFill>
          <a:ln w="38100">
            <a:solidFill>
              <a:srgbClr val="573E1B"/>
            </a:solidFill>
          </a:ln>
          <a:effectLst>
            <a:outerShdw dist="76200" dir="21540000" algn="bl" rotWithShape="0">
              <a:schemeClr val="dk2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32;p1">
            <a:extLst>
              <a:ext uri="{FF2B5EF4-FFF2-40B4-BE49-F238E27FC236}">
                <a16:creationId xmlns:a16="http://schemas.microsoft.com/office/drawing/2014/main" id="{CB7A1E8E-0A4E-758E-698B-1DB0C1D3600F}"/>
              </a:ext>
            </a:extLst>
          </p:cNvPr>
          <p:cNvSpPr txBox="1">
            <a:spLocks/>
          </p:cNvSpPr>
          <p:nvPr/>
        </p:nvSpPr>
        <p:spPr>
          <a:xfrm>
            <a:off x="2638230" y="2446034"/>
            <a:ext cx="5564371" cy="21225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500"/>
              <a:buFont typeface="Cutive Mono"/>
              <a:buNone/>
            </a:pPr>
            <a:r>
              <a:rPr lang="en-US" sz="3500" b="1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PROCESSING AND</a:t>
            </a:r>
            <a:br>
              <a:rPr lang="en-US" sz="3500" b="1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500" b="1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PRESERVATION OF PANEER AND CHEESE</a:t>
            </a:r>
          </a:p>
        </p:txBody>
      </p:sp>
      <p:sp>
        <p:nvSpPr>
          <p:cNvPr id="9" name="Google Shape;230;p1">
            <a:extLst>
              <a:ext uri="{FF2B5EF4-FFF2-40B4-BE49-F238E27FC236}">
                <a16:creationId xmlns:a16="http://schemas.microsoft.com/office/drawing/2014/main" id="{2E07A9E6-6AEA-C65F-FA90-F17E736E2028}"/>
              </a:ext>
            </a:extLst>
          </p:cNvPr>
          <p:cNvSpPr/>
          <p:nvPr/>
        </p:nvSpPr>
        <p:spPr>
          <a:xfrm rot="16534964">
            <a:off x="9745018" y="4815801"/>
            <a:ext cx="1166916" cy="2608086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ADEAA"/>
          </a:solidFill>
          <a:ln w="38100">
            <a:solidFill>
              <a:srgbClr val="573E1B"/>
            </a:solidFill>
          </a:ln>
          <a:effectLst>
            <a:outerShdw dist="76200" dir="21540000" algn="bl" rotWithShape="0">
              <a:schemeClr val="dk2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562;p6">
            <a:extLst>
              <a:ext uri="{FF2B5EF4-FFF2-40B4-BE49-F238E27FC236}">
                <a16:creationId xmlns:a16="http://schemas.microsoft.com/office/drawing/2014/main" id="{D8501EB7-BD4B-CE95-A8F3-1D42299BEF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2" y="144222"/>
            <a:ext cx="1361337" cy="169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40;p2">
            <a:extLst>
              <a:ext uri="{FF2B5EF4-FFF2-40B4-BE49-F238E27FC236}">
                <a16:creationId xmlns:a16="http://schemas.microsoft.com/office/drawing/2014/main" id="{E5248ED1-1412-5AC7-3D53-667C7558F8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2" y="3414255"/>
            <a:ext cx="304800" cy="1280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369;p3">
            <a:extLst>
              <a:ext uri="{FF2B5EF4-FFF2-40B4-BE49-F238E27FC236}">
                <a16:creationId xmlns:a16="http://schemas.microsoft.com/office/drawing/2014/main" id="{7EED52FE-F60B-C82F-D76C-E33697F77354}"/>
              </a:ext>
            </a:extLst>
          </p:cNvPr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14" name="Google Shape;370;p3">
              <a:extLst>
                <a:ext uri="{FF2B5EF4-FFF2-40B4-BE49-F238E27FC236}">
                  <a16:creationId xmlns:a16="http://schemas.microsoft.com/office/drawing/2014/main" id="{ABDDBFD5-B0C2-4983-ACED-836EBDF30BE2}"/>
                </a:ext>
              </a:extLst>
            </p:cNvPr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71;p3">
              <a:extLst>
                <a:ext uri="{FF2B5EF4-FFF2-40B4-BE49-F238E27FC236}">
                  <a16:creationId xmlns:a16="http://schemas.microsoft.com/office/drawing/2014/main" id="{46967768-0B7B-1A8F-6BE5-61A0C06AF98E}"/>
                </a:ext>
              </a:extLst>
            </p:cNvPr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72;p3">
              <a:extLst>
                <a:ext uri="{FF2B5EF4-FFF2-40B4-BE49-F238E27FC236}">
                  <a16:creationId xmlns:a16="http://schemas.microsoft.com/office/drawing/2014/main" id="{544A86D8-F1BE-D611-EF21-E89D6E4048A9}"/>
                </a:ext>
              </a:extLst>
            </p:cNvPr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73;p3">
              <a:extLst>
                <a:ext uri="{FF2B5EF4-FFF2-40B4-BE49-F238E27FC236}">
                  <a16:creationId xmlns:a16="http://schemas.microsoft.com/office/drawing/2014/main" id="{EDF67D74-5116-D895-E5B7-1E0250697E46}"/>
                </a:ext>
              </a:extLst>
            </p:cNvPr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374;p3">
              <a:extLst>
                <a:ext uri="{FF2B5EF4-FFF2-40B4-BE49-F238E27FC236}">
                  <a16:creationId xmlns:a16="http://schemas.microsoft.com/office/drawing/2014/main" id="{F833F954-C768-3A13-FEC3-668309EB3090}"/>
                </a:ext>
              </a:extLst>
            </p:cNvPr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75;p3">
              <a:extLst>
                <a:ext uri="{FF2B5EF4-FFF2-40B4-BE49-F238E27FC236}">
                  <a16:creationId xmlns:a16="http://schemas.microsoft.com/office/drawing/2014/main" id="{EA32A14A-A42F-71FC-A163-46A570C77D52}"/>
                </a:ext>
              </a:extLst>
            </p:cNvPr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376;p3">
              <a:extLst>
                <a:ext uri="{FF2B5EF4-FFF2-40B4-BE49-F238E27FC236}">
                  <a16:creationId xmlns:a16="http://schemas.microsoft.com/office/drawing/2014/main" id="{375354BA-D87A-AB0D-59BB-AD0999C4AC7C}"/>
                </a:ext>
              </a:extLst>
            </p:cNvPr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77;p3">
              <a:extLst>
                <a:ext uri="{FF2B5EF4-FFF2-40B4-BE49-F238E27FC236}">
                  <a16:creationId xmlns:a16="http://schemas.microsoft.com/office/drawing/2014/main" id="{A5019584-574A-19C5-3BB6-EF66E976744C}"/>
                </a:ext>
              </a:extLst>
            </p:cNvPr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378;p3">
              <a:extLst>
                <a:ext uri="{FF2B5EF4-FFF2-40B4-BE49-F238E27FC236}">
                  <a16:creationId xmlns:a16="http://schemas.microsoft.com/office/drawing/2014/main" id="{90370B2E-C251-140E-6A01-35BC0265D39D}"/>
                </a:ext>
              </a:extLst>
            </p:cNvPr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79;p3">
              <a:extLst>
                <a:ext uri="{FF2B5EF4-FFF2-40B4-BE49-F238E27FC236}">
                  <a16:creationId xmlns:a16="http://schemas.microsoft.com/office/drawing/2014/main" id="{FE226810-7D61-DC57-CE8E-066420CB6348}"/>
                </a:ext>
              </a:extLst>
            </p:cNvPr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380;p3">
              <a:extLst>
                <a:ext uri="{FF2B5EF4-FFF2-40B4-BE49-F238E27FC236}">
                  <a16:creationId xmlns:a16="http://schemas.microsoft.com/office/drawing/2014/main" id="{25FD7814-F050-408D-59A2-94C4FAC205B2}"/>
                </a:ext>
              </a:extLst>
            </p:cNvPr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381;p3">
              <a:extLst>
                <a:ext uri="{FF2B5EF4-FFF2-40B4-BE49-F238E27FC236}">
                  <a16:creationId xmlns:a16="http://schemas.microsoft.com/office/drawing/2014/main" id="{4FAA9616-498F-B9AC-B5BF-97FD597156FA}"/>
                </a:ext>
              </a:extLst>
            </p:cNvPr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382;p3">
              <a:extLst>
                <a:ext uri="{FF2B5EF4-FFF2-40B4-BE49-F238E27FC236}">
                  <a16:creationId xmlns:a16="http://schemas.microsoft.com/office/drawing/2014/main" id="{53BF1541-69AA-D18D-C7FF-762C20A76A92}"/>
                </a:ext>
              </a:extLst>
            </p:cNvPr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383;p3">
              <a:extLst>
                <a:ext uri="{FF2B5EF4-FFF2-40B4-BE49-F238E27FC236}">
                  <a16:creationId xmlns:a16="http://schemas.microsoft.com/office/drawing/2014/main" id="{5B931690-C282-D8D0-4E6C-2090D9CE6079}"/>
                </a:ext>
              </a:extLst>
            </p:cNvPr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384;p3">
              <a:extLst>
                <a:ext uri="{FF2B5EF4-FFF2-40B4-BE49-F238E27FC236}">
                  <a16:creationId xmlns:a16="http://schemas.microsoft.com/office/drawing/2014/main" id="{3D2CFEBA-C50D-F582-5B93-103D95E06F0B}"/>
                </a:ext>
              </a:extLst>
            </p:cNvPr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85;p3">
              <a:extLst>
                <a:ext uri="{FF2B5EF4-FFF2-40B4-BE49-F238E27FC236}">
                  <a16:creationId xmlns:a16="http://schemas.microsoft.com/office/drawing/2014/main" id="{AD8026A0-24F8-47C9-946D-981C985847F1}"/>
                </a:ext>
              </a:extLst>
            </p:cNvPr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86;p3">
              <a:extLst>
                <a:ext uri="{FF2B5EF4-FFF2-40B4-BE49-F238E27FC236}">
                  <a16:creationId xmlns:a16="http://schemas.microsoft.com/office/drawing/2014/main" id="{C89A261F-AA49-F16A-48A8-F38398F848C8}"/>
                </a:ext>
              </a:extLst>
            </p:cNvPr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87;p3">
              <a:extLst>
                <a:ext uri="{FF2B5EF4-FFF2-40B4-BE49-F238E27FC236}">
                  <a16:creationId xmlns:a16="http://schemas.microsoft.com/office/drawing/2014/main" id="{AA7A6BFE-3E2F-8A3B-1B57-597ED7F33FFD}"/>
                </a:ext>
              </a:extLst>
            </p:cNvPr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88;p3">
              <a:extLst>
                <a:ext uri="{FF2B5EF4-FFF2-40B4-BE49-F238E27FC236}">
                  <a16:creationId xmlns:a16="http://schemas.microsoft.com/office/drawing/2014/main" id="{3B4CAD29-2FEB-253C-ACD0-0CD089565FE7}"/>
                </a:ext>
              </a:extLst>
            </p:cNvPr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89;p3">
              <a:extLst>
                <a:ext uri="{FF2B5EF4-FFF2-40B4-BE49-F238E27FC236}">
                  <a16:creationId xmlns:a16="http://schemas.microsoft.com/office/drawing/2014/main" id="{D9A74790-5AE8-CF9D-9434-FFBD95B92EE1}"/>
                </a:ext>
              </a:extLst>
            </p:cNvPr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90;p3">
              <a:extLst>
                <a:ext uri="{FF2B5EF4-FFF2-40B4-BE49-F238E27FC236}">
                  <a16:creationId xmlns:a16="http://schemas.microsoft.com/office/drawing/2014/main" id="{B6259B02-ED58-554E-DA31-A7794C247021}"/>
                </a:ext>
              </a:extLst>
            </p:cNvPr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91;p3">
              <a:extLst>
                <a:ext uri="{FF2B5EF4-FFF2-40B4-BE49-F238E27FC236}">
                  <a16:creationId xmlns:a16="http://schemas.microsoft.com/office/drawing/2014/main" id="{B3076E46-0CFE-C49C-B770-AA4ABC31AEFE}"/>
                </a:ext>
              </a:extLst>
            </p:cNvPr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92;p3">
              <a:extLst>
                <a:ext uri="{FF2B5EF4-FFF2-40B4-BE49-F238E27FC236}">
                  <a16:creationId xmlns:a16="http://schemas.microsoft.com/office/drawing/2014/main" id="{996EF8EE-BCAC-EE58-CB18-06C94B989ABE}"/>
                </a:ext>
              </a:extLst>
            </p:cNvPr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93;p3">
              <a:extLst>
                <a:ext uri="{FF2B5EF4-FFF2-40B4-BE49-F238E27FC236}">
                  <a16:creationId xmlns:a16="http://schemas.microsoft.com/office/drawing/2014/main" id="{982B0666-D357-619D-2A88-982DA97EEA53}"/>
                </a:ext>
              </a:extLst>
            </p:cNvPr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94;p3">
              <a:extLst>
                <a:ext uri="{FF2B5EF4-FFF2-40B4-BE49-F238E27FC236}">
                  <a16:creationId xmlns:a16="http://schemas.microsoft.com/office/drawing/2014/main" id="{982E482D-C873-2D92-3F39-6352BF9FE18A}"/>
                </a:ext>
              </a:extLst>
            </p:cNvPr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5;p3">
              <a:extLst>
                <a:ext uri="{FF2B5EF4-FFF2-40B4-BE49-F238E27FC236}">
                  <a16:creationId xmlns:a16="http://schemas.microsoft.com/office/drawing/2014/main" id="{2A926C42-EDC5-8FB0-DDBB-B2D7424308CF}"/>
                </a:ext>
              </a:extLst>
            </p:cNvPr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96;p3">
              <a:extLst>
                <a:ext uri="{FF2B5EF4-FFF2-40B4-BE49-F238E27FC236}">
                  <a16:creationId xmlns:a16="http://schemas.microsoft.com/office/drawing/2014/main" id="{3A2FC0E7-3C4F-ED66-0CC6-113E795E7B0C}"/>
                </a:ext>
              </a:extLst>
            </p:cNvPr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97;p3">
              <a:extLst>
                <a:ext uri="{FF2B5EF4-FFF2-40B4-BE49-F238E27FC236}">
                  <a16:creationId xmlns:a16="http://schemas.microsoft.com/office/drawing/2014/main" id="{4C209CC4-2C2A-37B6-6625-8BC2B5AF3033}"/>
                </a:ext>
              </a:extLst>
            </p:cNvPr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398;p3">
              <a:extLst>
                <a:ext uri="{FF2B5EF4-FFF2-40B4-BE49-F238E27FC236}">
                  <a16:creationId xmlns:a16="http://schemas.microsoft.com/office/drawing/2014/main" id="{345AD1BA-940D-3959-1EE2-B44A43F9DD90}"/>
                </a:ext>
              </a:extLst>
            </p:cNvPr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399;p3">
              <a:extLst>
                <a:ext uri="{FF2B5EF4-FFF2-40B4-BE49-F238E27FC236}">
                  <a16:creationId xmlns:a16="http://schemas.microsoft.com/office/drawing/2014/main" id="{A9E0CA62-FEBB-F10D-DA38-26CC16D95C81}"/>
                </a:ext>
              </a:extLst>
            </p:cNvPr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00;p3">
              <a:extLst>
                <a:ext uri="{FF2B5EF4-FFF2-40B4-BE49-F238E27FC236}">
                  <a16:creationId xmlns:a16="http://schemas.microsoft.com/office/drawing/2014/main" id="{528E0DFF-7310-DE80-72FC-26080968FAB8}"/>
                </a:ext>
              </a:extLst>
            </p:cNvPr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01;p3">
              <a:extLst>
                <a:ext uri="{FF2B5EF4-FFF2-40B4-BE49-F238E27FC236}">
                  <a16:creationId xmlns:a16="http://schemas.microsoft.com/office/drawing/2014/main" id="{58EEFF15-9B1C-78B3-ABBE-4E151D36D367}"/>
                </a:ext>
              </a:extLst>
            </p:cNvPr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02;p3">
              <a:extLst>
                <a:ext uri="{FF2B5EF4-FFF2-40B4-BE49-F238E27FC236}">
                  <a16:creationId xmlns:a16="http://schemas.microsoft.com/office/drawing/2014/main" id="{FF95978B-BC2F-4DD6-097C-0862AE0C6D6D}"/>
                </a:ext>
              </a:extLst>
            </p:cNvPr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03;p3">
              <a:extLst>
                <a:ext uri="{FF2B5EF4-FFF2-40B4-BE49-F238E27FC236}">
                  <a16:creationId xmlns:a16="http://schemas.microsoft.com/office/drawing/2014/main" id="{0B0B52BC-0404-87F9-AA1A-E382CCB693C8}"/>
                </a:ext>
              </a:extLst>
            </p:cNvPr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04;p3">
              <a:extLst>
                <a:ext uri="{FF2B5EF4-FFF2-40B4-BE49-F238E27FC236}">
                  <a16:creationId xmlns:a16="http://schemas.microsoft.com/office/drawing/2014/main" id="{549CE426-C8DE-1DDF-8C8A-678BB9C7E427}"/>
                </a:ext>
              </a:extLst>
            </p:cNvPr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05;p3">
              <a:extLst>
                <a:ext uri="{FF2B5EF4-FFF2-40B4-BE49-F238E27FC236}">
                  <a16:creationId xmlns:a16="http://schemas.microsoft.com/office/drawing/2014/main" id="{258615F1-D5F2-0192-106C-E0002A5A54D6}"/>
                </a:ext>
              </a:extLst>
            </p:cNvPr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406;p3">
              <a:extLst>
                <a:ext uri="{FF2B5EF4-FFF2-40B4-BE49-F238E27FC236}">
                  <a16:creationId xmlns:a16="http://schemas.microsoft.com/office/drawing/2014/main" id="{9F83D537-4FA7-4C11-159F-EF44618EFF2D}"/>
                </a:ext>
              </a:extLst>
            </p:cNvPr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407;p3">
              <a:extLst>
                <a:ext uri="{FF2B5EF4-FFF2-40B4-BE49-F238E27FC236}">
                  <a16:creationId xmlns:a16="http://schemas.microsoft.com/office/drawing/2014/main" id="{1A009AF9-5797-61BA-4172-A6F09BA30395}"/>
                </a:ext>
              </a:extLst>
            </p:cNvPr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408;p3">
              <a:extLst>
                <a:ext uri="{FF2B5EF4-FFF2-40B4-BE49-F238E27FC236}">
                  <a16:creationId xmlns:a16="http://schemas.microsoft.com/office/drawing/2014/main" id="{2AC691A0-8A3A-FDA0-8B28-24A57828A772}"/>
                </a:ext>
              </a:extLst>
            </p:cNvPr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409;p3">
              <a:extLst>
                <a:ext uri="{FF2B5EF4-FFF2-40B4-BE49-F238E27FC236}">
                  <a16:creationId xmlns:a16="http://schemas.microsoft.com/office/drawing/2014/main" id="{9D5247E5-D011-6FE3-4C71-BDAA262F6D06}"/>
                </a:ext>
              </a:extLst>
            </p:cNvPr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410;p3">
              <a:extLst>
                <a:ext uri="{FF2B5EF4-FFF2-40B4-BE49-F238E27FC236}">
                  <a16:creationId xmlns:a16="http://schemas.microsoft.com/office/drawing/2014/main" id="{9B3A0E65-FD33-8202-5BF4-4B4A8E2393EA}"/>
                </a:ext>
              </a:extLst>
            </p:cNvPr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411;p3">
              <a:extLst>
                <a:ext uri="{FF2B5EF4-FFF2-40B4-BE49-F238E27FC236}">
                  <a16:creationId xmlns:a16="http://schemas.microsoft.com/office/drawing/2014/main" id="{4EF73EA8-3862-2725-49FD-09991BFB08DD}"/>
                </a:ext>
              </a:extLst>
            </p:cNvPr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412;p3">
              <a:extLst>
                <a:ext uri="{FF2B5EF4-FFF2-40B4-BE49-F238E27FC236}">
                  <a16:creationId xmlns:a16="http://schemas.microsoft.com/office/drawing/2014/main" id="{F7D9D1A9-2F28-3B39-A725-93470D9529FA}"/>
                </a:ext>
              </a:extLst>
            </p:cNvPr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413;p3">
              <a:extLst>
                <a:ext uri="{FF2B5EF4-FFF2-40B4-BE49-F238E27FC236}">
                  <a16:creationId xmlns:a16="http://schemas.microsoft.com/office/drawing/2014/main" id="{26F792C8-7C01-C338-1FD6-6381CCBE85F8}"/>
                </a:ext>
              </a:extLst>
            </p:cNvPr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414;p3">
              <a:extLst>
                <a:ext uri="{FF2B5EF4-FFF2-40B4-BE49-F238E27FC236}">
                  <a16:creationId xmlns:a16="http://schemas.microsoft.com/office/drawing/2014/main" id="{439E71CF-A576-9920-E979-1BA550E75D98}"/>
                </a:ext>
              </a:extLst>
            </p:cNvPr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415;p3">
              <a:extLst>
                <a:ext uri="{FF2B5EF4-FFF2-40B4-BE49-F238E27FC236}">
                  <a16:creationId xmlns:a16="http://schemas.microsoft.com/office/drawing/2014/main" id="{58E6166E-FD61-1F8F-62C3-24DC420A120F}"/>
                </a:ext>
              </a:extLst>
            </p:cNvPr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416;p3">
              <a:extLst>
                <a:ext uri="{FF2B5EF4-FFF2-40B4-BE49-F238E27FC236}">
                  <a16:creationId xmlns:a16="http://schemas.microsoft.com/office/drawing/2014/main" id="{652CAA46-7BCC-BA5B-91F6-B31B63841B29}"/>
                </a:ext>
              </a:extLst>
            </p:cNvPr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417;p3">
              <a:extLst>
                <a:ext uri="{FF2B5EF4-FFF2-40B4-BE49-F238E27FC236}">
                  <a16:creationId xmlns:a16="http://schemas.microsoft.com/office/drawing/2014/main" id="{681C9E5D-D9FC-23E4-607F-7DFC78483E40}"/>
                </a:ext>
              </a:extLst>
            </p:cNvPr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418;p3">
              <a:extLst>
                <a:ext uri="{FF2B5EF4-FFF2-40B4-BE49-F238E27FC236}">
                  <a16:creationId xmlns:a16="http://schemas.microsoft.com/office/drawing/2014/main" id="{E256854D-7ABA-50AF-90FF-F6F38A837870}"/>
                </a:ext>
              </a:extLst>
            </p:cNvPr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419;p3">
              <a:extLst>
                <a:ext uri="{FF2B5EF4-FFF2-40B4-BE49-F238E27FC236}">
                  <a16:creationId xmlns:a16="http://schemas.microsoft.com/office/drawing/2014/main" id="{4A41CA97-33D2-D9AF-377B-D949032F119D}"/>
                </a:ext>
              </a:extLst>
            </p:cNvPr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420;p3">
              <a:extLst>
                <a:ext uri="{FF2B5EF4-FFF2-40B4-BE49-F238E27FC236}">
                  <a16:creationId xmlns:a16="http://schemas.microsoft.com/office/drawing/2014/main" id="{512FD1AD-9F94-5A9C-EC85-56FC35A63075}"/>
                </a:ext>
              </a:extLst>
            </p:cNvPr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421;p3">
              <a:extLst>
                <a:ext uri="{FF2B5EF4-FFF2-40B4-BE49-F238E27FC236}">
                  <a16:creationId xmlns:a16="http://schemas.microsoft.com/office/drawing/2014/main" id="{96D20D8C-8694-B99D-750A-CD24BB63BBEF}"/>
                </a:ext>
              </a:extLst>
            </p:cNvPr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422;p3">
              <a:extLst>
                <a:ext uri="{FF2B5EF4-FFF2-40B4-BE49-F238E27FC236}">
                  <a16:creationId xmlns:a16="http://schemas.microsoft.com/office/drawing/2014/main" id="{D7D74CA3-2BA2-4DBB-1ED0-8644E4282C9A}"/>
                </a:ext>
              </a:extLst>
            </p:cNvPr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423;p3">
              <a:extLst>
                <a:ext uri="{FF2B5EF4-FFF2-40B4-BE49-F238E27FC236}">
                  <a16:creationId xmlns:a16="http://schemas.microsoft.com/office/drawing/2014/main" id="{574C18D7-90B0-CE31-244E-441158A3614C}"/>
                </a:ext>
              </a:extLst>
            </p:cNvPr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424;p3">
              <a:extLst>
                <a:ext uri="{FF2B5EF4-FFF2-40B4-BE49-F238E27FC236}">
                  <a16:creationId xmlns:a16="http://schemas.microsoft.com/office/drawing/2014/main" id="{58BA889A-2451-117C-8B0B-2409561E23B8}"/>
                </a:ext>
              </a:extLst>
            </p:cNvPr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425;p3">
              <a:extLst>
                <a:ext uri="{FF2B5EF4-FFF2-40B4-BE49-F238E27FC236}">
                  <a16:creationId xmlns:a16="http://schemas.microsoft.com/office/drawing/2014/main" id="{8F097001-7DDA-777A-F3A6-3D5E36E94F09}"/>
                </a:ext>
              </a:extLst>
            </p:cNvPr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426;p3">
              <a:extLst>
                <a:ext uri="{FF2B5EF4-FFF2-40B4-BE49-F238E27FC236}">
                  <a16:creationId xmlns:a16="http://schemas.microsoft.com/office/drawing/2014/main" id="{8CCB7919-96C9-87C0-91BF-C2A9AD34FC70}"/>
                </a:ext>
              </a:extLst>
            </p:cNvPr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427;p3">
              <a:extLst>
                <a:ext uri="{FF2B5EF4-FFF2-40B4-BE49-F238E27FC236}">
                  <a16:creationId xmlns:a16="http://schemas.microsoft.com/office/drawing/2014/main" id="{830858C6-D0CD-C7EF-3C3C-2317BCB63905}"/>
                </a:ext>
              </a:extLst>
            </p:cNvPr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428;p3">
              <a:extLst>
                <a:ext uri="{FF2B5EF4-FFF2-40B4-BE49-F238E27FC236}">
                  <a16:creationId xmlns:a16="http://schemas.microsoft.com/office/drawing/2014/main" id="{C2DD7443-CBD4-CD0D-5012-E8B5C9C0702D}"/>
                </a:ext>
              </a:extLst>
            </p:cNvPr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429;p3">
              <a:extLst>
                <a:ext uri="{FF2B5EF4-FFF2-40B4-BE49-F238E27FC236}">
                  <a16:creationId xmlns:a16="http://schemas.microsoft.com/office/drawing/2014/main" id="{66CAB2AD-E83B-769E-9EEA-7BAC289FE32C}"/>
                </a:ext>
              </a:extLst>
            </p:cNvPr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430;p3">
              <a:extLst>
                <a:ext uri="{FF2B5EF4-FFF2-40B4-BE49-F238E27FC236}">
                  <a16:creationId xmlns:a16="http://schemas.microsoft.com/office/drawing/2014/main" id="{901285A1-0B22-49DF-28DD-18896D890C7F}"/>
                </a:ext>
              </a:extLst>
            </p:cNvPr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431;p3">
              <a:extLst>
                <a:ext uri="{FF2B5EF4-FFF2-40B4-BE49-F238E27FC236}">
                  <a16:creationId xmlns:a16="http://schemas.microsoft.com/office/drawing/2014/main" id="{2E3579B6-DB67-E0E0-1FC8-DB71421A0A7B}"/>
                </a:ext>
              </a:extLst>
            </p:cNvPr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432;p3">
              <a:extLst>
                <a:ext uri="{FF2B5EF4-FFF2-40B4-BE49-F238E27FC236}">
                  <a16:creationId xmlns:a16="http://schemas.microsoft.com/office/drawing/2014/main" id="{08A1D1F5-A62F-DD46-3BDD-D04559CF12BB}"/>
                </a:ext>
              </a:extLst>
            </p:cNvPr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433;p3">
              <a:extLst>
                <a:ext uri="{FF2B5EF4-FFF2-40B4-BE49-F238E27FC236}">
                  <a16:creationId xmlns:a16="http://schemas.microsoft.com/office/drawing/2014/main" id="{B44E4F69-9D1A-88B8-E8AF-D97A987D83E6}"/>
                </a:ext>
              </a:extLst>
            </p:cNvPr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434;p3">
              <a:extLst>
                <a:ext uri="{FF2B5EF4-FFF2-40B4-BE49-F238E27FC236}">
                  <a16:creationId xmlns:a16="http://schemas.microsoft.com/office/drawing/2014/main" id="{0D9612DF-6693-5B8A-7691-B53F865CF970}"/>
                </a:ext>
              </a:extLst>
            </p:cNvPr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435;p3">
              <a:extLst>
                <a:ext uri="{FF2B5EF4-FFF2-40B4-BE49-F238E27FC236}">
                  <a16:creationId xmlns:a16="http://schemas.microsoft.com/office/drawing/2014/main" id="{6F63B24E-968F-1F54-6494-80400780184F}"/>
                </a:ext>
              </a:extLst>
            </p:cNvPr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436;p3">
              <a:extLst>
                <a:ext uri="{FF2B5EF4-FFF2-40B4-BE49-F238E27FC236}">
                  <a16:creationId xmlns:a16="http://schemas.microsoft.com/office/drawing/2014/main" id="{6D7D217F-3D11-E2A3-9D05-1302995B1C3A}"/>
                </a:ext>
              </a:extLst>
            </p:cNvPr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437;p3">
              <a:extLst>
                <a:ext uri="{FF2B5EF4-FFF2-40B4-BE49-F238E27FC236}">
                  <a16:creationId xmlns:a16="http://schemas.microsoft.com/office/drawing/2014/main" id="{DF0CCC42-3B5F-D184-1905-A13BBC7890F7}"/>
                </a:ext>
              </a:extLst>
            </p:cNvPr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438;p3">
              <a:extLst>
                <a:ext uri="{FF2B5EF4-FFF2-40B4-BE49-F238E27FC236}">
                  <a16:creationId xmlns:a16="http://schemas.microsoft.com/office/drawing/2014/main" id="{989FF234-7EEA-9383-B183-6711625BD703}"/>
                </a:ext>
              </a:extLst>
            </p:cNvPr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439;p3">
              <a:extLst>
                <a:ext uri="{FF2B5EF4-FFF2-40B4-BE49-F238E27FC236}">
                  <a16:creationId xmlns:a16="http://schemas.microsoft.com/office/drawing/2014/main" id="{41E53F4C-9ED1-7F80-1795-2F6878CC8148}"/>
                </a:ext>
              </a:extLst>
            </p:cNvPr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440;p3">
              <a:extLst>
                <a:ext uri="{FF2B5EF4-FFF2-40B4-BE49-F238E27FC236}">
                  <a16:creationId xmlns:a16="http://schemas.microsoft.com/office/drawing/2014/main" id="{7C815272-C733-D3C1-D59A-6C7ED483D218}"/>
                </a:ext>
              </a:extLst>
            </p:cNvPr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441;p3">
              <a:extLst>
                <a:ext uri="{FF2B5EF4-FFF2-40B4-BE49-F238E27FC236}">
                  <a16:creationId xmlns:a16="http://schemas.microsoft.com/office/drawing/2014/main" id="{91569435-4E74-9F09-4535-FAD0DD2C8E15}"/>
                </a:ext>
              </a:extLst>
            </p:cNvPr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442;p3">
              <a:extLst>
                <a:ext uri="{FF2B5EF4-FFF2-40B4-BE49-F238E27FC236}">
                  <a16:creationId xmlns:a16="http://schemas.microsoft.com/office/drawing/2014/main" id="{66D8B130-8226-06C6-9961-E942651D467E}"/>
                </a:ext>
              </a:extLst>
            </p:cNvPr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443;p3">
              <a:extLst>
                <a:ext uri="{FF2B5EF4-FFF2-40B4-BE49-F238E27FC236}">
                  <a16:creationId xmlns:a16="http://schemas.microsoft.com/office/drawing/2014/main" id="{FECB1DE5-BB83-3B5C-8A4D-AB190CC949ED}"/>
                </a:ext>
              </a:extLst>
            </p:cNvPr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444;p3">
              <a:extLst>
                <a:ext uri="{FF2B5EF4-FFF2-40B4-BE49-F238E27FC236}">
                  <a16:creationId xmlns:a16="http://schemas.microsoft.com/office/drawing/2014/main" id="{E11CC0DE-B4AD-8588-B5B4-DA04AED5410B}"/>
                </a:ext>
              </a:extLst>
            </p:cNvPr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445;p3">
              <a:extLst>
                <a:ext uri="{FF2B5EF4-FFF2-40B4-BE49-F238E27FC236}">
                  <a16:creationId xmlns:a16="http://schemas.microsoft.com/office/drawing/2014/main" id="{E1F1F3F8-422C-D7B1-F3A2-C8BF15AC57DE}"/>
                </a:ext>
              </a:extLst>
            </p:cNvPr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446;p3">
              <a:extLst>
                <a:ext uri="{FF2B5EF4-FFF2-40B4-BE49-F238E27FC236}">
                  <a16:creationId xmlns:a16="http://schemas.microsoft.com/office/drawing/2014/main" id="{2A85D159-FDE9-59A2-B507-A7FD783BFD68}"/>
                </a:ext>
              </a:extLst>
            </p:cNvPr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447;p3">
              <a:extLst>
                <a:ext uri="{FF2B5EF4-FFF2-40B4-BE49-F238E27FC236}">
                  <a16:creationId xmlns:a16="http://schemas.microsoft.com/office/drawing/2014/main" id="{45639E02-95BB-668D-F5FA-C98054CFE073}"/>
                </a:ext>
              </a:extLst>
            </p:cNvPr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448;p3">
              <a:extLst>
                <a:ext uri="{FF2B5EF4-FFF2-40B4-BE49-F238E27FC236}">
                  <a16:creationId xmlns:a16="http://schemas.microsoft.com/office/drawing/2014/main" id="{8756C194-FA10-46CC-8454-A633A4A104B0}"/>
                </a:ext>
              </a:extLst>
            </p:cNvPr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449;p3">
              <a:extLst>
                <a:ext uri="{FF2B5EF4-FFF2-40B4-BE49-F238E27FC236}">
                  <a16:creationId xmlns:a16="http://schemas.microsoft.com/office/drawing/2014/main" id="{CDE03B9A-9E3C-2ACF-B6EE-E2A5EE611378}"/>
                </a:ext>
              </a:extLst>
            </p:cNvPr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450;p3">
              <a:extLst>
                <a:ext uri="{FF2B5EF4-FFF2-40B4-BE49-F238E27FC236}">
                  <a16:creationId xmlns:a16="http://schemas.microsoft.com/office/drawing/2014/main" id="{1D57D657-F312-3872-A378-46C594801CCC}"/>
                </a:ext>
              </a:extLst>
            </p:cNvPr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451;p3">
              <a:extLst>
                <a:ext uri="{FF2B5EF4-FFF2-40B4-BE49-F238E27FC236}">
                  <a16:creationId xmlns:a16="http://schemas.microsoft.com/office/drawing/2014/main" id="{E5C2A61C-02A9-6D13-CA65-E361866827E1}"/>
                </a:ext>
              </a:extLst>
            </p:cNvPr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452;p3">
              <a:extLst>
                <a:ext uri="{FF2B5EF4-FFF2-40B4-BE49-F238E27FC236}">
                  <a16:creationId xmlns:a16="http://schemas.microsoft.com/office/drawing/2014/main" id="{B305BF2A-C847-1E30-336A-626D0A5557DA}"/>
                </a:ext>
              </a:extLst>
            </p:cNvPr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453;p3">
              <a:extLst>
                <a:ext uri="{FF2B5EF4-FFF2-40B4-BE49-F238E27FC236}">
                  <a16:creationId xmlns:a16="http://schemas.microsoft.com/office/drawing/2014/main" id="{0CB7A609-8B8B-7705-EC8B-578131AAE7C8}"/>
                </a:ext>
              </a:extLst>
            </p:cNvPr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454;p3">
              <a:extLst>
                <a:ext uri="{FF2B5EF4-FFF2-40B4-BE49-F238E27FC236}">
                  <a16:creationId xmlns:a16="http://schemas.microsoft.com/office/drawing/2014/main" id="{8D3E06CE-87C7-4AE1-6B8E-F02E53979FB6}"/>
                </a:ext>
              </a:extLst>
            </p:cNvPr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455;p3">
              <a:extLst>
                <a:ext uri="{FF2B5EF4-FFF2-40B4-BE49-F238E27FC236}">
                  <a16:creationId xmlns:a16="http://schemas.microsoft.com/office/drawing/2014/main" id="{7FD346D8-E49A-B4A2-B77F-9081DFCD6C18}"/>
                </a:ext>
              </a:extLst>
            </p:cNvPr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456;p3">
              <a:extLst>
                <a:ext uri="{FF2B5EF4-FFF2-40B4-BE49-F238E27FC236}">
                  <a16:creationId xmlns:a16="http://schemas.microsoft.com/office/drawing/2014/main" id="{1A7054EC-8DD3-11F7-B929-60BD79FFF532}"/>
                </a:ext>
              </a:extLst>
            </p:cNvPr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457;p3">
              <a:extLst>
                <a:ext uri="{FF2B5EF4-FFF2-40B4-BE49-F238E27FC236}">
                  <a16:creationId xmlns:a16="http://schemas.microsoft.com/office/drawing/2014/main" id="{67C1B6A2-87F4-0D49-6AC0-881AC4655774}"/>
                </a:ext>
              </a:extLst>
            </p:cNvPr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458;p3">
              <a:extLst>
                <a:ext uri="{FF2B5EF4-FFF2-40B4-BE49-F238E27FC236}">
                  <a16:creationId xmlns:a16="http://schemas.microsoft.com/office/drawing/2014/main" id="{9DC19927-2D62-DB7E-254C-465D75593C10}"/>
                </a:ext>
              </a:extLst>
            </p:cNvPr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459;p3">
              <a:extLst>
                <a:ext uri="{FF2B5EF4-FFF2-40B4-BE49-F238E27FC236}">
                  <a16:creationId xmlns:a16="http://schemas.microsoft.com/office/drawing/2014/main" id="{932C30D4-2FAD-727A-26E6-3B4AF298E356}"/>
                </a:ext>
              </a:extLst>
            </p:cNvPr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460;p3">
              <a:extLst>
                <a:ext uri="{FF2B5EF4-FFF2-40B4-BE49-F238E27FC236}">
                  <a16:creationId xmlns:a16="http://schemas.microsoft.com/office/drawing/2014/main" id="{B9EFA768-8C90-B64C-C8AD-A5A40854F35F}"/>
                </a:ext>
              </a:extLst>
            </p:cNvPr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461;p3">
              <a:extLst>
                <a:ext uri="{FF2B5EF4-FFF2-40B4-BE49-F238E27FC236}">
                  <a16:creationId xmlns:a16="http://schemas.microsoft.com/office/drawing/2014/main" id="{C246A37A-BC8A-32BA-901D-6A255C270AFE}"/>
                </a:ext>
              </a:extLst>
            </p:cNvPr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462;p3">
              <a:extLst>
                <a:ext uri="{FF2B5EF4-FFF2-40B4-BE49-F238E27FC236}">
                  <a16:creationId xmlns:a16="http://schemas.microsoft.com/office/drawing/2014/main" id="{F2C37CCE-D618-7B8E-3744-E5755430DB07}"/>
                </a:ext>
              </a:extLst>
            </p:cNvPr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463;p3">
              <a:extLst>
                <a:ext uri="{FF2B5EF4-FFF2-40B4-BE49-F238E27FC236}">
                  <a16:creationId xmlns:a16="http://schemas.microsoft.com/office/drawing/2014/main" id="{8BC5F284-6456-D9B8-FF7C-26BC631CB2CC}"/>
                </a:ext>
              </a:extLst>
            </p:cNvPr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464;p3">
              <a:extLst>
                <a:ext uri="{FF2B5EF4-FFF2-40B4-BE49-F238E27FC236}">
                  <a16:creationId xmlns:a16="http://schemas.microsoft.com/office/drawing/2014/main" id="{9BB4B062-5C0B-2565-CDE4-43EF705EACCF}"/>
                </a:ext>
              </a:extLst>
            </p:cNvPr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465;p3">
              <a:extLst>
                <a:ext uri="{FF2B5EF4-FFF2-40B4-BE49-F238E27FC236}">
                  <a16:creationId xmlns:a16="http://schemas.microsoft.com/office/drawing/2014/main" id="{167FB2D0-8B30-8D20-9E8F-3484839810E8}"/>
                </a:ext>
              </a:extLst>
            </p:cNvPr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466;p3">
              <a:extLst>
                <a:ext uri="{FF2B5EF4-FFF2-40B4-BE49-F238E27FC236}">
                  <a16:creationId xmlns:a16="http://schemas.microsoft.com/office/drawing/2014/main" id="{878AB662-D834-F972-C4CF-8238896C9F8D}"/>
                </a:ext>
              </a:extLst>
            </p:cNvPr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467;p3">
              <a:extLst>
                <a:ext uri="{FF2B5EF4-FFF2-40B4-BE49-F238E27FC236}">
                  <a16:creationId xmlns:a16="http://schemas.microsoft.com/office/drawing/2014/main" id="{9DC88FC9-24D5-378A-DEA8-D591683B4349}"/>
                </a:ext>
              </a:extLst>
            </p:cNvPr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468;p3">
              <a:extLst>
                <a:ext uri="{FF2B5EF4-FFF2-40B4-BE49-F238E27FC236}">
                  <a16:creationId xmlns:a16="http://schemas.microsoft.com/office/drawing/2014/main" id="{36B3C9DD-8234-3067-DA7C-6759FE01397C}"/>
                </a:ext>
              </a:extLst>
            </p:cNvPr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469;p3">
              <a:extLst>
                <a:ext uri="{FF2B5EF4-FFF2-40B4-BE49-F238E27FC236}">
                  <a16:creationId xmlns:a16="http://schemas.microsoft.com/office/drawing/2014/main" id="{2DF73EC8-7999-D1B3-A33F-1B6749A2579A}"/>
                </a:ext>
              </a:extLst>
            </p:cNvPr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470;p3">
              <a:extLst>
                <a:ext uri="{FF2B5EF4-FFF2-40B4-BE49-F238E27FC236}">
                  <a16:creationId xmlns:a16="http://schemas.microsoft.com/office/drawing/2014/main" id="{1AA1E37E-C7A7-C259-9D2D-B1F9743B16F5}"/>
                </a:ext>
              </a:extLst>
            </p:cNvPr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471;p3">
              <a:extLst>
                <a:ext uri="{FF2B5EF4-FFF2-40B4-BE49-F238E27FC236}">
                  <a16:creationId xmlns:a16="http://schemas.microsoft.com/office/drawing/2014/main" id="{F376BCB9-C6A7-3628-B786-EE28CFD5FB34}"/>
                </a:ext>
              </a:extLst>
            </p:cNvPr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472;p3">
              <a:extLst>
                <a:ext uri="{FF2B5EF4-FFF2-40B4-BE49-F238E27FC236}">
                  <a16:creationId xmlns:a16="http://schemas.microsoft.com/office/drawing/2014/main" id="{A90E4482-CACB-0381-231B-BD92E4B6C7F0}"/>
                </a:ext>
              </a:extLst>
            </p:cNvPr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473;p3">
              <a:extLst>
                <a:ext uri="{FF2B5EF4-FFF2-40B4-BE49-F238E27FC236}">
                  <a16:creationId xmlns:a16="http://schemas.microsoft.com/office/drawing/2014/main" id="{E67276C1-91BB-5824-F074-BA64B27A1DFE}"/>
                </a:ext>
              </a:extLst>
            </p:cNvPr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474;p3">
              <a:extLst>
                <a:ext uri="{FF2B5EF4-FFF2-40B4-BE49-F238E27FC236}">
                  <a16:creationId xmlns:a16="http://schemas.microsoft.com/office/drawing/2014/main" id="{C2903975-0446-F44C-2B57-F9623F5EDB00}"/>
                </a:ext>
              </a:extLst>
            </p:cNvPr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475;p3">
              <a:extLst>
                <a:ext uri="{FF2B5EF4-FFF2-40B4-BE49-F238E27FC236}">
                  <a16:creationId xmlns:a16="http://schemas.microsoft.com/office/drawing/2014/main" id="{F0EB007F-8003-1EF8-BEF4-C7706B4A32ED}"/>
                </a:ext>
              </a:extLst>
            </p:cNvPr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476;p3">
              <a:extLst>
                <a:ext uri="{FF2B5EF4-FFF2-40B4-BE49-F238E27FC236}">
                  <a16:creationId xmlns:a16="http://schemas.microsoft.com/office/drawing/2014/main" id="{61BDC8DD-E11E-A514-F6F6-C524AB86D7D8}"/>
                </a:ext>
              </a:extLst>
            </p:cNvPr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477;p3">
              <a:extLst>
                <a:ext uri="{FF2B5EF4-FFF2-40B4-BE49-F238E27FC236}">
                  <a16:creationId xmlns:a16="http://schemas.microsoft.com/office/drawing/2014/main" id="{373927BC-5645-AB5B-0278-A0608A750AB3}"/>
                </a:ext>
              </a:extLst>
            </p:cNvPr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478;p3">
              <a:extLst>
                <a:ext uri="{FF2B5EF4-FFF2-40B4-BE49-F238E27FC236}">
                  <a16:creationId xmlns:a16="http://schemas.microsoft.com/office/drawing/2014/main" id="{583461A1-7BAF-FB09-8FC1-F00F88010069}"/>
                </a:ext>
              </a:extLst>
            </p:cNvPr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479;p3">
              <a:extLst>
                <a:ext uri="{FF2B5EF4-FFF2-40B4-BE49-F238E27FC236}">
                  <a16:creationId xmlns:a16="http://schemas.microsoft.com/office/drawing/2014/main" id="{5B4E7EE4-984E-623D-CD7F-395D9F4D1D06}"/>
                </a:ext>
              </a:extLst>
            </p:cNvPr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480;p3">
              <a:extLst>
                <a:ext uri="{FF2B5EF4-FFF2-40B4-BE49-F238E27FC236}">
                  <a16:creationId xmlns:a16="http://schemas.microsoft.com/office/drawing/2014/main" id="{4CF6E1D4-5103-B1EA-91B7-49B8B609F3E8}"/>
                </a:ext>
              </a:extLst>
            </p:cNvPr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481;p3">
              <a:extLst>
                <a:ext uri="{FF2B5EF4-FFF2-40B4-BE49-F238E27FC236}">
                  <a16:creationId xmlns:a16="http://schemas.microsoft.com/office/drawing/2014/main" id="{A9BB5BFF-1503-0D8D-8D9B-C4D70EBFC6AE}"/>
                </a:ext>
              </a:extLst>
            </p:cNvPr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482;p3">
              <a:extLst>
                <a:ext uri="{FF2B5EF4-FFF2-40B4-BE49-F238E27FC236}">
                  <a16:creationId xmlns:a16="http://schemas.microsoft.com/office/drawing/2014/main" id="{2CC18700-BD49-4217-2B5D-45E82F132650}"/>
                </a:ext>
              </a:extLst>
            </p:cNvPr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483;p3">
              <a:extLst>
                <a:ext uri="{FF2B5EF4-FFF2-40B4-BE49-F238E27FC236}">
                  <a16:creationId xmlns:a16="http://schemas.microsoft.com/office/drawing/2014/main" id="{2F83AB04-F8EC-87E2-C43B-1C6FCAC60405}"/>
                </a:ext>
              </a:extLst>
            </p:cNvPr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484;p3">
              <a:extLst>
                <a:ext uri="{FF2B5EF4-FFF2-40B4-BE49-F238E27FC236}">
                  <a16:creationId xmlns:a16="http://schemas.microsoft.com/office/drawing/2014/main" id="{B44DCA19-5AD3-6CF1-897B-7AADEF34D95D}"/>
                </a:ext>
              </a:extLst>
            </p:cNvPr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485;p3">
              <a:extLst>
                <a:ext uri="{FF2B5EF4-FFF2-40B4-BE49-F238E27FC236}">
                  <a16:creationId xmlns:a16="http://schemas.microsoft.com/office/drawing/2014/main" id="{65222C83-D2FB-33EB-B7C7-1678ADD5B892}"/>
                </a:ext>
              </a:extLst>
            </p:cNvPr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486;p3">
              <a:extLst>
                <a:ext uri="{FF2B5EF4-FFF2-40B4-BE49-F238E27FC236}">
                  <a16:creationId xmlns:a16="http://schemas.microsoft.com/office/drawing/2014/main" id="{BD289047-AE32-0175-CB5F-DC844BBCB19A}"/>
                </a:ext>
              </a:extLst>
            </p:cNvPr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487;p3">
              <a:extLst>
                <a:ext uri="{FF2B5EF4-FFF2-40B4-BE49-F238E27FC236}">
                  <a16:creationId xmlns:a16="http://schemas.microsoft.com/office/drawing/2014/main" id="{A0987F4A-0B86-1479-459D-EDAFEB6CABCE}"/>
                </a:ext>
              </a:extLst>
            </p:cNvPr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488;p3">
              <a:extLst>
                <a:ext uri="{FF2B5EF4-FFF2-40B4-BE49-F238E27FC236}">
                  <a16:creationId xmlns:a16="http://schemas.microsoft.com/office/drawing/2014/main" id="{C9A35961-6CFD-03CC-92BC-96FEB9E32F76}"/>
                </a:ext>
              </a:extLst>
            </p:cNvPr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489;p3">
              <a:extLst>
                <a:ext uri="{FF2B5EF4-FFF2-40B4-BE49-F238E27FC236}">
                  <a16:creationId xmlns:a16="http://schemas.microsoft.com/office/drawing/2014/main" id="{9CABA840-D1B5-32AC-A3D3-E5B9DD6AD740}"/>
                </a:ext>
              </a:extLst>
            </p:cNvPr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490;p3">
              <a:extLst>
                <a:ext uri="{FF2B5EF4-FFF2-40B4-BE49-F238E27FC236}">
                  <a16:creationId xmlns:a16="http://schemas.microsoft.com/office/drawing/2014/main" id="{BDE3D1CC-6728-E3FE-A70C-778E3A5C09E1}"/>
                </a:ext>
              </a:extLst>
            </p:cNvPr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491;p3">
              <a:extLst>
                <a:ext uri="{FF2B5EF4-FFF2-40B4-BE49-F238E27FC236}">
                  <a16:creationId xmlns:a16="http://schemas.microsoft.com/office/drawing/2014/main" id="{C5F6D84C-ADEC-156B-B4DA-8DFBEC8A359D}"/>
                </a:ext>
              </a:extLst>
            </p:cNvPr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492;p3">
              <a:extLst>
                <a:ext uri="{FF2B5EF4-FFF2-40B4-BE49-F238E27FC236}">
                  <a16:creationId xmlns:a16="http://schemas.microsoft.com/office/drawing/2014/main" id="{268977F8-812B-FB17-C742-1B012E8B0C5B}"/>
                </a:ext>
              </a:extLst>
            </p:cNvPr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493;p3">
              <a:extLst>
                <a:ext uri="{FF2B5EF4-FFF2-40B4-BE49-F238E27FC236}">
                  <a16:creationId xmlns:a16="http://schemas.microsoft.com/office/drawing/2014/main" id="{37727549-D4D9-97E1-6BD9-33E2F89A9C7B}"/>
                </a:ext>
              </a:extLst>
            </p:cNvPr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494;p3">
              <a:extLst>
                <a:ext uri="{FF2B5EF4-FFF2-40B4-BE49-F238E27FC236}">
                  <a16:creationId xmlns:a16="http://schemas.microsoft.com/office/drawing/2014/main" id="{40AE0660-24BB-E4BE-BAF0-E33CC1D3FBF7}"/>
                </a:ext>
              </a:extLst>
            </p:cNvPr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495;p3">
              <a:extLst>
                <a:ext uri="{FF2B5EF4-FFF2-40B4-BE49-F238E27FC236}">
                  <a16:creationId xmlns:a16="http://schemas.microsoft.com/office/drawing/2014/main" id="{DBB0BCB8-539E-225A-70BF-110B98145757}"/>
                </a:ext>
              </a:extLst>
            </p:cNvPr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496;p3">
              <a:extLst>
                <a:ext uri="{FF2B5EF4-FFF2-40B4-BE49-F238E27FC236}">
                  <a16:creationId xmlns:a16="http://schemas.microsoft.com/office/drawing/2014/main" id="{34E3C5CE-8E7B-FF61-19DD-E534CFA9A27F}"/>
                </a:ext>
              </a:extLst>
            </p:cNvPr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497;p3">
              <a:extLst>
                <a:ext uri="{FF2B5EF4-FFF2-40B4-BE49-F238E27FC236}">
                  <a16:creationId xmlns:a16="http://schemas.microsoft.com/office/drawing/2014/main" id="{F2352FB7-0B67-800F-CDDB-214BBFBA1E99}"/>
                </a:ext>
              </a:extLst>
            </p:cNvPr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498;p3">
              <a:extLst>
                <a:ext uri="{FF2B5EF4-FFF2-40B4-BE49-F238E27FC236}">
                  <a16:creationId xmlns:a16="http://schemas.microsoft.com/office/drawing/2014/main" id="{70EE3A7A-E68C-86D3-FDEE-FC739B9CF99B}"/>
                </a:ext>
              </a:extLst>
            </p:cNvPr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499;p3">
              <a:extLst>
                <a:ext uri="{FF2B5EF4-FFF2-40B4-BE49-F238E27FC236}">
                  <a16:creationId xmlns:a16="http://schemas.microsoft.com/office/drawing/2014/main" id="{5E2CBABB-6F21-26B5-FBAB-F9175C4353FE}"/>
                </a:ext>
              </a:extLst>
            </p:cNvPr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500;p3">
              <a:extLst>
                <a:ext uri="{FF2B5EF4-FFF2-40B4-BE49-F238E27FC236}">
                  <a16:creationId xmlns:a16="http://schemas.microsoft.com/office/drawing/2014/main" id="{D2BDDDE7-FB86-83B3-7DD7-4CFD667211E1}"/>
                </a:ext>
              </a:extLst>
            </p:cNvPr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98;p3">
            <a:extLst>
              <a:ext uri="{FF2B5EF4-FFF2-40B4-BE49-F238E27FC236}">
                <a16:creationId xmlns:a16="http://schemas.microsoft.com/office/drawing/2014/main" id="{63EBAACB-66EF-CBFA-9794-D5479447CD8D}"/>
              </a:ext>
            </a:extLst>
          </p:cNvPr>
          <p:cNvGrpSpPr/>
          <p:nvPr/>
        </p:nvGrpSpPr>
        <p:grpSpPr>
          <a:xfrm>
            <a:off x="9038217" y="6042754"/>
            <a:ext cx="874533" cy="784642"/>
            <a:chOff x="0" y="0"/>
            <a:chExt cx="798472" cy="766140"/>
          </a:xfrm>
        </p:grpSpPr>
        <p:sp>
          <p:nvSpPr>
            <p:cNvPr id="279" name="Google Shape;299;p3">
              <a:extLst>
                <a:ext uri="{FF2B5EF4-FFF2-40B4-BE49-F238E27FC236}">
                  <a16:creationId xmlns:a16="http://schemas.microsoft.com/office/drawing/2014/main" id="{E87BA574-62C3-AA65-B9B6-7D06051B8CBB}"/>
                </a:ext>
              </a:extLst>
            </p:cNvPr>
            <p:cNvSpPr/>
            <p:nvPr/>
          </p:nvSpPr>
          <p:spPr>
            <a:xfrm>
              <a:off x="0" y="0"/>
              <a:ext cx="89815" cy="82055"/>
            </a:xfrm>
            <a:custGeom>
              <a:avLst/>
              <a:gdLst/>
              <a:ahLst/>
              <a:cxnLst/>
              <a:rect l="l" t="t" r="r" b="b"/>
              <a:pathLst>
                <a:path w="89815" h="82055" extrusionOk="0">
                  <a:moveTo>
                    <a:pt x="21601" y="0"/>
                  </a:moveTo>
                  <a:cubicBezTo>
                    <a:pt x="29961" y="1043"/>
                    <a:pt x="57916" y="15017"/>
                    <a:pt x="82536" y="29879"/>
                  </a:cubicBezTo>
                  <a:lnTo>
                    <a:pt x="89815" y="34605"/>
                  </a:lnTo>
                  <a:lnTo>
                    <a:pt x="89815" y="47032"/>
                  </a:lnTo>
                  <a:lnTo>
                    <a:pt x="57129" y="25076"/>
                  </a:lnTo>
                  <a:cubicBezTo>
                    <a:pt x="36613" y="13677"/>
                    <a:pt x="23074" y="7395"/>
                    <a:pt x="19599" y="7395"/>
                  </a:cubicBezTo>
                  <a:cubicBezTo>
                    <a:pt x="18821" y="7395"/>
                    <a:pt x="18543" y="7728"/>
                    <a:pt x="18793" y="8340"/>
                  </a:cubicBezTo>
                  <a:cubicBezTo>
                    <a:pt x="18793" y="9063"/>
                    <a:pt x="30636" y="17402"/>
                    <a:pt x="45286" y="27160"/>
                  </a:cubicBezTo>
                  <a:cubicBezTo>
                    <a:pt x="52076" y="31692"/>
                    <a:pt x="61525" y="38138"/>
                    <a:pt x="71965" y="45335"/>
                  </a:cubicBezTo>
                  <a:lnTo>
                    <a:pt x="89815" y="57740"/>
                  </a:lnTo>
                  <a:lnTo>
                    <a:pt x="89815" y="82055"/>
                  </a:lnTo>
                  <a:lnTo>
                    <a:pt x="77347" y="72835"/>
                  </a:lnTo>
                  <a:cubicBezTo>
                    <a:pt x="70878" y="68275"/>
                    <a:pt x="62515" y="62529"/>
                    <a:pt x="51541" y="55044"/>
                  </a:cubicBezTo>
                  <a:lnTo>
                    <a:pt x="5560" y="22990"/>
                  </a:lnTo>
                  <a:lnTo>
                    <a:pt x="2780" y="15318"/>
                  </a:lnTo>
                  <a:lnTo>
                    <a:pt x="0" y="6255"/>
                  </a:lnTo>
                  <a:lnTo>
                    <a:pt x="6950" y="2780"/>
                  </a:lnTo>
                  <a:cubicBezTo>
                    <a:pt x="11843" y="695"/>
                    <a:pt x="16708" y="0"/>
                    <a:pt x="2160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300;p3">
              <a:extLst>
                <a:ext uri="{FF2B5EF4-FFF2-40B4-BE49-F238E27FC236}">
                  <a16:creationId xmlns:a16="http://schemas.microsoft.com/office/drawing/2014/main" id="{A9D16151-61C4-8274-9CB4-0E6F9FA125A3}"/>
                </a:ext>
              </a:extLst>
            </p:cNvPr>
            <p:cNvSpPr/>
            <p:nvPr/>
          </p:nvSpPr>
          <p:spPr>
            <a:xfrm>
              <a:off x="89815" y="34605"/>
              <a:ext cx="84045" cy="270537"/>
            </a:xfrm>
            <a:custGeom>
              <a:avLst/>
              <a:gdLst/>
              <a:ahLst/>
              <a:cxnLst/>
              <a:rect l="l" t="t" r="r" b="b"/>
              <a:pathLst>
                <a:path w="84045" h="270537" extrusionOk="0">
                  <a:moveTo>
                    <a:pt x="0" y="0"/>
                  </a:moveTo>
                  <a:lnTo>
                    <a:pt x="15381" y="9986"/>
                  </a:lnTo>
                  <a:lnTo>
                    <a:pt x="36981" y="24609"/>
                  </a:lnTo>
                  <a:lnTo>
                    <a:pt x="58582" y="22524"/>
                  </a:lnTo>
                  <a:lnTo>
                    <a:pt x="84045" y="21301"/>
                  </a:lnTo>
                  <a:lnTo>
                    <a:pt x="84045" y="27682"/>
                  </a:lnTo>
                  <a:lnTo>
                    <a:pt x="61362" y="28779"/>
                  </a:lnTo>
                  <a:cubicBezTo>
                    <a:pt x="45349" y="30197"/>
                    <a:pt x="43959" y="30892"/>
                    <a:pt x="47434" y="33672"/>
                  </a:cubicBezTo>
                  <a:cubicBezTo>
                    <a:pt x="54412" y="39232"/>
                    <a:pt x="62752" y="42735"/>
                    <a:pt x="83657" y="46905"/>
                  </a:cubicBezTo>
                  <a:lnTo>
                    <a:pt x="84045" y="46960"/>
                  </a:lnTo>
                  <a:lnTo>
                    <a:pt x="84045" y="50362"/>
                  </a:lnTo>
                  <a:lnTo>
                    <a:pt x="80877" y="49685"/>
                  </a:lnTo>
                  <a:cubicBezTo>
                    <a:pt x="74900" y="48573"/>
                    <a:pt x="71342" y="47850"/>
                    <a:pt x="69618" y="47850"/>
                  </a:cubicBezTo>
                  <a:cubicBezTo>
                    <a:pt x="68145" y="47850"/>
                    <a:pt x="68062" y="48406"/>
                    <a:pt x="69035" y="49685"/>
                  </a:cubicBezTo>
                  <a:lnTo>
                    <a:pt x="84045" y="56181"/>
                  </a:lnTo>
                  <a:lnTo>
                    <a:pt x="84045" y="72849"/>
                  </a:lnTo>
                  <a:lnTo>
                    <a:pt x="81312" y="70767"/>
                  </a:lnTo>
                  <a:cubicBezTo>
                    <a:pt x="78091" y="68853"/>
                    <a:pt x="75651" y="68158"/>
                    <a:pt x="72510" y="67810"/>
                  </a:cubicBezTo>
                  <a:cubicBezTo>
                    <a:pt x="70786" y="67449"/>
                    <a:pt x="69035" y="67282"/>
                    <a:pt x="67645" y="67282"/>
                  </a:cubicBezTo>
                  <a:cubicBezTo>
                    <a:pt x="66255" y="67282"/>
                    <a:pt x="65198" y="67449"/>
                    <a:pt x="64865" y="67810"/>
                  </a:cubicBezTo>
                  <a:cubicBezTo>
                    <a:pt x="64865" y="68505"/>
                    <a:pt x="68340" y="72675"/>
                    <a:pt x="73900" y="76873"/>
                  </a:cubicBezTo>
                  <a:lnTo>
                    <a:pt x="84045" y="85043"/>
                  </a:lnTo>
                  <a:lnTo>
                    <a:pt x="84045" y="119289"/>
                  </a:lnTo>
                  <a:lnTo>
                    <a:pt x="80652" y="111505"/>
                  </a:lnTo>
                  <a:cubicBezTo>
                    <a:pt x="78294" y="106700"/>
                    <a:pt x="76485" y="103783"/>
                    <a:pt x="75651" y="103783"/>
                  </a:cubicBezTo>
                  <a:cubicBezTo>
                    <a:pt x="75512" y="103783"/>
                    <a:pt x="75401" y="103867"/>
                    <a:pt x="75317" y="104034"/>
                  </a:cubicBezTo>
                  <a:cubicBezTo>
                    <a:pt x="77402" y="110317"/>
                    <a:pt x="79487" y="115181"/>
                    <a:pt x="82267" y="120769"/>
                  </a:cubicBezTo>
                  <a:lnTo>
                    <a:pt x="84045" y="125035"/>
                  </a:lnTo>
                  <a:lnTo>
                    <a:pt x="84045" y="147171"/>
                  </a:lnTo>
                  <a:lnTo>
                    <a:pt x="72520" y="115362"/>
                  </a:lnTo>
                  <a:cubicBezTo>
                    <a:pt x="65031" y="100204"/>
                    <a:pt x="56844" y="88007"/>
                    <a:pt x="50214" y="83128"/>
                  </a:cubicBezTo>
                  <a:cubicBezTo>
                    <a:pt x="46739" y="81043"/>
                    <a:pt x="42569" y="77568"/>
                    <a:pt x="41179" y="76178"/>
                  </a:cubicBezTo>
                  <a:cubicBezTo>
                    <a:pt x="40984" y="76039"/>
                    <a:pt x="40845" y="75983"/>
                    <a:pt x="40734" y="75983"/>
                  </a:cubicBezTo>
                  <a:cubicBezTo>
                    <a:pt x="39678" y="75983"/>
                    <a:pt x="42986" y="82517"/>
                    <a:pt x="47434" y="90801"/>
                  </a:cubicBezTo>
                  <a:cubicBezTo>
                    <a:pt x="54412" y="104034"/>
                    <a:pt x="59972" y="117961"/>
                    <a:pt x="65560" y="131222"/>
                  </a:cubicBezTo>
                  <a:cubicBezTo>
                    <a:pt x="70091" y="144802"/>
                    <a:pt x="77402" y="171448"/>
                    <a:pt x="83234" y="195051"/>
                  </a:cubicBezTo>
                  <a:lnTo>
                    <a:pt x="84045" y="198604"/>
                  </a:lnTo>
                  <a:lnTo>
                    <a:pt x="84045" y="213457"/>
                  </a:lnTo>
                  <a:lnTo>
                    <a:pt x="78097" y="193216"/>
                  </a:lnTo>
                  <a:cubicBezTo>
                    <a:pt x="66255" y="147930"/>
                    <a:pt x="57887" y="121464"/>
                    <a:pt x="47434" y="101254"/>
                  </a:cubicBezTo>
                  <a:cubicBezTo>
                    <a:pt x="46128" y="98613"/>
                    <a:pt x="45293" y="97084"/>
                    <a:pt x="45015" y="97084"/>
                  </a:cubicBezTo>
                  <a:cubicBezTo>
                    <a:pt x="44543" y="97084"/>
                    <a:pt x="45516" y="101281"/>
                    <a:pt x="48129" y="111706"/>
                  </a:cubicBezTo>
                  <a:cubicBezTo>
                    <a:pt x="63475" y="168140"/>
                    <a:pt x="66255" y="179288"/>
                    <a:pt x="71815" y="202974"/>
                  </a:cubicBezTo>
                  <a:cubicBezTo>
                    <a:pt x="75317" y="212037"/>
                    <a:pt x="76707" y="221795"/>
                    <a:pt x="76707" y="231553"/>
                  </a:cubicBezTo>
                  <a:cubicBezTo>
                    <a:pt x="75665" y="233290"/>
                    <a:pt x="78104" y="241129"/>
                    <a:pt x="81499" y="248882"/>
                  </a:cubicBezTo>
                  <a:lnTo>
                    <a:pt x="84045" y="253882"/>
                  </a:lnTo>
                  <a:lnTo>
                    <a:pt x="84045" y="270537"/>
                  </a:lnTo>
                  <a:lnTo>
                    <a:pt x="82267" y="267081"/>
                  </a:lnTo>
                  <a:cubicBezTo>
                    <a:pt x="72510" y="255238"/>
                    <a:pt x="55802" y="202974"/>
                    <a:pt x="45349" y="152823"/>
                  </a:cubicBezTo>
                  <a:cubicBezTo>
                    <a:pt x="36286" y="110317"/>
                    <a:pt x="27223" y="84518"/>
                    <a:pt x="13991" y="62222"/>
                  </a:cubicBezTo>
                  <a:cubicBezTo>
                    <a:pt x="10863" y="57357"/>
                    <a:pt x="8771" y="54397"/>
                    <a:pt x="1974" y="48910"/>
                  </a:cubicBezTo>
                  <a:lnTo>
                    <a:pt x="0" y="47450"/>
                  </a:lnTo>
                  <a:lnTo>
                    <a:pt x="0" y="23135"/>
                  </a:lnTo>
                  <a:lnTo>
                    <a:pt x="14779" y="33408"/>
                  </a:lnTo>
                  <a:cubicBezTo>
                    <a:pt x="36293" y="48475"/>
                    <a:pt x="55107" y="61889"/>
                    <a:pt x="57887" y="64335"/>
                  </a:cubicBezTo>
                  <a:cubicBezTo>
                    <a:pt x="59193" y="65197"/>
                    <a:pt x="60194" y="65781"/>
                    <a:pt x="60973" y="65781"/>
                  </a:cubicBezTo>
                  <a:cubicBezTo>
                    <a:pt x="61445" y="65781"/>
                    <a:pt x="61807" y="65558"/>
                    <a:pt x="62057" y="65030"/>
                  </a:cubicBezTo>
                  <a:cubicBezTo>
                    <a:pt x="62752" y="63640"/>
                    <a:pt x="64865" y="63640"/>
                    <a:pt x="67645" y="63640"/>
                  </a:cubicBezTo>
                  <a:cubicBezTo>
                    <a:pt x="68451" y="63724"/>
                    <a:pt x="69146" y="63779"/>
                    <a:pt x="69674" y="63779"/>
                  </a:cubicBezTo>
                  <a:cubicBezTo>
                    <a:pt x="73316" y="63779"/>
                    <a:pt x="70425" y="61305"/>
                    <a:pt x="56497" y="50380"/>
                  </a:cubicBezTo>
                  <a:lnTo>
                    <a:pt x="0" y="12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301;p3">
              <a:extLst>
                <a:ext uri="{FF2B5EF4-FFF2-40B4-BE49-F238E27FC236}">
                  <a16:creationId xmlns:a16="http://schemas.microsoft.com/office/drawing/2014/main" id="{671D81CA-888A-2255-CA95-759143D5FF67}"/>
                </a:ext>
              </a:extLst>
            </p:cNvPr>
            <p:cNvSpPr/>
            <p:nvPr/>
          </p:nvSpPr>
          <p:spPr>
            <a:xfrm>
              <a:off x="173860" y="233209"/>
              <a:ext cx="8675" cy="42011"/>
            </a:xfrm>
            <a:custGeom>
              <a:avLst/>
              <a:gdLst/>
              <a:ahLst/>
              <a:cxnLst/>
              <a:rect l="l" t="t" r="r" b="b"/>
              <a:pathLst>
                <a:path w="8675" h="42011" extrusionOk="0">
                  <a:moveTo>
                    <a:pt x="0" y="0"/>
                  </a:moveTo>
                  <a:lnTo>
                    <a:pt x="6292" y="27553"/>
                  </a:lnTo>
                  <a:cubicBezTo>
                    <a:pt x="7935" y="35818"/>
                    <a:pt x="8675" y="41309"/>
                    <a:pt x="7980" y="42011"/>
                  </a:cubicBezTo>
                  <a:lnTo>
                    <a:pt x="0" y="14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302;p3">
              <a:extLst>
                <a:ext uri="{FF2B5EF4-FFF2-40B4-BE49-F238E27FC236}">
                  <a16:creationId xmlns:a16="http://schemas.microsoft.com/office/drawing/2014/main" id="{B1046125-CA60-CDB4-6453-47D9A8FA2943}"/>
                </a:ext>
              </a:extLst>
            </p:cNvPr>
            <p:cNvSpPr/>
            <p:nvPr/>
          </p:nvSpPr>
          <p:spPr>
            <a:xfrm>
              <a:off x="173860" y="159640"/>
              <a:ext cx="65541" cy="252049"/>
            </a:xfrm>
            <a:custGeom>
              <a:avLst/>
              <a:gdLst/>
              <a:ahLst/>
              <a:cxnLst/>
              <a:rect l="l" t="t" r="r" b="b"/>
              <a:pathLst>
                <a:path w="65541" h="252049" extrusionOk="0">
                  <a:moveTo>
                    <a:pt x="0" y="0"/>
                  </a:moveTo>
                  <a:lnTo>
                    <a:pt x="6540" y="15694"/>
                  </a:lnTo>
                  <a:cubicBezTo>
                    <a:pt x="13989" y="37179"/>
                    <a:pt x="19482" y="65915"/>
                    <a:pt x="28886" y="126005"/>
                  </a:cubicBezTo>
                  <a:cubicBezTo>
                    <a:pt x="36559" y="176879"/>
                    <a:pt x="44899" y="208237"/>
                    <a:pt x="51181" y="211712"/>
                  </a:cubicBezTo>
                  <a:lnTo>
                    <a:pt x="65541" y="234683"/>
                  </a:lnTo>
                  <a:lnTo>
                    <a:pt x="65541" y="252049"/>
                  </a:lnTo>
                  <a:lnTo>
                    <a:pt x="55351" y="236788"/>
                  </a:lnTo>
                  <a:cubicBezTo>
                    <a:pt x="53266" y="235398"/>
                    <a:pt x="51876" y="233313"/>
                    <a:pt x="50486" y="230533"/>
                  </a:cubicBezTo>
                  <a:cubicBezTo>
                    <a:pt x="49096" y="227058"/>
                    <a:pt x="47011" y="224945"/>
                    <a:pt x="44899" y="224945"/>
                  </a:cubicBezTo>
                  <a:cubicBezTo>
                    <a:pt x="42119" y="224945"/>
                    <a:pt x="39339" y="222860"/>
                    <a:pt x="37949" y="220775"/>
                  </a:cubicBezTo>
                  <a:cubicBezTo>
                    <a:pt x="26801" y="203345"/>
                    <a:pt x="17738" y="185247"/>
                    <a:pt x="10760" y="166426"/>
                  </a:cubicBezTo>
                  <a:lnTo>
                    <a:pt x="0" y="145502"/>
                  </a:lnTo>
                  <a:lnTo>
                    <a:pt x="0" y="128847"/>
                  </a:lnTo>
                  <a:lnTo>
                    <a:pt x="2948" y="134638"/>
                  </a:lnTo>
                  <a:cubicBezTo>
                    <a:pt x="4808" y="137697"/>
                    <a:pt x="6590" y="139961"/>
                    <a:pt x="7980" y="140656"/>
                  </a:cubicBezTo>
                  <a:cubicBezTo>
                    <a:pt x="10760" y="142046"/>
                    <a:pt x="14263" y="149023"/>
                    <a:pt x="19128" y="162951"/>
                  </a:cubicBezTo>
                  <a:cubicBezTo>
                    <a:pt x="24716" y="179659"/>
                    <a:pt x="31666" y="195700"/>
                    <a:pt x="40034" y="211017"/>
                  </a:cubicBezTo>
                  <a:cubicBezTo>
                    <a:pt x="42119" y="213797"/>
                    <a:pt x="43509" y="215910"/>
                    <a:pt x="43509" y="215910"/>
                  </a:cubicBezTo>
                  <a:cubicBezTo>
                    <a:pt x="43509" y="215215"/>
                    <a:pt x="40034" y="205458"/>
                    <a:pt x="35864" y="192920"/>
                  </a:cubicBezTo>
                  <a:cubicBezTo>
                    <a:pt x="28191" y="167816"/>
                    <a:pt x="23298" y="142741"/>
                    <a:pt x="19823" y="116970"/>
                  </a:cubicBezTo>
                  <a:cubicBezTo>
                    <a:pt x="15653" y="87002"/>
                    <a:pt x="9370" y="52168"/>
                    <a:pt x="6590" y="40325"/>
                  </a:cubicBezTo>
                  <a:lnTo>
                    <a:pt x="0" y="22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303;p3">
              <a:extLst>
                <a:ext uri="{FF2B5EF4-FFF2-40B4-BE49-F238E27FC236}">
                  <a16:creationId xmlns:a16="http://schemas.microsoft.com/office/drawing/2014/main" id="{A52EDD64-287A-52DD-6758-6CF6A4484A5A}"/>
                </a:ext>
              </a:extLst>
            </p:cNvPr>
            <p:cNvSpPr/>
            <p:nvPr/>
          </p:nvSpPr>
          <p:spPr>
            <a:xfrm>
              <a:off x="173860" y="119648"/>
              <a:ext cx="65541" cy="121489"/>
            </a:xfrm>
            <a:custGeom>
              <a:avLst/>
              <a:gdLst/>
              <a:ahLst/>
              <a:cxnLst/>
              <a:rect l="l" t="t" r="r" b="b"/>
              <a:pathLst>
                <a:path w="65541" h="121489" extrusionOk="0">
                  <a:moveTo>
                    <a:pt x="0" y="0"/>
                  </a:moveTo>
                  <a:lnTo>
                    <a:pt x="966" y="778"/>
                  </a:lnTo>
                  <a:cubicBezTo>
                    <a:pt x="14326" y="11695"/>
                    <a:pt x="33746" y="27944"/>
                    <a:pt x="53016" y="44340"/>
                  </a:cubicBezTo>
                  <a:lnTo>
                    <a:pt x="65541" y="55131"/>
                  </a:lnTo>
                  <a:lnTo>
                    <a:pt x="65541" y="80135"/>
                  </a:lnTo>
                  <a:lnTo>
                    <a:pt x="65109" y="79622"/>
                  </a:lnTo>
                  <a:lnTo>
                    <a:pt x="59549" y="76119"/>
                  </a:lnTo>
                  <a:lnTo>
                    <a:pt x="62329" y="81707"/>
                  </a:lnTo>
                  <a:lnTo>
                    <a:pt x="65541" y="92056"/>
                  </a:lnTo>
                  <a:lnTo>
                    <a:pt x="65541" y="115742"/>
                  </a:lnTo>
                  <a:lnTo>
                    <a:pt x="61673" y="102020"/>
                  </a:lnTo>
                  <a:cubicBezTo>
                    <a:pt x="53708" y="74997"/>
                    <a:pt x="49347" y="67161"/>
                    <a:pt x="42814" y="61497"/>
                  </a:cubicBezTo>
                  <a:lnTo>
                    <a:pt x="37254" y="57327"/>
                  </a:lnTo>
                  <a:lnTo>
                    <a:pt x="42814" y="72644"/>
                  </a:lnTo>
                  <a:cubicBezTo>
                    <a:pt x="45621" y="77537"/>
                    <a:pt x="47011" y="83097"/>
                    <a:pt x="47011" y="88685"/>
                  </a:cubicBezTo>
                  <a:cubicBezTo>
                    <a:pt x="42814" y="83097"/>
                    <a:pt x="40034" y="76814"/>
                    <a:pt x="37949" y="70560"/>
                  </a:cubicBezTo>
                  <a:cubicBezTo>
                    <a:pt x="35169" y="62192"/>
                    <a:pt x="30971" y="54519"/>
                    <a:pt x="25411" y="47569"/>
                  </a:cubicBezTo>
                  <a:cubicBezTo>
                    <a:pt x="24410" y="46735"/>
                    <a:pt x="23632" y="46206"/>
                    <a:pt x="23159" y="46206"/>
                  </a:cubicBezTo>
                  <a:cubicBezTo>
                    <a:pt x="21713" y="46206"/>
                    <a:pt x="23242" y="51350"/>
                    <a:pt x="29581" y="67780"/>
                  </a:cubicBezTo>
                  <a:cubicBezTo>
                    <a:pt x="42424" y="100194"/>
                    <a:pt x="48707" y="121489"/>
                    <a:pt x="46539" y="121489"/>
                  </a:cubicBezTo>
                  <a:cubicBezTo>
                    <a:pt x="46455" y="121489"/>
                    <a:pt x="46400" y="121461"/>
                    <a:pt x="46316" y="121406"/>
                  </a:cubicBezTo>
                  <a:cubicBezTo>
                    <a:pt x="42119" y="114456"/>
                    <a:pt x="39339" y="107478"/>
                    <a:pt x="37254" y="100528"/>
                  </a:cubicBezTo>
                  <a:cubicBezTo>
                    <a:pt x="26801" y="66389"/>
                    <a:pt x="13568" y="37116"/>
                    <a:pt x="7980" y="32223"/>
                  </a:cubicBezTo>
                  <a:lnTo>
                    <a:pt x="2420" y="28053"/>
                  </a:lnTo>
                  <a:lnTo>
                    <a:pt x="7285" y="41286"/>
                  </a:lnTo>
                  <a:cubicBezTo>
                    <a:pt x="16348" y="64277"/>
                    <a:pt x="24021" y="87962"/>
                    <a:pt x="30276" y="111676"/>
                  </a:cubicBezTo>
                  <a:cubicBezTo>
                    <a:pt x="30470" y="114150"/>
                    <a:pt x="30304" y="115317"/>
                    <a:pt x="29831" y="115317"/>
                  </a:cubicBezTo>
                  <a:cubicBezTo>
                    <a:pt x="28580" y="115317"/>
                    <a:pt x="25272" y="107033"/>
                    <a:pt x="21213" y="92855"/>
                  </a:cubicBezTo>
                  <a:cubicBezTo>
                    <a:pt x="17543" y="79136"/>
                    <a:pt x="10976" y="60607"/>
                    <a:pt x="4908" y="45508"/>
                  </a:cubicBezTo>
                  <a:lnTo>
                    <a:pt x="0" y="34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304;p3">
              <a:extLst>
                <a:ext uri="{FF2B5EF4-FFF2-40B4-BE49-F238E27FC236}">
                  <a16:creationId xmlns:a16="http://schemas.microsoft.com/office/drawing/2014/main" id="{09DCBC56-FD80-E8DB-11B9-B87D0A0DCF9B}"/>
                </a:ext>
              </a:extLst>
            </p:cNvPr>
            <p:cNvSpPr/>
            <p:nvPr/>
          </p:nvSpPr>
          <p:spPr>
            <a:xfrm>
              <a:off x="173860" y="81565"/>
              <a:ext cx="65541" cy="83076"/>
            </a:xfrm>
            <a:custGeom>
              <a:avLst/>
              <a:gdLst/>
              <a:ahLst/>
              <a:cxnLst/>
              <a:rect l="l" t="t" r="r" b="b"/>
              <a:pathLst>
                <a:path w="65541" h="83076" extrusionOk="0">
                  <a:moveTo>
                    <a:pt x="0" y="0"/>
                  </a:moveTo>
                  <a:lnTo>
                    <a:pt x="65541" y="9363"/>
                  </a:lnTo>
                  <a:lnTo>
                    <a:pt x="65541" y="16906"/>
                  </a:lnTo>
                  <a:lnTo>
                    <a:pt x="54736" y="16351"/>
                  </a:lnTo>
                  <a:cubicBezTo>
                    <a:pt x="44946" y="15985"/>
                    <a:pt x="35891" y="15791"/>
                    <a:pt x="28274" y="15791"/>
                  </a:cubicBezTo>
                  <a:cubicBezTo>
                    <a:pt x="13818" y="15791"/>
                    <a:pt x="4533" y="16485"/>
                    <a:pt x="5200" y="18070"/>
                  </a:cubicBezTo>
                  <a:cubicBezTo>
                    <a:pt x="13568" y="20155"/>
                    <a:pt x="22603" y="22240"/>
                    <a:pt x="31666" y="22935"/>
                  </a:cubicBezTo>
                  <a:lnTo>
                    <a:pt x="65541" y="29904"/>
                  </a:lnTo>
                  <a:lnTo>
                    <a:pt x="65541" y="33139"/>
                  </a:lnTo>
                  <a:lnTo>
                    <a:pt x="46890" y="29454"/>
                  </a:lnTo>
                  <a:cubicBezTo>
                    <a:pt x="32562" y="27021"/>
                    <a:pt x="21185" y="25520"/>
                    <a:pt x="16404" y="25520"/>
                  </a:cubicBezTo>
                  <a:cubicBezTo>
                    <a:pt x="14319" y="25520"/>
                    <a:pt x="13512" y="25798"/>
                    <a:pt x="14263" y="26410"/>
                  </a:cubicBezTo>
                  <a:cubicBezTo>
                    <a:pt x="27496" y="30608"/>
                    <a:pt x="40729" y="34083"/>
                    <a:pt x="54656" y="36863"/>
                  </a:cubicBezTo>
                  <a:lnTo>
                    <a:pt x="65541" y="39174"/>
                  </a:lnTo>
                  <a:lnTo>
                    <a:pt x="65541" y="42954"/>
                  </a:lnTo>
                  <a:lnTo>
                    <a:pt x="42299" y="37485"/>
                  </a:lnTo>
                  <a:cubicBezTo>
                    <a:pt x="34981" y="35827"/>
                    <a:pt x="29928" y="34778"/>
                    <a:pt x="28886" y="34778"/>
                  </a:cubicBezTo>
                  <a:cubicBezTo>
                    <a:pt x="24716" y="34778"/>
                    <a:pt x="24716" y="34778"/>
                    <a:pt x="27496" y="37558"/>
                  </a:cubicBezTo>
                  <a:cubicBezTo>
                    <a:pt x="37949" y="41755"/>
                    <a:pt x="48401" y="44536"/>
                    <a:pt x="59549" y="46621"/>
                  </a:cubicBezTo>
                  <a:lnTo>
                    <a:pt x="65541" y="47874"/>
                  </a:lnTo>
                  <a:lnTo>
                    <a:pt x="65541" y="51970"/>
                  </a:lnTo>
                  <a:lnTo>
                    <a:pt x="40729" y="48011"/>
                  </a:lnTo>
                  <a:cubicBezTo>
                    <a:pt x="39686" y="49595"/>
                    <a:pt x="44132" y="51946"/>
                    <a:pt x="56706" y="55368"/>
                  </a:cubicBezTo>
                  <a:lnTo>
                    <a:pt x="65541" y="57545"/>
                  </a:lnTo>
                  <a:lnTo>
                    <a:pt x="65541" y="61851"/>
                  </a:lnTo>
                  <a:lnTo>
                    <a:pt x="51181" y="58463"/>
                  </a:lnTo>
                  <a:lnTo>
                    <a:pt x="56769" y="64051"/>
                  </a:lnTo>
                  <a:lnTo>
                    <a:pt x="65541" y="67921"/>
                  </a:lnTo>
                  <a:lnTo>
                    <a:pt x="65541" y="83076"/>
                  </a:lnTo>
                  <a:lnTo>
                    <a:pt x="65465" y="83003"/>
                  </a:lnTo>
                  <a:cubicBezTo>
                    <a:pt x="45737" y="64394"/>
                    <a:pt x="34630" y="54728"/>
                    <a:pt x="30971" y="52903"/>
                  </a:cubicBezTo>
                  <a:cubicBezTo>
                    <a:pt x="27496" y="50818"/>
                    <a:pt x="25411" y="49428"/>
                    <a:pt x="25411" y="48011"/>
                  </a:cubicBezTo>
                  <a:cubicBezTo>
                    <a:pt x="21213" y="43145"/>
                    <a:pt x="16348" y="38280"/>
                    <a:pt x="10760" y="34083"/>
                  </a:cubicBezTo>
                  <a:lnTo>
                    <a:pt x="0" y="25888"/>
                  </a:lnTo>
                  <a:lnTo>
                    <a:pt x="0" y="9221"/>
                  </a:lnTo>
                  <a:lnTo>
                    <a:pt x="1948" y="10064"/>
                  </a:lnTo>
                  <a:cubicBezTo>
                    <a:pt x="3254" y="10064"/>
                    <a:pt x="4589" y="9952"/>
                    <a:pt x="5895" y="9702"/>
                  </a:cubicBezTo>
                  <a:lnTo>
                    <a:pt x="5895" y="9007"/>
                  </a:lnTo>
                  <a:cubicBezTo>
                    <a:pt x="15653" y="7617"/>
                    <a:pt x="17738" y="6922"/>
                    <a:pt x="12873" y="6227"/>
                  </a:cubicBezTo>
                  <a:cubicBezTo>
                    <a:pt x="12512" y="6227"/>
                    <a:pt x="10420" y="5699"/>
                    <a:pt x="7459" y="4997"/>
                  </a:cubicBezTo>
                  <a:lnTo>
                    <a:pt x="0" y="3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305;p3">
              <a:extLst>
                <a:ext uri="{FF2B5EF4-FFF2-40B4-BE49-F238E27FC236}">
                  <a16:creationId xmlns:a16="http://schemas.microsoft.com/office/drawing/2014/main" id="{23875B21-C927-E720-8052-F19E7F194C01}"/>
                </a:ext>
              </a:extLst>
            </p:cNvPr>
            <p:cNvSpPr/>
            <p:nvPr/>
          </p:nvSpPr>
          <p:spPr>
            <a:xfrm>
              <a:off x="173860" y="54849"/>
              <a:ext cx="65541" cy="10088"/>
            </a:xfrm>
            <a:custGeom>
              <a:avLst/>
              <a:gdLst/>
              <a:ahLst/>
              <a:cxnLst/>
              <a:rect l="l" t="t" r="r" b="b"/>
              <a:pathLst>
                <a:path w="65541" h="10088" extrusionOk="0">
                  <a:moveTo>
                    <a:pt x="22019" y="0"/>
                  </a:moveTo>
                  <a:lnTo>
                    <a:pt x="65541" y="4019"/>
                  </a:lnTo>
                  <a:lnTo>
                    <a:pt x="65541" y="10088"/>
                  </a:lnTo>
                  <a:lnTo>
                    <a:pt x="20991" y="6422"/>
                  </a:lnTo>
                  <a:lnTo>
                    <a:pt x="0" y="7437"/>
                  </a:lnTo>
                  <a:lnTo>
                    <a:pt x="0" y="1057"/>
                  </a:lnTo>
                  <a:lnTo>
                    <a:pt x="2201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306;p3">
              <a:extLst>
                <a:ext uri="{FF2B5EF4-FFF2-40B4-BE49-F238E27FC236}">
                  <a16:creationId xmlns:a16="http://schemas.microsoft.com/office/drawing/2014/main" id="{F994F67F-0267-37C2-B4AD-3195EA83FA8A}"/>
                </a:ext>
              </a:extLst>
            </p:cNvPr>
            <p:cNvSpPr/>
            <p:nvPr/>
          </p:nvSpPr>
          <p:spPr>
            <a:xfrm>
              <a:off x="239400" y="211704"/>
              <a:ext cx="92601" cy="284080"/>
            </a:xfrm>
            <a:custGeom>
              <a:avLst/>
              <a:gdLst/>
              <a:ahLst/>
              <a:cxnLst/>
              <a:rect l="l" t="t" r="r" b="b"/>
              <a:pathLst>
                <a:path w="92601" h="284080" extrusionOk="0">
                  <a:moveTo>
                    <a:pt x="0" y="0"/>
                  </a:moveTo>
                  <a:lnTo>
                    <a:pt x="356" y="1146"/>
                  </a:lnTo>
                  <a:cubicBezTo>
                    <a:pt x="4927" y="16559"/>
                    <a:pt x="12642" y="44508"/>
                    <a:pt x="24672" y="92067"/>
                  </a:cubicBezTo>
                  <a:cubicBezTo>
                    <a:pt x="35820" y="140856"/>
                    <a:pt x="51138" y="187532"/>
                    <a:pt x="69958" y="233513"/>
                  </a:cubicBezTo>
                  <a:cubicBezTo>
                    <a:pt x="77826" y="251250"/>
                    <a:pt x="90030" y="272072"/>
                    <a:pt x="92004" y="272072"/>
                  </a:cubicBezTo>
                  <a:cubicBezTo>
                    <a:pt x="92115" y="272072"/>
                    <a:pt x="92198" y="271988"/>
                    <a:pt x="92254" y="271821"/>
                  </a:cubicBezTo>
                  <a:cubicBezTo>
                    <a:pt x="90141" y="266262"/>
                    <a:pt x="88056" y="260674"/>
                    <a:pt x="85276" y="255114"/>
                  </a:cubicBezTo>
                  <a:cubicBezTo>
                    <a:pt x="75518" y="234903"/>
                    <a:pt x="30232" y="80919"/>
                    <a:pt x="31622" y="77444"/>
                  </a:cubicBezTo>
                  <a:cubicBezTo>
                    <a:pt x="32011" y="76665"/>
                    <a:pt x="32400" y="76248"/>
                    <a:pt x="32790" y="76248"/>
                  </a:cubicBezTo>
                  <a:cubicBezTo>
                    <a:pt x="34652" y="76248"/>
                    <a:pt x="37210" y="84617"/>
                    <a:pt x="43465" y="107385"/>
                  </a:cubicBezTo>
                  <a:cubicBezTo>
                    <a:pt x="60200" y="168711"/>
                    <a:pt x="81801" y="235598"/>
                    <a:pt x="92254" y="256504"/>
                  </a:cubicBezTo>
                  <a:lnTo>
                    <a:pt x="92601" y="257130"/>
                  </a:lnTo>
                  <a:lnTo>
                    <a:pt x="92601" y="284080"/>
                  </a:lnTo>
                  <a:lnTo>
                    <a:pt x="90141" y="281579"/>
                  </a:lnTo>
                  <a:cubicBezTo>
                    <a:pt x="80244" y="270571"/>
                    <a:pt x="76853" y="266957"/>
                    <a:pt x="74490" y="266957"/>
                  </a:cubicBezTo>
                  <a:cubicBezTo>
                    <a:pt x="73878" y="266957"/>
                    <a:pt x="73322" y="267207"/>
                    <a:pt x="72738" y="267652"/>
                  </a:cubicBezTo>
                  <a:cubicBezTo>
                    <a:pt x="71932" y="268180"/>
                    <a:pt x="71070" y="268458"/>
                    <a:pt x="70069" y="268458"/>
                  </a:cubicBezTo>
                  <a:cubicBezTo>
                    <a:pt x="65927" y="268458"/>
                    <a:pt x="59895" y="263454"/>
                    <a:pt x="49748" y="251611"/>
                  </a:cubicBezTo>
                  <a:cubicBezTo>
                    <a:pt x="42075" y="242659"/>
                    <a:pt x="38489" y="238990"/>
                    <a:pt x="36348" y="238990"/>
                  </a:cubicBezTo>
                  <a:cubicBezTo>
                    <a:pt x="36153" y="238990"/>
                    <a:pt x="35987" y="239018"/>
                    <a:pt x="35820" y="239073"/>
                  </a:cubicBezTo>
                  <a:cubicBezTo>
                    <a:pt x="34763" y="239434"/>
                    <a:pt x="33902" y="239601"/>
                    <a:pt x="33012" y="239601"/>
                  </a:cubicBezTo>
                  <a:cubicBezTo>
                    <a:pt x="32150" y="239601"/>
                    <a:pt x="31288" y="239434"/>
                    <a:pt x="30232" y="239073"/>
                  </a:cubicBezTo>
                  <a:cubicBezTo>
                    <a:pt x="19084" y="229315"/>
                    <a:pt x="9326" y="217473"/>
                    <a:pt x="2376" y="203545"/>
                  </a:cubicBezTo>
                  <a:lnTo>
                    <a:pt x="0" y="199985"/>
                  </a:lnTo>
                  <a:lnTo>
                    <a:pt x="0" y="182619"/>
                  </a:lnTo>
                  <a:lnTo>
                    <a:pt x="3071" y="187532"/>
                  </a:lnTo>
                  <a:cubicBezTo>
                    <a:pt x="15609" y="211218"/>
                    <a:pt x="26757" y="227230"/>
                    <a:pt x="30927" y="229315"/>
                  </a:cubicBezTo>
                  <a:cubicBezTo>
                    <a:pt x="31622" y="229315"/>
                    <a:pt x="33012" y="228620"/>
                    <a:pt x="33707" y="227230"/>
                  </a:cubicBezTo>
                  <a:cubicBezTo>
                    <a:pt x="34597" y="225701"/>
                    <a:pt x="35597" y="224923"/>
                    <a:pt x="36821" y="224923"/>
                  </a:cubicBezTo>
                  <a:cubicBezTo>
                    <a:pt x="39462" y="224923"/>
                    <a:pt x="43076" y="228648"/>
                    <a:pt x="48358" y="236293"/>
                  </a:cubicBezTo>
                  <a:cubicBezTo>
                    <a:pt x="53862" y="245273"/>
                    <a:pt x="60756" y="254224"/>
                    <a:pt x="68318" y="261841"/>
                  </a:cubicBezTo>
                  <a:lnTo>
                    <a:pt x="72043" y="259979"/>
                  </a:lnTo>
                  <a:cubicBezTo>
                    <a:pt x="75518" y="258589"/>
                    <a:pt x="74823" y="256504"/>
                    <a:pt x="70653" y="248136"/>
                  </a:cubicBezTo>
                  <a:cubicBezTo>
                    <a:pt x="57393" y="219585"/>
                    <a:pt x="45550" y="191007"/>
                    <a:pt x="36515" y="161734"/>
                  </a:cubicBezTo>
                  <a:cubicBezTo>
                    <a:pt x="33012" y="151281"/>
                    <a:pt x="23254" y="115752"/>
                    <a:pt x="15609" y="83004"/>
                  </a:cubicBezTo>
                  <a:cubicBezTo>
                    <a:pt x="9862" y="60535"/>
                    <a:pt x="5245" y="42769"/>
                    <a:pt x="1390" y="28617"/>
                  </a:cubicBezTo>
                  <a:lnTo>
                    <a:pt x="0" y="23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307;p3">
              <a:extLst>
                <a:ext uri="{FF2B5EF4-FFF2-40B4-BE49-F238E27FC236}">
                  <a16:creationId xmlns:a16="http://schemas.microsoft.com/office/drawing/2014/main" id="{0A861DAF-EB8B-B48E-7EDB-52CA43A88674}"/>
                </a:ext>
              </a:extLst>
            </p:cNvPr>
            <p:cNvSpPr/>
            <p:nvPr/>
          </p:nvSpPr>
          <p:spPr>
            <a:xfrm>
              <a:off x="239400" y="174779"/>
              <a:ext cx="92601" cy="172971"/>
            </a:xfrm>
            <a:custGeom>
              <a:avLst/>
              <a:gdLst/>
              <a:ahLst/>
              <a:cxnLst/>
              <a:rect l="l" t="t" r="r" b="b"/>
              <a:pathLst>
                <a:path w="92601" h="172971" extrusionOk="0">
                  <a:moveTo>
                    <a:pt x="0" y="0"/>
                  </a:moveTo>
                  <a:lnTo>
                    <a:pt x="23980" y="20660"/>
                  </a:lnTo>
                  <a:cubicBezTo>
                    <a:pt x="34856" y="30185"/>
                    <a:pt x="43826" y="38238"/>
                    <a:pt x="49053" y="43284"/>
                  </a:cubicBezTo>
                  <a:cubicBezTo>
                    <a:pt x="57129" y="50752"/>
                    <a:pt x="69573" y="62721"/>
                    <a:pt x="84665" y="77463"/>
                  </a:cubicBezTo>
                  <a:lnTo>
                    <a:pt x="92601" y="85296"/>
                  </a:lnTo>
                  <a:lnTo>
                    <a:pt x="92601" y="114487"/>
                  </a:lnTo>
                  <a:lnTo>
                    <a:pt x="89446" y="107390"/>
                  </a:lnTo>
                  <a:cubicBezTo>
                    <a:pt x="88056" y="105306"/>
                    <a:pt x="85971" y="103915"/>
                    <a:pt x="83886" y="102526"/>
                  </a:cubicBezTo>
                  <a:cubicBezTo>
                    <a:pt x="83191" y="102526"/>
                    <a:pt x="86666" y="117148"/>
                    <a:pt x="91559" y="135274"/>
                  </a:cubicBezTo>
                  <a:lnTo>
                    <a:pt x="92601" y="140964"/>
                  </a:lnTo>
                  <a:lnTo>
                    <a:pt x="92601" y="155371"/>
                  </a:lnTo>
                  <a:lnTo>
                    <a:pt x="91931" y="153171"/>
                  </a:lnTo>
                  <a:cubicBezTo>
                    <a:pt x="89092" y="143030"/>
                    <a:pt x="85526" y="128908"/>
                    <a:pt x="81801" y="112978"/>
                  </a:cubicBezTo>
                  <a:cubicBezTo>
                    <a:pt x="80411" y="106001"/>
                    <a:pt x="78298" y="99023"/>
                    <a:pt x="74128" y="92768"/>
                  </a:cubicBezTo>
                  <a:cubicBezTo>
                    <a:pt x="72405" y="91044"/>
                    <a:pt x="70681" y="89793"/>
                    <a:pt x="70125" y="89793"/>
                  </a:cubicBezTo>
                  <a:cubicBezTo>
                    <a:pt x="70014" y="89793"/>
                    <a:pt x="69958" y="89849"/>
                    <a:pt x="69958" y="89988"/>
                  </a:cubicBezTo>
                  <a:cubicBezTo>
                    <a:pt x="72738" y="108086"/>
                    <a:pt x="76908" y="126211"/>
                    <a:pt x="82496" y="143614"/>
                  </a:cubicBezTo>
                  <a:cubicBezTo>
                    <a:pt x="84581" y="149202"/>
                    <a:pt x="85971" y="156180"/>
                    <a:pt x="85971" y="162435"/>
                  </a:cubicBezTo>
                  <a:cubicBezTo>
                    <a:pt x="85943" y="162435"/>
                    <a:pt x="85915" y="162463"/>
                    <a:pt x="85915" y="162463"/>
                  </a:cubicBezTo>
                  <a:cubicBezTo>
                    <a:pt x="83664" y="162463"/>
                    <a:pt x="73378" y="130103"/>
                    <a:pt x="67845" y="103220"/>
                  </a:cubicBezTo>
                  <a:cubicBezTo>
                    <a:pt x="63675" y="83010"/>
                    <a:pt x="62980" y="81620"/>
                    <a:pt x="55308" y="73947"/>
                  </a:cubicBezTo>
                  <a:lnTo>
                    <a:pt x="46968" y="66997"/>
                  </a:lnTo>
                  <a:lnTo>
                    <a:pt x="48358" y="71862"/>
                  </a:lnTo>
                  <a:cubicBezTo>
                    <a:pt x="50443" y="80230"/>
                    <a:pt x="60895" y="120623"/>
                    <a:pt x="63675" y="129686"/>
                  </a:cubicBezTo>
                  <a:cubicBezTo>
                    <a:pt x="65065" y="133884"/>
                    <a:pt x="65065" y="137359"/>
                    <a:pt x="63675" y="137359"/>
                  </a:cubicBezTo>
                  <a:cubicBezTo>
                    <a:pt x="58115" y="125516"/>
                    <a:pt x="53918" y="112978"/>
                    <a:pt x="51833" y="100440"/>
                  </a:cubicBezTo>
                  <a:cubicBezTo>
                    <a:pt x="48358" y="87180"/>
                    <a:pt x="44160" y="73252"/>
                    <a:pt x="39295" y="60715"/>
                  </a:cubicBezTo>
                  <a:cubicBezTo>
                    <a:pt x="37321" y="57879"/>
                    <a:pt x="35959" y="56461"/>
                    <a:pt x="35236" y="56461"/>
                  </a:cubicBezTo>
                  <a:cubicBezTo>
                    <a:pt x="33651" y="56461"/>
                    <a:pt x="34986" y="63133"/>
                    <a:pt x="39295" y="76032"/>
                  </a:cubicBezTo>
                  <a:cubicBezTo>
                    <a:pt x="49053" y="105306"/>
                    <a:pt x="63675" y="172193"/>
                    <a:pt x="62980" y="172888"/>
                  </a:cubicBezTo>
                  <a:cubicBezTo>
                    <a:pt x="62869" y="172943"/>
                    <a:pt x="62758" y="172971"/>
                    <a:pt x="62675" y="172971"/>
                  </a:cubicBezTo>
                  <a:cubicBezTo>
                    <a:pt x="61285" y="172971"/>
                    <a:pt x="59450" y="168996"/>
                    <a:pt x="58810" y="163825"/>
                  </a:cubicBezTo>
                  <a:cubicBezTo>
                    <a:pt x="44160" y="99718"/>
                    <a:pt x="28147" y="49567"/>
                    <a:pt x="21169" y="42589"/>
                  </a:cubicBezTo>
                  <a:lnTo>
                    <a:pt x="16304" y="38419"/>
                  </a:lnTo>
                  <a:lnTo>
                    <a:pt x="19084" y="49567"/>
                  </a:lnTo>
                  <a:cubicBezTo>
                    <a:pt x="20474" y="55850"/>
                    <a:pt x="23254" y="64884"/>
                    <a:pt x="24672" y="70472"/>
                  </a:cubicBezTo>
                  <a:cubicBezTo>
                    <a:pt x="27813" y="77395"/>
                    <a:pt x="28119" y="83205"/>
                    <a:pt x="25562" y="83205"/>
                  </a:cubicBezTo>
                  <a:cubicBezTo>
                    <a:pt x="25284" y="83205"/>
                    <a:pt x="24978" y="83149"/>
                    <a:pt x="24672" y="83010"/>
                  </a:cubicBezTo>
                  <a:cubicBezTo>
                    <a:pt x="21864" y="75337"/>
                    <a:pt x="19084" y="67692"/>
                    <a:pt x="16999" y="59325"/>
                  </a:cubicBezTo>
                  <a:cubicBezTo>
                    <a:pt x="13163" y="46787"/>
                    <a:pt x="10723" y="39642"/>
                    <a:pt x="8284" y="34850"/>
                  </a:cubicBezTo>
                  <a:lnTo>
                    <a:pt x="0" y="25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308;p3">
              <a:extLst>
                <a:ext uri="{FF2B5EF4-FFF2-40B4-BE49-F238E27FC236}">
                  <a16:creationId xmlns:a16="http://schemas.microsoft.com/office/drawing/2014/main" id="{A1FE5B0E-B188-14BE-002D-717CC636FA00}"/>
                </a:ext>
              </a:extLst>
            </p:cNvPr>
            <p:cNvSpPr/>
            <p:nvPr/>
          </p:nvSpPr>
          <p:spPr>
            <a:xfrm>
              <a:off x="239400" y="149486"/>
              <a:ext cx="92601" cy="105211"/>
            </a:xfrm>
            <a:custGeom>
              <a:avLst/>
              <a:gdLst/>
              <a:ahLst/>
              <a:cxnLst/>
              <a:rect l="l" t="t" r="r" b="b"/>
              <a:pathLst>
                <a:path w="92601" h="105211" extrusionOk="0">
                  <a:moveTo>
                    <a:pt x="0" y="0"/>
                  </a:moveTo>
                  <a:lnTo>
                    <a:pt x="2571" y="1134"/>
                  </a:lnTo>
                  <a:cubicBezTo>
                    <a:pt x="3183" y="1134"/>
                    <a:pt x="3822" y="1107"/>
                    <a:pt x="4461" y="996"/>
                  </a:cubicBezTo>
                  <a:cubicBezTo>
                    <a:pt x="21878" y="2399"/>
                    <a:pt x="38947" y="4665"/>
                    <a:pt x="55843" y="7800"/>
                  </a:cubicBezTo>
                  <a:lnTo>
                    <a:pt x="92601" y="16574"/>
                  </a:lnTo>
                  <a:lnTo>
                    <a:pt x="92601" y="21073"/>
                  </a:lnTo>
                  <a:lnTo>
                    <a:pt x="72313" y="15703"/>
                  </a:lnTo>
                  <a:cubicBezTo>
                    <a:pt x="47166" y="9827"/>
                    <a:pt x="19070" y="5276"/>
                    <a:pt x="8270" y="5276"/>
                  </a:cubicBezTo>
                  <a:cubicBezTo>
                    <a:pt x="5073" y="5276"/>
                    <a:pt x="3377" y="5694"/>
                    <a:pt x="3766" y="6583"/>
                  </a:cubicBezTo>
                  <a:cubicBezTo>
                    <a:pt x="6546" y="10058"/>
                    <a:pt x="10021" y="13533"/>
                    <a:pt x="13524" y="16341"/>
                  </a:cubicBezTo>
                  <a:cubicBezTo>
                    <a:pt x="19724" y="22040"/>
                    <a:pt x="22087" y="23875"/>
                    <a:pt x="24033" y="23875"/>
                  </a:cubicBezTo>
                  <a:cubicBezTo>
                    <a:pt x="24728" y="23875"/>
                    <a:pt x="25339" y="23652"/>
                    <a:pt x="26062" y="23291"/>
                  </a:cubicBezTo>
                  <a:cubicBezTo>
                    <a:pt x="26674" y="23041"/>
                    <a:pt x="27758" y="22902"/>
                    <a:pt x="29259" y="22902"/>
                  </a:cubicBezTo>
                  <a:cubicBezTo>
                    <a:pt x="38475" y="22902"/>
                    <a:pt x="63085" y="27628"/>
                    <a:pt x="89582" y="34046"/>
                  </a:cubicBezTo>
                  <a:lnTo>
                    <a:pt x="92601" y="34851"/>
                  </a:lnTo>
                  <a:lnTo>
                    <a:pt x="92601" y="41690"/>
                  </a:lnTo>
                  <a:lnTo>
                    <a:pt x="62980" y="35134"/>
                  </a:lnTo>
                  <a:cubicBezTo>
                    <a:pt x="70653" y="38637"/>
                    <a:pt x="77603" y="41417"/>
                    <a:pt x="85276" y="43502"/>
                  </a:cubicBezTo>
                  <a:lnTo>
                    <a:pt x="92601" y="46289"/>
                  </a:lnTo>
                  <a:lnTo>
                    <a:pt x="92601" y="52331"/>
                  </a:lnTo>
                  <a:lnTo>
                    <a:pt x="55308" y="38637"/>
                  </a:lnTo>
                  <a:cubicBezTo>
                    <a:pt x="49053" y="37247"/>
                    <a:pt x="42075" y="35134"/>
                    <a:pt x="36515" y="31659"/>
                  </a:cubicBezTo>
                  <a:cubicBezTo>
                    <a:pt x="36515" y="30269"/>
                    <a:pt x="34402" y="28879"/>
                    <a:pt x="31622" y="28184"/>
                  </a:cubicBezTo>
                  <a:cubicBezTo>
                    <a:pt x="30760" y="28073"/>
                    <a:pt x="30037" y="27989"/>
                    <a:pt x="29481" y="27989"/>
                  </a:cubicBezTo>
                  <a:cubicBezTo>
                    <a:pt x="26535" y="27989"/>
                    <a:pt x="28620" y="30158"/>
                    <a:pt x="38600" y="40722"/>
                  </a:cubicBezTo>
                  <a:cubicBezTo>
                    <a:pt x="47663" y="49784"/>
                    <a:pt x="49053" y="49784"/>
                    <a:pt x="65065" y="54649"/>
                  </a:cubicBezTo>
                  <a:cubicBezTo>
                    <a:pt x="68200" y="55699"/>
                    <a:pt x="73730" y="57617"/>
                    <a:pt x="80339" y="59937"/>
                  </a:cubicBezTo>
                  <a:lnTo>
                    <a:pt x="92601" y="64277"/>
                  </a:lnTo>
                  <a:lnTo>
                    <a:pt x="92601" y="68513"/>
                  </a:lnTo>
                  <a:lnTo>
                    <a:pt x="90836" y="67882"/>
                  </a:lnTo>
                  <a:cubicBezTo>
                    <a:pt x="71293" y="60877"/>
                    <a:pt x="61896" y="57596"/>
                    <a:pt x="59033" y="57596"/>
                  </a:cubicBezTo>
                  <a:cubicBezTo>
                    <a:pt x="56503" y="57596"/>
                    <a:pt x="59116" y="60182"/>
                    <a:pt x="64370" y="65102"/>
                  </a:cubicBezTo>
                  <a:cubicBezTo>
                    <a:pt x="70646" y="71378"/>
                    <a:pt x="72997" y="72947"/>
                    <a:pt x="88769" y="79215"/>
                  </a:cubicBezTo>
                  <a:lnTo>
                    <a:pt x="92601" y="80717"/>
                  </a:lnTo>
                  <a:lnTo>
                    <a:pt x="92601" y="85568"/>
                  </a:lnTo>
                  <a:lnTo>
                    <a:pt x="88056" y="83923"/>
                  </a:lnTo>
                  <a:cubicBezTo>
                    <a:pt x="86583" y="83562"/>
                    <a:pt x="85498" y="83339"/>
                    <a:pt x="84859" y="83339"/>
                  </a:cubicBezTo>
                  <a:cubicBezTo>
                    <a:pt x="83024" y="83339"/>
                    <a:pt x="84498" y="85063"/>
                    <a:pt x="90141" y="90178"/>
                  </a:cubicBezTo>
                  <a:lnTo>
                    <a:pt x="92601" y="92470"/>
                  </a:lnTo>
                  <a:lnTo>
                    <a:pt x="92601" y="105211"/>
                  </a:lnTo>
                  <a:lnTo>
                    <a:pt x="86148" y="98832"/>
                  </a:lnTo>
                  <a:cubicBezTo>
                    <a:pt x="67075" y="80036"/>
                    <a:pt x="50451" y="63751"/>
                    <a:pt x="36129" y="49838"/>
                  </a:cubicBezTo>
                  <a:lnTo>
                    <a:pt x="0" y="15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309;p3">
              <a:extLst>
                <a:ext uri="{FF2B5EF4-FFF2-40B4-BE49-F238E27FC236}">
                  <a16:creationId xmlns:a16="http://schemas.microsoft.com/office/drawing/2014/main" id="{1F477A9D-A231-C1C6-372F-8CCB6E4AB2A1}"/>
                </a:ext>
              </a:extLst>
            </p:cNvPr>
            <p:cNvSpPr/>
            <p:nvPr/>
          </p:nvSpPr>
          <p:spPr>
            <a:xfrm>
              <a:off x="239400" y="139110"/>
              <a:ext cx="36265" cy="10565"/>
            </a:xfrm>
            <a:custGeom>
              <a:avLst/>
              <a:gdLst/>
              <a:ahLst/>
              <a:cxnLst/>
              <a:rect l="l" t="t" r="r" b="b"/>
              <a:pathLst>
                <a:path w="36265" h="10565" extrusionOk="0">
                  <a:moveTo>
                    <a:pt x="0" y="0"/>
                  </a:moveTo>
                  <a:lnTo>
                    <a:pt x="6546" y="1613"/>
                  </a:lnTo>
                  <a:cubicBezTo>
                    <a:pt x="19779" y="4421"/>
                    <a:pt x="32317" y="7896"/>
                    <a:pt x="33707" y="8591"/>
                  </a:cubicBezTo>
                  <a:cubicBezTo>
                    <a:pt x="36153" y="9953"/>
                    <a:pt x="36265" y="10565"/>
                    <a:pt x="34235" y="10565"/>
                  </a:cubicBezTo>
                  <a:cubicBezTo>
                    <a:pt x="31010" y="10565"/>
                    <a:pt x="22504" y="9064"/>
                    <a:pt x="9326" y="6506"/>
                  </a:cubicBezTo>
                  <a:lnTo>
                    <a:pt x="0" y="4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310;p3">
              <a:extLst>
                <a:ext uri="{FF2B5EF4-FFF2-40B4-BE49-F238E27FC236}">
                  <a16:creationId xmlns:a16="http://schemas.microsoft.com/office/drawing/2014/main" id="{303341D6-9073-CD0F-17AA-18DF4C5F236F}"/>
                </a:ext>
              </a:extLst>
            </p:cNvPr>
            <p:cNvSpPr/>
            <p:nvPr/>
          </p:nvSpPr>
          <p:spPr>
            <a:xfrm>
              <a:off x="239400" y="129439"/>
              <a:ext cx="42249" cy="11284"/>
            </a:xfrm>
            <a:custGeom>
              <a:avLst/>
              <a:gdLst/>
              <a:ahLst/>
              <a:cxnLst/>
              <a:rect l="l" t="t" r="r" b="b"/>
              <a:pathLst>
                <a:path w="42249" h="11284" extrusionOk="0">
                  <a:moveTo>
                    <a:pt x="0" y="0"/>
                  </a:moveTo>
                  <a:lnTo>
                    <a:pt x="13705" y="2867"/>
                  </a:lnTo>
                  <a:cubicBezTo>
                    <a:pt x="31401" y="6853"/>
                    <a:pt x="42249" y="10242"/>
                    <a:pt x="38600" y="11284"/>
                  </a:cubicBezTo>
                  <a:cubicBezTo>
                    <a:pt x="27452" y="9894"/>
                    <a:pt x="16304" y="7809"/>
                    <a:pt x="5851" y="5029"/>
                  </a:cubicBezTo>
                  <a:lnTo>
                    <a:pt x="0" y="4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311;p3">
              <a:extLst>
                <a:ext uri="{FF2B5EF4-FFF2-40B4-BE49-F238E27FC236}">
                  <a16:creationId xmlns:a16="http://schemas.microsoft.com/office/drawing/2014/main" id="{D3805448-78F6-C7B0-089D-CF66DE31E60D}"/>
                </a:ext>
              </a:extLst>
            </p:cNvPr>
            <p:cNvSpPr/>
            <p:nvPr/>
          </p:nvSpPr>
          <p:spPr>
            <a:xfrm>
              <a:off x="239400" y="120739"/>
              <a:ext cx="41032" cy="10950"/>
            </a:xfrm>
            <a:custGeom>
              <a:avLst/>
              <a:gdLst/>
              <a:ahLst/>
              <a:cxnLst/>
              <a:rect l="l" t="t" r="r" b="b"/>
              <a:pathLst>
                <a:path w="41032" h="10950" extrusionOk="0">
                  <a:moveTo>
                    <a:pt x="0" y="0"/>
                  </a:moveTo>
                  <a:lnTo>
                    <a:pt x="15486" y="3288"/>
                  </a:lnTo>
                  <a:cubicBezTo>
                    <a:pt x="36195" y="7796"/>
                    <a:pt x="41032" y="9365"/>
                    <a:pt x="39990" y="10950"/>
                  </a:cubicBezTo>
                  <a:cubicBezTo>
                    <a:pt x="27452" y="10255"/>
                    <a:pt x="15609" y="8142"/>
                    <a:pt x="3766" y="4667"/>
                  </a:cubicBezTo>
                  <a:lnTo>
                    <a:pt x="0" y="3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312;p3">
              <a:extLst>
                <a:ext uri="{FF2B5EF4-FFF2-40B4-BE49-F238E27FC236}">
                  <a16:creationId xmlns:a16="http://schemas.microsoft.com/office/drawing/2014/main" id="{6BCA5636-CD8F-B448-B801-321AAEE767A0}"/>
                </a:ext>
              </a:extLst>
            </p:cNvPr>
            <p:cNvSpPr/>
            <p:nvPr/>
          </p:nvSpPr>
          <p:spPr>
            <a:xfrm>
              <a:off x="239400" y="111469"/>
              <a:ext cx="67289" cy="15605"/>
            </a:xfrm>
            <a:custGeom>
              <a:avLst/>
              <a:gdLst/>
              <a:ahLst/>
              <a:cxnLst/>
              <a:rect l="l" t="t" r="r" b="b"/>
              <a:pathLst>
                <a:path w="67289" h="15605" extrusionOk="0">
                  <a:moveTo>
                    <a:pt x="0" y="0"/>
                  </a:moveTo>
                  <a:lnTo>
                    <a:pt x="64370" y="13242"/>
                  </a:lnTo>
                  <a:cubicBezTo>
                    <a:pt x="67234" y="14799"/>
                    <a:pt x="67289" y="15605"/>
                    <a:pt x="64621" y="15605"/>
                  </a:cubicBezTo>
                  <a:cubicBezTo>
                    <a:pt x="60173" y="15605"/>
                    <a:pt x="48274" y="13409"/>
                    <a:pt x="29537" y="9072"/>
                  </a:cubicBezTo>
                  <a:lnTo>
                    <a:pt x="0" y="3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313;p3">
              <a:extLst>
                <a:ext uri="{FF2B5EF4-FFF2-40B4-BE49-F238E27FC236}">
                  <a16:creationId xmlns:a16="http://schemas.microsoft.com/office/drawing/2014/main" id="{E1487D1F-534D-614F-0842-9377055C6DC0}"/>
                </a:ext>
              </a:extLst>
            </p:cNvPr>
            <p:cNvSpPr/>
            <p:nvPr/>
          </p:nvSpPr>
          <p:spPr>
            <a:xfrm>
              <a:off x="239400" y="90928"/>
              <a:ext cx="92601" cy="18774"/>
            </a:xfrm>
            <a:custGeom>
              <a:avLst/>
              <a:gdLst/>
              <a:ahLst/>
              <a:cxnLst/>
              <a:rect l="l" t="t" r="r" b="b"/>
              <a:pathLst>
                <a:path w="92601" h="18774" extrusionOk="0">
                  <a:moveTo>
                    <a:pt x="0" y="0"/>
                  </a:moveTo>
                  <a:lnTo>
                    <a:pt x="12106" y="1729"/>
                  </a:lnTo>
                  <a:cubicBezTo>
                    <a:pt x="28842" y="2424"/>
                    <a:pt x="53918" y="5204"/>
                    <a:pt x="69263" y="7317"/>
                  </a:cubicBezTo>
                  <a:lnTo>
                    <a:pt x="92601" y="9023"/>
                  </a:lnTo>
                  <a:lnTo>
                    <a:pt x="92601" y="18774"/>
                  </a:lnTo>
                  <a:lnTo>
                    <a:pt x="78298" y="14267"/>
                  </a:lnTo>
                  <a:cubicBezTo>
                    <a:pt x="62480" y="11904"/>
                    <a:pt x="41206" y="9944"/>
                    <a:pt x="20078" y="8575"/>
                  </a:cubicBezTo>
                  <a:lnTo>
                    <a:pt x="0" y="7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314;p3">
              <a:extLst>
                <a:ext uri="{FF2B5EF4-FFF2-40B4-BE49-F238E27FC236}">
                  <a16:creationId xmlns:a16="http://schemas.microsoft.com/office/drawing/2014/main" id="{10A7E3EF-B8BC-7A7D-3085-C760DD8FEF6E}"/>
                </a:ext>
              </a:extLst>
            </p:cNvPr>
            <p:cNvSpPr/>
            <p:nvPr/>
          </p:nvSpPr>
          <p:spPr>
            <a:xfrm>
              <a:off x="239400" y="58868"/>
              <a:ext cx="92601" cy="24119"/>
            </a:xfrm>
            <a:custGeom>
              <a:avLst/>
              <a:gdLst/>
              <a:ahLst/>
              <a:cxnLst/>
              <a:rect l="l" t="t" r="r" b="b"/>
              <a:pathLst>
                <a:path w="92601" h="24119" extrusionOk="0">
                  <a:moveTo>
                    <a:pt x="0" y="0"/>
                  </a:moveTo>
                  <a:lnTo>
                    <a:pt x="41380" y="3821"/>
                  </a:lnTo>
                  <a:cubicBezTo>
                    <a:pt x="51311" y="5565"/>
                    <a:pt x="62678" y="8137"/>
                    <a:pt x="74174" y="11100"/>
                  </a:cubicBezTo>
                  <a:lnTo>
                    <a:pt x="92601" y="16384"/>
                  </a:lnTo>
                  <a:lnTo>
                    <a:pt x="92601" y="24119"/>
                  </a:lnTo>
                  <a:lnTo>
                    <a:pt x="30145" y="8550"/>
                  </a:lnTo>
                  <a:lnTo>
                    <a:pt x="0" y="6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315;p3">
              <a:extLst>
                <a:ext uri="{FF2B5EF4-FFF2-40B4-BE49-F238E27FC236}">
                  <a16:creationId xmlns:a16="http://schemas.microsoft.com/office/drawing/2014/main" id="{D1A99863-064A-7B32-5E33-5597ECD6D0E1}"/>
                </a:ext>
              </a:extLst>
            </p:cNvPr>
            <p:cNvSpPr/>
            <p:nvPr/>
          </p:nvSpPr>
          <p:spPr>
            <a:xfrm>
              <a:off x="332002" y="315743"/>
              <a:ext cx="5213" cy="28504"/>
            </a:xfrm>
            <a:custGeom>
              <a:avLst/>
              <a:gdLst/>
              <a:ahLst/>
              <a:cxnLst/>
              <a:rect l="l" t="t" r="r" b="b"/>
              <a:pathLst>
                <a:path w="5213" h="28504" extrusionOk="0">
                  <a:moveTo>
                    <a:pt x="0" y="0"/>
                  </a:moveTo>
                  <a:lnTo>
                    <a:pt x="5213" y="28449"/>
                  </a:lnTo>
                  <a:cubicBezTo>
                    <a:pt x="5185" y="28476"/>
                    <a:pt x="5129" y="28504"/>
                    <a:pt x="5101" y="28504"/>
                  </a:cubicBezTo>
                  <a:cubicBezTo>
                    <a:pt x="4691" y="28504"/>
                    <a:pt x="3958" y="26965"/>
                    <a:pt x="2972" y="24158"/>
                  </a:cubicBezTo>
                  <a:lnTo>
                    <a:pt x="0" y="14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316;p3">
              <a:extLst>
                <a:ext uri="{FF2B5EF4-FFF2-40B4-BE49-F238E27FC236}">
                  <a16:creationId xmlns:a16="http://schemas.microsoft.com/office/drawing/2014/main" id="{06EA4E3E-CE26-5824-BEF5-B7C1EAC8F025}"/>
                </a:ext>
              </a:extLst>
            </p:cNvPr>
            <p:cNvSpPr/>
            <p:nvPr/>
          </p:nvSpPr>
          <p:spPr>
            <a:xfrm>
              <a:off x="332002" y="260075"/>
              <a:ext cx="174633" cy="360378"/>
            </a:xfrm>
            <a:custGeom>
              <a:avLst/>
              <a:gdLst/>
              <a:ahLst/>
              <a:cxnLst/>
              <a:rect l="l" t="t" r="r" b="b"/>
              <a:pathLst>
                <a:path w="174633" h="360378" extrusionOk="0">
                  <a:moveTo>
                    <a:pt x="0" y="0"/>
                  </a:moveTo>
                  <a:lnTo>
                    <a:pt x="43558" y="42984"/>
                  </a:lnTo>
                  <a:cubicBezTo>
                    <a:pt x="80886" y="80102"/>
                    <a:pt x="121917" y="121396"/>
                    <a:pt x="152877" y="153036"/>
                  </a:cubicBezTo>
                  <a:lnTo>
                    <a:pt x="174633" y="175418"/>
                  </a:lnTo>
                  <a:lnTo>
                    <a:pt x="174633" y="207681"/>
                  </a:lnTo>
                  <a:lnTo>
                    <a:pt x="150829" y="180944"/>
                  </a:lnTo>
                  <a:cubicBezTo>
                    <a:pt x="150134" y="180944"/>
                    <a:pt x="160587" y="213693"/>
                    <a:pt x="173820" y="252724"/>
                  </a:cubicBezTo>
                  <a:lnTo>
                    <a:pt x="174633" y="254842"/>
                  </a:lnTo>
                  <a:lnTo>
                    <a:pt x="174633" y="273516"/>
                  </a:lnTo>
                  <a:lnTo>
                    <a:pt x="170293" y="260563"/>
                  </a:lnTo>
                  <a:cubicBezTo>
                    <a:pt x="167578" y="252378"/>
                    <a:pt x="164593" y="243310"/>
                    <a:pt x="161282" y="233208"/>
                  </a:cubicBezTo>
                  <a:lnTo>
                    <a:pt x="138986" y="166322"/>
                  </a:lnTo>
                  <a:lnTo>
                    <a:pt x="122973" y="149614"/>
                  </a:lnTo>
                  <a:cubicBezTo>
                    <a:pt x="117386" y="144026"/>
                    <a:pt x="111131" y="138466"/>
                    <a:pt x="105543" y="132878"/>
                  </a:cubicBezTo>
                  <a:cubicBezTo>
                    <a:pt x="106933" y="143331"/>
                    <a:pt x="109741" y="153089"/>
                    <a:pt x="113910" y="162152"/>
                  </a:cubicBezTo>
                  <a:cubicBezTo>
                    <a:pt x="117386" y="172604"/>
                    <a:pt x="120166" y="183057"/>
                    <a:pt x="121583" y="193510"/>
                  </a:cubicBezTo>
                  <a:cubicBezTo>
                    <a:pt x="115995" y="183057"/>
                    <a:pt x="111825" y="171909"/>
                    <a:pt x="109018" y="160067"/>
                  </a:cubicBezTo>
                  <a:cubicBezTo>
                    <a:pt x="97870" y="124510"/>
                    <a:pt x="97175" y="123120"/>
                    <a:pt x="87445" y="113362"/>
                  </a:cubicBezTo>
                  <a:lnTo>
                    <a:pt x="76992" y="102910"/>
                  </a:lnTo>
                  <a:lnTo>
                    <a:pt x="83247" y="118255"/>
                  </a:lnTo>
                  <a:cubicBezTo>
                    <a:pt x="100678" y="163542"/>
                    <a:pt x="139681" y="291033"/>
                    <a:pt x="135511" y="291033"/>
                  </a:cubicBezTo>
                  <a:cubicBezTo>
                    <a:pt x="129228" y="277800"/>
                    <a:pt x="125058" y="264567"/>
                    <a:pt x="121583" y="250639"/>
                  </a:cubicBezTo>
                  <a:cubicBezTo>
                    <a:pt x="94395" y="155174"/>
                    <a:pt x="74184" y="99435"/>
                    <a:pt x="61646" y="87592"/>
                  </a:cubicBezTo>
                  <a:lnTo>
                    <a:pt x="58171" y="84812"/>
                  </a:lnTo>
                  <a:lnTo>
                    <a:pt x="60952" y="90372"/>
                  </a:lnTo>
                  <a:cubicBezTo>
                    <a:pt x="63037" y="95265"/>
                    <a:pt x="91615" y="192815"/>
                    <a:pt x="103458" y="233903"/>
                  </a:cubicBezTo>
                  <a:cubicBezTo>
                    <a:pt x="105737" y="242994"/>
                    <a:pt x="105682" y="247914"/>
                    <a:pt x="102957" y="247914"/>
                  </a:cubicBezTo>
                  <a:cubicBezTo>
                    <a:pt x="102318" y="247914"/>
                    <a:pt x="101567" y="247664"/>
                    <a:pt x="100678" y="247136"/>
                  </a:cubicBezTo>
                  <a:cubicBezTo>
                    <a:pt x="93700" y="229733"/>
                    <a:pt x="88835" y="212303"/>
                    <a:pt x="84637" y="193510"/>
                  </a:cubicBezTo>
                  <a:cubicBezTo>
                    <a:pt x="65149" y="123120"/>
                    <a:pt x="51194" y="81337"/>
                    <a:pt x="44939" y="72274"/>
                  </a:cubicBezTo>
                  <a:cubicBezTo>
                    <a:pt x="40769" y="67020"/>
                    <a:pt x="37989" y="63823"/>
                    <a:pt x="36738" y="63823"/>
                  </a:cubicBezTo>
                  <a:cubicBezTo>
                    <a:pt x="34069" y="63823"/>
                    <a:pt x="38739" y="79002"/>
                    <a:pt x="52584" y="121035"/>
                  </a:cubicBezTo>
                  <a:cubicBezTo>
                    <a:pt x="63731" y="155174"/>
                    <a:pt x="79077" y="206048"/>
                    <a:pt x="86027" y="234598"/>
                  </a:cubicBezTo>
                  <a:cubicBezTo>
                    <a:pt x="97870" y="281997"/>
                    <a:pt x="108323" y="314746"/>
                    <a:pt x="112521" y="316831"/>
                  </a:cubicBezTo>
                  <a:cubicBezTo>
                    <a:pt x="112826" y="316969"/>
                    <a:pt x="113077" y="317053"/>
                    <a:pt x="113327" y="317053"/>
                  </a:cubicBezTo>
                  <a:cubicBezTo>
                    <a:pt x="114244" y="317053"/>
                    <a:pt x="114911" y="315913"/>
                    <a:pt x="115995" y="312633"/>
                  </a:cubicBezTo>
                  <a:cubicBezTo>
                    <a:pt x="117080" y="309352"/>
                    <a:pt x="118192" y="308241"/>
                    <a:pt x="119610" y="308241"/>
                  </a:cubicBezTo>
                  <a:cubicBezTo>
                    <a:pt x="119999" y="308241"/>
                    <a:pt x="120416" y="308324"/>
                    <a:pt x="120888" y="308463"/>
                  </a:cubicBezTo>
                  <a:cubicBezTo>
                    <a:pt x="121055" y="308518"/>
                    <a:pt x="121194" y="308518"/>
                    <a:pt x="121333" y="308518"/>
                  </a:cubicBezTo>
                  <a:cubicBezTo>
                    <a:pt x="123474" y="308518"/>
                    <a:pt x="121917" y="303542"/>
                    <a:pt x="116691" y="292450"/>
                  </a:cubicBezTo>
                  <a:cubicBezTo>
                    <a:pt x="106933" y="270850"/>
                    <a:pt x="108323" y="271545"/>
                    <a:pt x="110436" y="270850"/>
                  </a:cubicBezTo>
                  <a:cubicBezTo>
                    <a:pt x="110519" y="270794"/>
                    <a:pt x="110602" y="270794"/>
                    <a:pt x="110714" y="270794"/>
                  </a:cubicBezTo>
                  <a:cubicBezTo>
                    <a:pt x="112910" y="270794"/>
                    <a:pt x="117108" y="277966"/>
                    <a:pt x="125753" y="295925"/>
                  </a:cubicBezTo>
                  <a:cubicBezTo>
                    <a:pt x="137596" y="321001"/>
                    <a:pt x="138291" y="323086"/>
                    <a:pt x="151524" y="334233"/>
                  </a:cubicBezTo>
                  <a:cubicBezTo>
                    <a:pt x="155159" y="337521"/>
                    <a:pt x="162145" y="343215"/>
                    <a:pt x="170605" y="349906"/>
                  </a:cubicBezTo>
                  <a:lnTo>
                    <a:pt x="174633" y="353031"/>
                  </a:lnTo>
                  <a:lnTo>
                    <a:pt x="174633" y="360378"/>
                  </a:lnTo>
                  <a:lnTo>
                    <a:pt x="169650" y="356529"/>
                  </a:lnTo>
                  <a:cubicBezTo>
                    <a:pt x="153192" y="344019"/>
                    <a:pt x="145436" y="338376"/>
                    <a:pt x="142878" y="338376"/>
                  </a:cubicBezTo>
                  <a:cubicBezTo>
                    <a:pt x="142711" y="338376"/>
                    <a:pt x="142600" y="338376"/>
                    <a:pt x="142461" y="338431"/>
                  </a:cubicBezTo>
                  <a:cubicBezTo>
                    <a:pt x="142016" y="338876"/>
                    <a:pt x="141627" y="339126"/>
                    <a:pt x="141238" y="339126"/>
                  </a:cubicBezTo>
                  <a:cubicBezTo>
                    <a:pt x="140460" y="339126"/>
                    <a:pt x="139681" y="338181"/>
                    <a:pt x="138291" y="336318"/>
                  </a:cubicBezTo>
                  <a:cubicBezTo>
                    <a:pt x="133232" y="326755"/>
                    <a:pt x="125392" y="318082"/>
                    <a:pt x="122250" y="318082"/>
                  </a:cubicBezTo>
                  <a:cubicBezTo>
                    <a:pt x="121500" y="318082"/>
                    <a:pt x="120999" y="318554"/>
                    <a:pt x="120888" y="319611"/>
                  </a:cubicBezTo>
                  <a:cubicBezTo>
                    <a:pt x="120888" y="321696"/>
                    <a:pt x="118776" y="323086"/>
                    <a:pt x="117386" y="323086"/>
                  </a:cubicBezTo>
                  <a:cubicBezTo>
                    <a:pt x="117135" y="323169"/>
                    <a:pt x="116885" y="323197"/>
                    <a:pt x="116579" y="323197"/>
                  </a:cubicBezTo>
                  <a:cubicBezTo>
                    <a:pt x="110964" y="323197"/>
                    <a:pt x="95841" y="310548"/>
                    <a:pt x="70014" y="284082"/>
                  </a:cubicBezTo>
                  <a:cubicBezTo>
                    <a:pt x="58171" y="272935"/>
                    <a:pt x="48414" y="263177"/>
                    <a:pt x="47719" y="263177"/>
                  </a:cubicBezTo>
                  <a:cubicBezTo>
                    <a:pt x="47635" y="263093"/>
                    <a:pt x="47524" y="263037"/>
                    <a:pt x="47441" y="263037"/>
                  </a:cubicBezTo>
                  <a:cubicBezTo>
                    <a:pt x="46857" y="263037"/>
                    <a:pt x="46329" y="264928"/>
                    <a:pt x="46329" y="267346"/>
                  </a:cubicBezTo>
                  <a:cubicBezTo>
                    <a:pt x="45745" y="273769"/>
                    <a:pt x="44188" y="276771"/>
                    <a:pt x="41658" y="276771"/>
                  </a:cubicBezTo>
                  <a:cubicBezTo>
                    <a:pt x="41158" y="276771"/>
                    <a:pt x="40630" y="276632"/>
                    <a:pt x="40046" y="276410"/>
                  </a:cubicBezTo>
                  <a:lnTo>
                    <a:pt x="0" y="235709"/>
                  </a:lnTo>
                  <a:lnTo>
                    <a:pt x="0" y="208759"/>
                  </a:lnTo>
                  <a:lnTo>
                    <a:pt x="18449" y="242017"/>
                  </a:lnTo>
                  <a:cubicBezTo>
                    <a:pt x="25069" y="252731"/>
                    <a:pt x="30997" y="261092"/>
                    <a:pt x="33096" y="261787"/>
                  </a:cubicBezTo>
                  <a:cubicBezTo>
                    <a:pt x="34486" y="263177"/>
                    <a:pt x="35876" y="263872"/>
                    <a:pt x="37266" y="265262"/>
                  </a:cubicBezTo>
                  <a:cubicBezTo>
                    <a:pt x="37905" y="265901"/>
                    <a:pt x="38406" y="266207"/>
                    <a:pt x="38823" y="266207"/>
                  </a:cubicBezTo>
                  <a:cubicBezTo>
                    <a:pt x="39823" y="266207"/>
                    <a:pt x="40463" y="264511"/>
                    <a:pt x="41436" y="261092"/>
                  </a:cubicBezTo>
                  <a:cubicBezTo>
                    <a:pt x="42854" y="256199"/>
                    <a:pt x="44244" y="254809"/>
                    <a:pt x="46329" y="254809"/>
                  </a:cubicBezTo>
                  <a:cubicBezTo>
                    <a:pt x="56087" y="262482"/>
                    <a:pt x="65149" y="270850"/>
                    <a:pt x="73489" y="279884"/>
                  </a:cubicBezTo>
                  <a:lnTo>
                    <a:pt x="74184" y="279884"/>
                  </a:lnTo>
                  <a:cubicBezTo>
                    <a:pt x="88140" y="293840"/>
                    <a:pt x="98593" y="304293"/>
                    <a:pt x="98593" y="304293"/>
                  </a:cubicBezTo>
                  <a:cubicBezTo>
                    <a:pt x="97870" y="301485"/>
                    <a:pt x="97175" y="298010"/>
                    <a:pt x="95785" y="295230"/>
                  </a:cubicBezTo>
                  <a:cubicBezTo>
                    <a:pt x="94395" y="290337"/>
                    <a:pt x="86027" y="259702"/>
                    <a:pt x="76992" y="228343"/>
                  </a:cubicBezTo>
                  <a:cubicBezTo>
                    <a:pt x="54002" y="141246"/>
                    <a:pt x="17750" y="38136"/>
                    <a:pt x="9383" y="33938"/>
                  </a:cubicBezTo>
                  <a:cubicBezTo>
                    <a:pt x="8688" y="33938"/>
                    <a:pt x="8688" y="38136"/>
                    <a:pt x="10105" y="43696"/>
                  </a:cubicBezTo>
                  <a:cubicBezTo>
                    <a:pt x="11495" y="49979"/>
                    <a:pt x="11495" y="54844"/>
                    <a:pt x="10105" y="54844"/>
                  </a:cubicBezTo>
                  <a:cubicBezTo>
                    <a:pt x="8688" y="54844"/>
                    <a:pt x="6603" y="48588"/>
                    <a:pt x="5213" y="40916"/>
                  </a:cubicBezTo>
                  <a:lnTo>
                    <a:pt x="0" y="29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317;p3">
              <a:extLst>
                <a:ext uri="{FF2B5EF4-FFF2-40B4-BE49-F238E27FC236}">
                  <a16:creationId xmlns:a16="http://schemas.microsoft.com/office/drawing/2014/main" id="{66E7D07D-3DFA-67E6-7FCF-7C018A2FD5CE}"/>
                </a:ext>
              </a:extLst>
            </p:cNvPr>
            <p:cNvSpPr/>
            <p:nvPr/>
          </p:nvSpPr>
          <p:spPr>
            <a:xfrm>
              <a:off x="332002" y="241956"/>
              <a:ext cx="174633" cy="187594"/>
            </a:xfrm>
            <a:custGeom>
              <a:avLst/>
              <a:gdLst/>
              <a:ahLst/>
              <a:cxnLst/>
              <a:rect l="l" t="t" r="r" b="b"/>
              <a:pathLst>
                <a:path w="174633" h="187594" extrusionOk="0">
                  <a:moveTo>
                    <a:pt x="0" y="0"/>
                  </a:moveTo>
                  <a:lnTo>
                    <a:pt x="3906" y="3639"/>
                  </a:lnTo>
                  <a:cubicBezTo>
                    <a:pt x="5734" y="4859"/>
                    <a:pt x="7298" y="5380"/>
                    <a:pt x="8688" y="5380"/>
                  </a:cubicBezTo>
                  <a:cubicBezTo>
                    <a:pt x="26118" y="8160"/>
                    <a:pt x="42854" y="13053"/>
                    <a:pt x="59562" y="19308"/>
                  </a:cubicBezTo>
                  <a:cubicBezTo>
                    <a:pt x="59812" y="20309"/>
                    <a:pt x="59617" y="20865"/>
                    <a:pt x="58116" y="20865"/>
                  </a:cubicBezTo>
                  <a:cubicBezTo>
                    <a:pt x="55447" y="20865"/>
                    <a:pt x="48664" y="19141"/>
                    <a:pt x="33096" y="15138"/>
                  </a:cubicBezTo>
                  <a:lnTo>
                    <a:pt x="9383" y="8855"/>
                  </a:lnTo>
                  <a:lnTo>
                    <a:pt x="24728" y="24896"/>
                  </a:lnTo>
                  <a:lnTo>
                    <a:pt x="40046" y="40909"/>
                  </a:lnTo>
                  <a:lnTo>
                    <a:pt x="74879" y="49276"/>
                  </a:lnTo>
                  <a:cubicBezTo>
                    <a:pt x="93700" y="54142"/>
                    <a:pt x="115300" y="60425"/>
                    <a:pt x="122278" y="62509"/>
                  </a:cubicBezTo>
                  <a:cubicBezTo>
                    <a:pt x="126629" y="63907"/>
                    <a:pt x="136163" y="68002"/>
                    <a:pt x="148005" y="73370"/>
                  </a:cubicBezTo>
                  <a:lnTo>
                    <a:pt x="174633" y="85814"/>
                  </a:lnTo>
                  <a:lnTo>
                    <a:pt x="174633" y="89440"/>
                  </a:lnTo>
                  <a:lnTo>
                    <a:pt x="154046" y="79815"/>
                  </a:lnTo>
                  <a:cubicBezTo>
                    <a:pt x="127194" y="67703"/>
                    <a:pt x="114251" y="63914"/>
                    <a:pt x="73489" y="53446"/>
                  </a:cubicBezTo>
                  <a:lnTo>
                    <a:pt x="44939" y="46496"/>
                  </a:lnTo>
                  <a:lnTo>
                    <a:pt x="55391" y="56950"/>
                  </a:lnTo>
                  <a:lnTo>
                    <a:pt x="65844" y="66707"/>
                  </a:lnTo>
                  <a:lnTo>
                    <a:pt x="92310" y="75047"/>
                  </a:lnTo>
                  <a:cubicBezTo>
                    <a:pt x="110769" y="80968"/>
                    <a:pt x="129062" y="87766"/>
                    <a:pt x="147093" y="95258"/>
                  </a:cubicBezTo>
                  <a:lnTo>
                    <a:pt x="174633" y="107874"/>
                  </a:lnTo>
                  <a:lnTo>
                    <a:pt x="174633" y="113738"/>
                  </a:lnTo>
                  <a:lnTo>
                    <a:pt x="169650" y="111298"/>
                  </a:lnTo>
                  <a:cubicBezTo>
                    <a:pt x="140376" y="98038"/>
                    <a:pt x="110436" y="86195"/>
                    <a:pt x="80467" y="76437"/>
                  </a:cubicBezTo>
                  <a:cubicBezTo>
                    <a:pt x="79133" y="76159"/>
                    <a:pt x="78104" y="75964"/>
                    <a:pt x="77465" y="75964"/>
                  </a:cubicBezTo>
                  <a:cubicBezTo>
                    <a:pt x="75046" y="75964"/>
                    <a:pt x="77715" y="78717"/>
                    <a:pt x="88140" y="89698"/>
                  </a:cubicBezTo>
                  <a:cubicBezTo>
                    <a:pt x="102068" y="102931"/>
                    <a:pt x="102763" y="103626"/>
                    <a:pt x="109741" y="103626"/>
                  </a:cubicBezTo>
                  <a:cubicBezTo>
                    <a:pt x="120708" y="104147"/>
                    <a:pt x="134036" y="107811"/>
                    <a:pt x="154710" y="116366"/>
                  </a:cubicBezTo>
                  <a:lnTo>
                    <a:pt x="174633" y="125128"/>
                  </a:lnTo>
                  <a:lnTo>
                    <a:pt x="174633" y="129214"/>
                  </a:lnTo>
                  <a:lnTo>
                    <a:pt x="159541" y="121737"/>
                  </a:lnTo>
                  <a:cubicBezTo>
                    <a:pt x="146478" y="116511"/>
                    <a:pt x="133065" y="112327"/>
                    <a:pt x="119471" y="109186"/>
                  </a:cubicBezTo>
                  <a:lnTo>
                    <a:pt x="106933" y="107101"/>
                  </a:lnTo>
                  <a:lnTo>
                    <a:pt x="114606" y="114078"/>
                  </a:lnTo>
                  <a:cubicBezTo>
                    <a:pt x="118998" y="118443"/>
                    <a:pt x="121667" y="121140"/>
                    <a:pt x="123696" y="121140"/>
                  </a:cubicBezTo>
                  <a:cubicBezTo>
                    <a:pt x="123919" y="121140"/>
                    <a:pt x="124141" y="121112"/>
                    <a:pt x="124363" y="121028"/>
                  </a:cubicBezTo>
                  <a:cubicBezTo>
                    <a:pt x="124447" y="120972"/>
                    <a:pt x="124614" y="120945"/>
                    <a:pt x="124864" y="120945"/>
                  </a:cubicBezTo>
                  <a:cubicBezTo>
                    <a:pt x="128638" y="120945"/>
                    <a:pt x="150035" y="128670"/>
                    <a:pt x="167511" y="136180"/>
                  </a:cubicBezTo>
                  <a:lnTo>
                    <a:pt x="174633" y="139490"/>
                  </a:lnTo>
                  <a:lnTo>
                    <a:pt x="174633" y="143744"/>
                  </a:lnTo>
                  <a:lnTo>
                    <a:pt x="168260" y="141239"/>
                  </a:lnTo>
                  <a:cubicBezTo>
                    <a:pt x="155027" y="135679"/>
                    <a:pt x="139681" y="129396"/>
                    <a:pt x="134121" y="127311"/>
                  </a:cubicBezTo>
                  <a:lnTo>
                    <a:pt x="124363" y="123836"/>
                  </a:lnTo>
                  <a:lnTo>
                    <a:pt x="144574" y="144047"/>
                  </a:lnTo>
                  <a:cubicBezTo>
                    <a:pt x="150148" y="149968"/>
                    <a:pt x="157285" y="157280"/>
                    <a:pt x="164249" y="164417"/>
                  </a:cubicBezTo>
                  <a:lnTo>
                    <a:pt x="174633" y="175189"/>
                  </a:lnTo>
                  <a:lnTo>
                    <a:pt x="174633" y="187594"/>
                  </a:lnTo>
                  <a:lnTo>
                    <a:pt x="167033" y="179655"/>
                  </a:lnTo>
                  <a:cubicBezTo>
                    <a:pt x="150141" y="162325"/>
                    <a:pt x="124363" y="136374"/>
                    <a:pt x="83247" y="95258"/>
                  </a:cubicBezTo>
                  <a:cubicBezTo>
                    <a:pt x="66004" y="78102"/>
                    <a:pt x="49937" y="62143"/>
                    <a:pt x="35001" y="47340"/>
                  </a:cubicBezTo>
                  <a:lnTo>
                    <a:pt x="0" y="1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318;p3">
              <a:extLst>
                <a:ext uri="{FF2B5EF4-FFF2-40B4-BE49-F238E27FC236}">
                  <a16:creationId xmlns:a16="http://schemas.microsoft.com/office/drawing/2014/main" id="{FD53EE10-63D6-107D-B396-297FC62A8CBF}"/>
                </a:ext>
              </a:extLst>
            </p:cNvPr>
            <p:cNvSpPr/>
            <p:nvPr/>
          </p:nvSpPr>
          <p:spPr>
            <a:xfrm>
              <a:off x="332002" y="230203"/>
              <a:ext cx="54391" cy="23973"/>
            </a:xfrm>
            <a:custGeom>
              <a:avLst/>
              <a:gdLst/>
              <a:ahLst/>
              <a:cxnLst/>
              <a:rect l="l" t="t" r="r" b="b"/>
              <a:pathLst>
                <a:path w="54391" h="23973" extrusionOk="0">
                  <a:moveTo>
                    <a:pt x="0" y="0"/>
                  </a:moveTo>
                  <a:lnTo>
                    <a:pt x="17055" y="6681"/>
                  </a:lnTo>
                  <a:cubicBezTo>
                    <a:pt x="29593" y="10851"/>
                    <a:pt x="42131" y="16439"/>
                    <a:pt x="54002" y="22722"/>
                  </a:cubicBezTo>
                  <a:cubicBezTo>
                    <a:pt x="54391" y="23500"/>
                    <a:pt x="54224" y="23973"/>
                    <a:pt x="53140" y="23973"/>
                  </a:cubicBezTo>
                  <a:cubicBezTo>
                    <a:pt x="50499" y="23973"/>
                    <a:pt x="42242" y="21109"/>
                    <a:pt x="23338" y="13659"/>
                  </a:cubicBezTo>
                  <a:cubicBezTo>
                    <a:pt x="17417" y="11212"/>
                    <a:pt x="11322" y="8947"/>
                    <a:pt x="6269" y="7119"/>
                  </a:cubicBezTo>
                  <a:lnTo>
                    <a:pt x="0" y="4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319;p3">
              <a:extLst>
                <a:ext uri="{FF2B5EF4-FFF2-40B4-BE49-F238E27FC236}">
                  <a16:creationId xmlns:a16="http://schemas.microsoft.com/office/drawing/2014/main" id="{DDA76448-626A-3FBE-4916-491906F2C96B}"/>
                </a:ext>
              </a:extLst>
            </p:cNvPr>
            <p:cNvSpPr/>
            <p:nvPr/>
          </p:nvSpPr>
          <p:spPr>
            <a:xfrm>
              <a:off x="332002" y="213763"/>
              <a:ext cx="41436" cy="17728"/>
            </a:xfrm>
            <a:custGeom>
              <a:avLst/>
              <a:gdLst/>
              <a:ahLst/>
              <a:cxnLst/>
              <a:rect l="l" t="t" r="r" b="b"/>
              <a:pathLst>
                <a:path w="41436" h="17728" extrusionOk="0">
                  <a:moveTo>
                    <a:pt x="0" y="0"/>
                  </a:moveTo>
                  <a:lnTo>
                    <a:pt x="9480" y="3355"/>
                  </a:lnTo>
                  <a:cubicBezTo>
                    <a:pt x="24374" y="8665"/>
                    <a:pt x="38308" y="13711"/>
                    <a:pt x="40741" y="14753"/>
                  </a:cubicBezTo>
                  <a:cubicBezTo>
                    <a:pt x="40741" y="15448"/>
                    <a:pt x="41436" y="15448"/>
                    <a:pt x="40741" y="16866"/>
                  </a:cubicBezTo>
                  <a:cubicBezTo>
                    <a:pt x="40574" y="17367"/>
                    <a:pt x="40407" y="17728"/>
                    <a:pt x="39601" y="17728"/>
                  </a:cubicBezTo>
                  <a:cubicBezTo>
                    <a:pt x="37787" y="17728"/>
                    <a:pt x="32783" y="15961"/>
                    <a:pt x="17376" y="10445"/>
                  </a:cubicBezTo>
                  <a:lnTo>
                    <a:pt x="0" y="4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20;p3">
              <a:extLst>
                <a:ext uri="{FF2B5EF4-FFF2-40B4-BE49-F238E27FC236}">
                  <a16:creationId xmlns:a16="http://schemas.microsoft.com/office/drawing/2014/main" id="{C2058F27-B019-5669-18EF-076A6CACB7A2}"/>
                </a:ext>
              </a:extLst>
            </p:cNvPr>
            <p:cNvSpPr/>
            <p:nvPr/>
          </p:nvSpPr>
          <p:spPr>
            <a:xfrm>
              <a:off x="332002" y="195774"/>
              <a:ext cx="80161" cy="34215"/>
            </a:xfrm>
            <a:custGeom>
              <a:avLst/>
              <a:gdLst/>
              <a:ahLst/>
              <a:cxnLst/>
              <a:rect l="l" t="t" r="r" b="b"/>
              <a:pathLst>
                <a:path w="80161" h="34215" extrusionOk="0">
                  <a:moveTo>
                    <a:pt x="0" y="0"/>
                  </a:moveTo>
                  <a:lnTo>
                    <a:pt x="17058" y="6490"/>
                  </a:lnTo>
                  <a:cubicBezTo>
                    <a:pt x="45015" y="17203"/>
                    <a:pt x="79251" y="30656"/>
                    <a:pt x="79772" y="32741"/>
                  </a:cubicBezTo>
                  <a:cubicBezTo>
                    <a:pt x="80161" y="33742"/>
                    <a:pt x="79772" y="34215"/>
                    <a:pt x="78549" y="34215"/>
                  </a:cubicBezTo>
                  <a:cubicBezTo>
                    <a:pt x="75435" y="34215"/>
                    <a:pt x="66901" y="31101"/>
                    <a:pt x="51889" y="25097"/>
                  </a:cubicBezTo>
                  <a:lnTo>
                    <a:pt x="0" y="6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21;p3">
              <a:extLst>
                <a:ext uri="{FF2B5EF4-FFF2-40B4-BE49-F238E27FC236}">
                  <a16:creationId xmlns:a16="http://schemas.microsoft.com/office/drawing/2014/main" id="{CAD5E5AD-71D2-C381-A5A0-24005AADBB88}"/>
                </a:ext>
              </a:extLst>
            </p:cNvPr>
            <p:cNvSpPr/>
            <p:nvPr/>
          </p:nvSpPr>
          <p:spPr>
            <a:xfrm>
              <a:off x="332002" y="184337"/>
              <a:ext cx="174633" cy="76726"/>
            </a:xfrm>
            <a:custGeom>
              <a:avLst/>
              <a:gdLst/>
              <a:ahLst/>
              <a:cxnLst/>
              <a:rect l="l" t="t" r="r" b="b"/>
              <a:pathLst>
                <a:path w="174633" h="76726" extrusionOk="0">
                  <a:moveTo>
                    <a:pt x="0" y="0"/>
                  </a:moveTo>
                  <a:lnTo>
                    <a:pt x="36452" y="9713"/>
                  </a:lnTo>
                  <a:cubicBezTo>
                    <a:pt x="48956" y="13389"/>
                    <a:pt x="60243" y="17109"/>
                    <a:pt x="68624" y="20493"/>
                  </a:cubicBezTo>
                  <a:lnTo>
                    <a:pt x="68624" y="21188"/>
                  </a:lnTo>
                  <a:cubicBezTo>
                    <a:pt x="81162" y="26081"/>
                    <a:pt x="126448" y="46987"/>
                    <a:pt x="169650" y="67864"/>
                  </a:cubicBezTo>
                  <a:lnTo>
                    <a:pt x="174633" y="70269"/>
                  </a:lnTo>
                  <a:lnTo>
                    <a:pt x="174633" y="76726"/>
                  </a:lnTo>
                  <a:lnTo>
                    <a:pt x="154145" y="66626"/>
                  </a:lnTo>
                  <a:cubicBezTo>
                    <a:pt x="87522" y="34034"/>
                    <a:pt x="56510" y="20841"/>
                    <a:pt x="30288" y="13543"/>
                  </a:cubicBezTo>
                  <a:lnTo>
                    <a:pt x="0" y="6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22;p3">
              <a:extLst>
                <a:ext uri="{FF2B5EF4-FFF2-40B4-BE49-F238E27FC236}">
                  <a16:creationId xmlns:a16="http://schemas.microsoft.com/office/drawing/2014/main" id="{9AEDCC6A-7DC5-4440-827C-1312929F8B67}"/>
                </a:ext>
              </a:extLst>
            </p:cNvPr>
            <p:cNvSpPr/>
            <p:nvPr/>
          </p:nvSpPr>
          <p:spPr>
            <a:xfrm>
              <a:off x="332002" y="166060"/>
              <a:ext cx="77687" cy="31125"/>
            </a:xfrm>
            <a:custGeom>
              <a:avLst/>
              <a:gdLst/>
              <a:ahLst/>
              <a:cxnLst/>
              <a:rect l="l" t="t" r="r" b="b"/>
              <a:pathLst>
                <a:path w="77687" h="31125" extrusionOk="0">
                  <a:moveTo>
                    <a:pt x="0" y="0"/>
                  </a:moveTo>
                  <a:lnTo>
                    <a:pt x="13580" y="3242"/>
                  </a:lnTo>
                  <a:cubicBezTo>
                    <a:pt x="35876" y="10915"/>
                    <a:pt x="77687" y="29013"/>
                    <a:pt x="76297" y="31125"/>
                  </a:cubicBezTo>
                  <a:cubicBezTo>
                    <a:pt x="67929" y="29707"/>
                    <a:pt x="59562" y="26233"/>
                    <a:pt x="51194" y="22758"/>
                  </a:cubicBezTo>
                  <a:cubicBezTo>
                    <a:pt x="35876" y="15780"/>
                    <a:pt x="19140" y="10220"/>
                    <a:pt x="3127" y="5327"/>
                  </a:cubicBezTo>
                  <a:lnTo>
                    <a:pt x="0" y="4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23;p3">
              <a:extLst>
                <a:ext uri="{FF2B5EF4-FFF2-40B4-BE49-F238E27FC236}">
                  <a16:creationId xmlns:a16="http://schemas.microsoft.com/office/drawing/2014/main" id="{B073AB68-B82B-A0F1-3823-6844E70D4B2D}"/>
                </a:ext>
              </a:extLst>
            </p:cNvPr>
            <p:cNvSpPr/>
            <p:nvPr/>
          </p:nvSpPr>
          <p:spPr>
            <a:xfrm>
              <a:off x="332002" y="75252"/>
              <a:ext cx="174633" cy="137634"/>
            </a:xfrm>
            <a:custGeom>
              <a:avLst/>
              <a:gdLst/>
              <a:ahLst/>
              <a:cxnLst/>
              <a:rect l="l" t="t" r="r" b="b"/>
              <a:pathLst>
                <a:path w="174633" h="137634" extrusionOk="0">
                  <a:moveTo>
                    <a:pt x="0" y="0"/>
                  </a:moveTo>
                  <a:lnTo>
                    <a:pt x="15144" y="4343"/>
                  </a:lnTo>
                  <a:cubicBezTo>
                    <a:pt x="36043" y="10963"/>
                    <a:pt x="52236" y="17405"/>
                    <a:pt x="53279" y="20185"/>
                  </a:cubicBezTo>
                  <a:cubicBezTo>
                    <a:pt x="54696" y="24383"/>
                    <a:pt x="48414" y="26468"/>
                    <a:pt x="32401" y="29248"/>
                  </a:cubicBezTo>
                  <a:lnTo>
                    <a:pt x="21253" y="30638"/>
                  </a:lnTo>
                  <a:lnTo>
                    <a:pt x="27508" y="32723"/>
                  </a:lnTo>
                  <a:cubicBezTo>
                    <a:pt x="51194" y="39701"/>
                    <a:pt x="74184" y="48764"/>
                    <a:pt x="95785" y="59217"/>
                  </a:cubicBezTo>
                  <a:cubicBezTo>
                    <a:pt x="112521" y="67584"/>
                    <a:pt x="128533" y="77314"/>
                    <a:pt x="143184" y="88462"/>
                  </a:cubicBezTo>
                  <a:cubicBezTo>
                    <a:pt x="146659" y="91270"/>
                    <a:pt x="143879" y="96135"/>
                    <a:pt x="138986" y="98220"/>
                  </a:cubicBezTo>
                  <a:cubicBezTo>
                    <a:pt x="134121" y="99638"/>
                    <a:pt x="132731" y="98915"/>
                    <a:pt x="165480" y="119821"/>
                  </a:cubicBezTo>
                  <a:lnTo>
                    <a:pt x="174633" y="126661"/>
                  </a:lnTo>
                  <a:lnTo>
                    <a:pt x="174633" y="137634"/>
                  </a:lnTo>
                  <a:lnTo>
                    <a:pt x="147354" y="117735"/>
                  </a:lnTo>
                  <a:cubicBezTo>
                    <a:pt x="122973" y="103113"/>
                    <a:pt x="119471" y="101028"/>
                    <a:pt x="120888" y="98220"/>
                  </a:cubicBezTo>
                  <a:cubicBezTo>
                    <a:pt x="122973" y="96135"/>
                    <a:pt x="125753" y="95440"/>
                    <a:pt x="128533" y="94745"/>
                  </a:cubicBezTo>
                  <a:cubicBezTo>
                    <a:pt x="132036" y="94050"/>
                    <a:pt x="134816" y="92660"/>
                    <a:pt x="134816" y="91965"/>
                  </a:cubicBezTo>
                  <a:cubicBezTo>
                    <a:pt x="134121" y="89185"/>
                    <a:pt x="92310" y="65472"/>
                    <a:pt x="74184" y="57826"/>
                  </a:cubicBezTo>
                  <a:lnTo>
                    <a:pt x="0" y="34450"/>
                  </a:lnTo>
                  <a:lnTo>
                    <a:pt x="0" y="24699"/>
                  </a:lnTo>
                  <a:lnTo>
                    <a:pt x="8604" y="25328"/>
                  </a:lnTo>
                  <a:cubicBezTo>
                    <a:pt x="12135" y="25328"/>
                    <a:pt x="15665" y="25245"/>
                    <a:pt x="19140" y="25078"/>
                  </a:cubicBezTo>
                  <a:lnTo>
                    <a:pt x="18445" y="25078"/>
                  </a:lnTo>
                  <a:cubicBezTo>
                    <a:pt x="27508" y="23688"/>
                    <a:pt x="36571" y="22993"/>
                    <a:pt x="38656" y="22298"/>
                  </a:cubicBezTo>
                  <a:cubicBezTo>
                    <a:pt x="44244" y="21575"/>
                    <a:pt x="46329" y="22298"/>
                    <a:pt x="10800" y="10428"/>
                  </a:cubicBezTo>
                  <a:lnTo>
                    <a:pt x="0" y="7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24;p3">
              <a:extLst>
                <a:ext uri="{FF2B5EF4-FFF2-40B4-BE49-F238E27FC236}">
                  <a16:creationId xmlns:a16="http://schemas.microsoft.com/office/drawing/2014/main" id="{4FD53520-6606-A7CE-1717-42B72465D154}"/>
                </a:ext>
              </a:extLst>
            </p:cNvPr>
            <p:cNvSpPr/>
            <p:nvPr/>
          </p:nvSpPr>
          <p:spPr>
            <a:xfrm>
              <a:off x="506635" y="514917"/>
              <a:ext cx="47419" cy="118923"/>
            </a:xfrm>
            <a:custGeom>
              <a:avLst/>
              <a:gdLst/>
              <a:ahLst/>
              <a:cxnLst/>
              <a:rect l="l" t="t" r="r" b="b"/>
              <a:pathLst>
                <a:path w="47419" h="118923" extrusionOk="0">
                  <a:moveTo>
                    <a:pt x="0" y="0"/>
                  </a:moveTo>
                  <a:lnTo>
                    <a:pt x="36132" y="94042"/>
                  </a:lnTo>
                  <a:cubicBezTo>
                    <a:pt x="44417" y="110249"/>
                    <a:pt x="47419" y="118923"/>
                    <a:pt x="45862" y="118923"/>
                  </a:cubicBezTo>
                  <a:cubicBezTo>
                    <a:pt x="44556" y="118923"/>
                    <a:pt x="39996" y="112696"/>
                    <a:pt x="32630" y="99602"/>
                  </a:cubicBezTo>
                  <a:cubicBezTo>
                    <a:pt x="22184" y="80274"/>
                    <a:pt x="16445" y="67201"/>
                    <a:pt x="3051" y="27779"/>
                  </a:cubicBezTo>
                  <a:lnTo>
                    <a:pt x="0" y="18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25;p3">
              <a:extLst>
                <a:ext uri="{FF2B5EF4-FFF2-40B4-BE49-F238E27FC236}">
                  <a16:creationId xmlns:a16="http://schemas.microsoft.com/office/drawing/2014/main" id="{DF514838-477F-0EE0-FD6A-FCF6AE7FDC48}"/>
                </a:ext>
              </a:extLst>
            </p:cNvPr>
            <p:cNvSpPr/>
            <p:nvPr/>
          </p:nvSpPr>
          <p:spPr>
            <a:xfrm>
              <a:off x="506635" y="435493"/>
              <a:ext cx="171991" cy="303820"/>
            </a:xfrm>
            <a:custGeom>
              <a:avLst/>
              <a:gdLst/>
              <a:ahLst/>
              <a:cxnLst/>
              <a:rect l="l" t="t" r="r" b="b"/>
              <a:pathLst>
                <a:path w="171991" h="303820" extrusionOk="0">
                  <a:moveTo>
                    <a:pt x="0" y="0"/>
                  </a:moveTo>
                  <a:lnTo>
                    <a:pt x="1994" y="2051"/>
                  </a:lnTo>
                  <a:cubicBezTo>
                    <a:pt x="29154" y="30630"/>
                    <a:pt x="61208" y="64073"/>
                    <a:pt x="73051" y="75916"/>
                  </a:cubicBezTo>
                  <a:cubicBezTo>
                    <a:pt x="84199" y="88454"/>
                    <a:pt x="107189" y="113530"/>
                    <a:pt x="123925" y="132350"/>
                  </a:cubicBezTo>
                  <a:cubicBezTo>
                    <a:pt x="132279" y="141413"/>
                    <a:pt x="142724" y="153082"/>
                    <a:pt x="152826" y="164490"/>
                  </a:cubicBezTo>
                  <a:lnTo>
                    <a:pt x="171991" y="186325"/>
                  </a:lnTo>
                  <a:lnTo>
                    <a:pt x="171991" y="217772"/>
                  </a:lnTo>
                  <a:lnTo>
                    <a:pt x="158226" y="202802"/>
                  </a:lnTo>
                  <a:cubicBezTo>
                    <a:pt x="147770" y="191223"/>
                    <a:pt x="138534" y="180777"/>
                    <a:pt x="132960" y="174161"/>
                  </a:cubicBezTo>
                  <a:cubicBezTo>
                    <a:pt x="108218" y="146083"/>
                    <a:pt x="90537" y="126957"/>
                    <a:pt x="89786" y="126095"/>
                  </a:cubicBezTo>
                  <a:cubicBezTo>
                    <a:pt x="92622" y="131822"/>
                    <a:pt x="137853" y="243133"/>
                    <a:pt x="140633" y="250111"/>
                  </a:cubicBezTo>
                  <a:cubicBezTo>
                    <a:pt x="141911" y="253919"/>
                    <a:pt x="142662" y="255671"/>
                    <a:pt x="143218" y="255671"/>
                  </a:cubicBezTo>
                  <a:cubicBezTo>
                    <a:pt x="143579" y="255671"/>
                    <a:pt x="143857" y="254948"/>
                    <a:pt x="144107" y="253586"/>
                  </a:cubicBezTo>
                  <a:cubicBezTo>
                    <a:pt x="142717" y="245218"/>
                    <a:pt x="140633" y="236850"/>
                    <a:pt x="136463" y="229900"/>
                  </a:cubicBezTo>
                  <a:cubicBezTo>
                    <a:pt x="127400" y="208300"/>
                    <a:pt x="116252" y="169963"/>
                    <a:pt x="118337" y="167183"/>
                  </a:cubicBezTo>
                  <a:cubicBezTo>
                    <a:pt x="118921" y="166600"/>
                    <a:pt x="119449" y="166238"/>
                    <a:pt x="119977" y="166238"/>
                  </a:cubicBezTo>
                  <a:cubicBezTo>
                    <a:pt x="121867" y="166238"/>
                    <a:pt x="123563" y="170909"/>
                    <a:pt x="127400" y="184614"/>
                  </a:cubicBezTo>
                  <a:cubicBezTo>
                    <a:pt x="130180" y="194372"/>
                    <a:pt x="135767" y="211775"/>
                    <a:pt x="140633" y="222922"/>
                  </a:cubicBezTo>
                  <a:lnTo>
                    <a:pt x="149000" y="244523"/>
                  </a:lnTo>
                  <a:lnTo>
                    <a:pt x="171991" y="258894"/>
                  </a:lnTo>
                  <a:lnTo>
                    <a:pt x="171991" y="268748"/>
                  </a:lnTo>
                  <a:lnTo>
                    <a:pt x="162233" y="262648"/>
                  </a:lnTo>
                  <a:lnTo>
                    <a:pt x="151780" y="255671"/>
                  </a:lnTo>
                  <a:lnTo>
                    <a:pt x="154560" y="266818"/>
                  </a:lnTo>
                  <a:cubicBezTo>
                    <a:pt x="155950" y="270989"/>
                    <a:pt x="155950" y="275881"/>
                    <a:pt x="155950" y="280051"/>
                  </a:cubicBezTo>
                  <a:cubicBezTo>
                    <a:pt x="155255" y="284249"/>
                    <a:pt x="156645" y="288419"/>
                    <a:pt x="158758" y="291894"/>
                  </a:cubicBezTo>
                  <a:cubicBezTo>
                    <a:pt x="161983" y="299650"/>
                    <a:pt x="162205" y="303820"/>
                    <a:pt x="158341" y="303820"/>
                  </a:cubicBezTo>
                  <a:cubicBezTo>
                    <a:pt x="158035" y="303820"/>
                    <a:pt x="157702" y="303793"/>
                    <a:pt x="157368" y="303737"/>
                  </a:cubicBezTo>
                  <a:cubicBezTo>
                    <a:pt x="154560" y="300262"/>
                    <a:pt x="152475" y="296787"/>
                    <a:pt x="151085" y="292589"/>
                  </a:cubicBezTo>
                  <a:cubicBezTo>
                    <a:pt x="148305" y="284249"/>
                    <a:pt x="142717" y="277271"/>
                    <a:pt x="135767" y="273101"/>
                  </a:cubicBezTo>
                  <a:cubicBezTo>
                    <a:pt x="123202" y="263343"/>
                    <a:pt x="86979" y="231985"/>
                    <a:pt x="83504" y="227092"/>
                  </a:cubicBezTo>
                  <a:cubicBezTo>
                    <a:pt x="82781" y="226370"/>
                    <a:pt x="82225" y="225980"/>
                    <a:pt x="81752" y="225980"/>
                  </a:cubicBezTo>
                  <a:cubicBezTo>
                    <a:pt x="80835" y="225980"/>
                    <a:pt x="80223" y="227398"/>
                    <a:pt x="79333" y="230595"/>
                  </a:cubicBezTo>
                  <a:cubicBezTo>
                    <a:pt x="77916" y="235460"/>
                    <a:pt x="77916" y="236155"/>
                    <a:pt x="72356" y="236155"/>
                  </a:cubicBezTo>
                  <a:cubicBezTo>
                    <a:pt x="68165" y="235634"/>
                    <a:pt x="57328" y="228842"/>
                    <a:pt x="29243" y="207546"/>
                  </a:cubicBezTo>
                  <a:lnTo>
                    <a:pt x="0" y="184960"/>
                  </a:lnTo>
                  <a:lnTo>
                    <a:pt x="0" y="177613"/>
                  </a:lnTo>
                  <a:lnTo>
                    <a:pt x="23893" y="196147"/>
                  </a:lnTo>
                  <a:cubicBezTo>
                    <a:pt x="42950" y="210704"/>
                    <a:pt x="60388" y="223617"/>
                    <a:pt x="61180" y="223617"/>
                  </a:cubicBezTo>
                  <a:cubicBezTo>
                    <a:pt x="61180" y="223617"/>
                    <a:pt x="61208" y="223617"/>
                    <a:pt x="61208" y="223617"/>
                  </a:cubicBezTo>
                  <a:cubicBezTo>
                    <a:pt x="60513" y="220142"/>
                    <a:pt x="59123" y="215945"/>
                    <a:pt x="57038" y="212470"/>
                  </a:cubicBezTo>
                  <a:cubicBezTo>
                    <a:pt x="45890" y="191564"/>
                    <a:pt x="24984" y="126762"/>
                    <a:pt x="29154" y="125372"/>
                  </a:cubicBezTo>
                  <a:cubicBezTo>
                    <a:pt x="34020" y="136520"/>
                    <a:pt x="38217" y="147668"/>
                    <a:pt x="41692" y="159510"/>
                  </a:cubicBezTo>
                  <a:cubicBezTo>
                    <a:pt x="46585" y="175551"/>
                    <a:pt x="52840" y="191564"/>
                    <a:pt x="59818" y="207605"/>
                  </a:cubicBezTo>
                  <a:cubicBezTo>
                    <a:pt x="63293" y="214555"/>
                    <a:pt x="67463" y="222228"/>
                    <a:pt x="68186" y="225008"/>
                  </a:cubicBezTo>
                  <a:cubicBezTo>
                    <a:pt x="69298" y="227231"/>
                    <a:pt x="70187" y="228260"/>
                    <a:pt x="70771" y="228260"/>
                  </a:cubicBezTo>
                  <a:cubicBezTo>
                    <a:pt x="71633" y="228260"/>
                    <a:pt x="71800" y="225980"/>
                    <a:pt x="70966" y="222228"/>
                  </a:cubicBezTo>
                  <a:cubicBezTo>
                    <a:pt x="69576" y="215945"/>
                    <a:pt x="70966" y="210384"/>
                    <a:pt x="74441" y="210384"/>
                  </a:cubicBezTo>
                  <a:cubicBezTo>
                    <a:pt x="80723" y="214555"/>
                    <a:pt x="86283" y="219447"/>
                    <a:pt x="91871" y="224312"/>
                  </a:cubicBezTo>
                  <a:cubicBezTo>
                    <a:pt x="100211" y="231985"/>
                    <a:pt x="113472" y="244523"/>
                    <a:pt x="121812" y="251501"/>
                  </a:cubicBezTo>
                  <a:lnTo>
                    <a:pt x="122507" y="252196"/>
                  </a:lnTo>
                  <a:cubicBezTo>
                    <a:pt x="127400" y="257061"/>
                    <a:pt x="132960" y="261258"/>
                    <a:pt x="138547" y="265428"/>
                  </a:cubicBezTo>
                  <a:cubicBezTo>
                    <a:pt x="139937" y="265428"/>
                    <a:pt x="119032" y="210384"/>
                    <a:pt x="89758" y="140023"/>
                  </a:cubicBezTo>
                  <a:cubicBezTo>
                    <a:pt x="81001" y="119090"/>
                    <a:pt x="68964" y="98851"/>
                    <a:pt x="65044" y="98851"/>
                  </a:cubicBezTo>
                  <a:cubicBezTo>
                    <a:pt x="64905" y="98851"/>
                    <a:pt x="64794" y="98851"/>
                    <a:pt x="64683" y="98907"/>
                  </a:cubicBezTo>
                  <a:cubicBezTo>
                    <a:pt x="63988" y="103772"/>
                    <a:pt x="64683" y="107969"/>
                    <a:pt x="66768" y="112140"/>
                  </a:cubicBezTo>
                  <a:cubicBezTo>
                    <a:pt x="68186" y="117032"/>
                    <a:pt x="68881" y="121897"/>
                    <a:pt x="68881" y="126762"/>
                  </a:cubicBezTo>
                  <a:cubicBezTo>
                    <a:pt x="68603" y="127429"/>
                    <a:pt x="68325" y="127763"/>
                    <a:pt x="67991" y="127763"/>
                  </a:cubicBezTo>
                  <a:cubicBezTo>
                    <a:pt x="66601" y="127763"/>
                    <a:pt x="64599" y="121647"/>
                    <a:pt x="61208" y="108664"/>
                  </a:cubicBezTo>
                  <a:cubicBezTo>
                    <a:pt x="59818" y="99602"/>
                    <a:pt x="56315" y="91234"/>
                    <a:pt x="50755" y="83589"/>
                  </a:cubicBezTo>
                  <a:cubicBezTo>
                    <a:pt x="48670" y="81476"/>
                    <a:pt x="46585" y="78696"/>
                    <a:pt x="43777" y="77306"/>
                  </a:cubicBezTo>
                  <a:cubicBezTo>
                    <a:pt x="47975" y="101686"/>
                    <a:pt x="54230" y="125372"/>
                    <a:pt x="61208" y="149058"/>
                  </a:cubicBezTo>
                  <a:cubicBezTo>
                    <a:pt x="66712" y="168657"/>
                    <a:pt x="67908" y="173717"/>
                    <a:pt x="65767" y="173717"/>
                  </a:cubicBezTo>
                  <a:cubicBezTo>
                    <a:pt x="65461" y="173717"/>
                    <a:pt x="65100" y="173633"/>
                    <a:pt x="64683" y="173466"/>
                  </a:cubicBezTo>
                  <a:cubicBezTo>
                    <a:pt x="63293" y="172771"/>
                    <a:pt x="47280" y="114919"/>
                    <a:pt x="40997" y="87064"/>
                  </a:cubicBezTo>
                  <a:cubicBezTo>
                    <a:pt x="39607" y="77306"/>
                    <a:pt x="36132" y="68243"/>
                    <a:pt x="29154" y="61293"/>
                  </a:cubicBezTo>
                  <a:cubicBezTo>
                    <a:pt x="24984" y="57095"/>
                    <a:pt x="22177" y="53620"/>
                    <a:pt x="20787" y="52925"/>
                  </a:cubicBezTo>
                  <a:cubicBezTo>
                    <a:pt x="20759" y="52898"/>
                    <a:pt x="20731" y="52898"/>
                    <a:pt x="20703" y="52898"/>
                  </a:cubicBezTo>
                  <a:cubicBezTo>
                    <a:pt x="19591" y="52898"/>
                    <a:pt x="23455" y="66631"/>
                    <a:pt x="45167" y="139328"/>
                  </a:cubicBezTo>
                  <a:cubicBezTo>
                    <a:pt x="51450" y="157425"/>
                    <a:pt x="56315" y="176246"/>
                    <a:pt x="59818" y="195067"/>
                  </a:cubicBezTo>
                  <a:cubicBezTo>
                    <a:pt x="57733" y="195067"/>
                    <a:pt x="14532" y="52925"/>
                    <a:pt x="15922" y="50145"/>
                  </a:cubicBezTo>
                  <a:lnTo>
                    <a:pt x="0" y="32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26;p3">
              <a:extLst>
                <a:ext uri="{FF2B5EF4-FFF2-40B4-BE49-F238E27FC236}">
                  <a16:creationId xmlns:a16="http://schemas.microsoft.com/office/drawing/2014/main" id="{E1C705DA-9F61-F3F3-4633-A3457F3CA754}"/>
                </a:ext>
              </a:extLst>
            </p:cNvPr>
            <p:cNvSpPr/>
            <p:nvPr/>
          </p:nvSpPr>
          <p:spPr>
            <a:xfrm>
              <a:off x="506635" y="417145"/>
              <a:ext cx="171991" cy="200322"/>
            </a:xfrm>
            <a:custGeom>
              <a:avLst/>
              <a:gdLst/>
              <a:ahLst/>
              <a:cxnLst/>
              <a:rect l="l" t="t" r="r" b="b"/>
              <a:pathLst>
                <a:path w="171991" h="200322" extrusionOk="0">
                  <a:moveTo>
                    <a:pt x="0" y="0"/>
                  </a:moveTo>
                  <a:lnTo>
                    <a:pt x="8249" y="8557"/>
                  </a:lnTo>
                  <a:lnTo>
                    <a:pt x="26374" y="27377"/>
                  </a:lnTo>
                  <a:lnTo>
                    <a:pt x="43777" y="33632"/>
                  </a:lnTo>
                  <a:cubicBezTo>
                    <a:pt x="64683" y="41305"/>
                    <a:pt x="72356" y="45475"/>
                    <a:pt x="72356" y="46892"/>
                  </a:cubicBezTo>
                  <a:cubicBezTo>
                    <a:pt x="72245" y="47004"/>
                    <a:pt x="71966" y="47060"/>
                    <a:pt x="71577" y="47060"/>
                  </a:cubicBezTo>
                  <a:cubicBezTo>
                    <a:pt x="69715" y="47060"/>
                    <a:pt x="64878" y="45697"/>
                    <a:pt x="59123" y="43390"/>
                  </a:cubicBezTo>
                  <a:cubicBezTo>
                    <a:pt x="52145" y="41305"/>
                    <a:pt x="43777" y="37830"/>
                    <a:pt x="39607" y="36440"/>
                  </a:cubicBezTo>
                  <a:lnTo>
                    <a:pt x="32630" y="34327"/>
                  </a:lnTo>
                  <a:lnTo>
                    <a:pt x="36132" y="39220"/>
                  </a:lnTo>
                  <a:cubicBezTo>
                    <a:pt x="38912" y="43390"/>
                    <a:pt x="44472" y="46892"/>
                    <a:pt x="63988" y="55233"/>
                  </a:cubicBezTo>
                  <a:cubicBezTo>
                    <a:pt x="83504" y="63600"/>
                    <a:pt x="89063" y="66380"/>
                    <a:pt x="89063" y="68493"/>
                  </a:cubicBezTo>
                  <a:cubicBezTo>
                    <a:pt x="89063" y="71274"/>
                    <a:pt x="98126" y="76138"/>
                    <a:pt x="129485" y="92179"/>
                  </a:cubicBezTo>
                  <a:cubicBezTo>
                    <a:pt x="162233" y="109582"/>
                    <a:pt x="169211" y="112362"/>
                    <a:pt x="167821" y="115170"/>
                  </a:cubicBezTo>
                  <a:cubicBezTo>
                    <a:pt x="167459" y="116031"/>
                    <a:pt x="167293" y="116755"/>
                    <a:pt x="166208" y="116755"/>
                  </a:cubicBezTo>
                  <a:cubicBezTo>
                    <a:pt x="163011" y="116755"/>
                    <a:pt x="151836" y="110555"/>
                    <a:pt x="104409" y="84506"/>
                  </a:cubicBezTo>
                  <a:cubicBezTo>
                    <a:pt x="77221" y="69883"/>
                    <a:pt x="54925" y="58736"/>
                    <a:pt x="54230" y="58736"/>
                  </a:cubicBezTo>
                  <a:cubicBezTo>
                    <a:pt x="62598" y="68493"/>
                    <a:pt x="71661" y="78224"/>
                    <a:pt x="81418" y="86591"/>
                  </a:cubicBezTo>
                  <a:cubicBezTo>
                    <a:pt x="105799" y="110972"/>
                    <a:pt x="112054" y="116560"/>
                    <a:pt x="126010" y="124232"/>
                  </a:cubicBezTo>
                  <a:cubicBezTo>
                    <a:pt x="135072" y="129792"/>
                    <a:pt x="151780" y="140940"/>
                    <a:pt x="162928" y="148613"/>
                  </a:cubicBezTo>
                  <a:lnTo>
                    <a:pt x="171991" y="155039"/>
                  </a:lnTo>
                  <a:lnTo>
                    <a:pt x="171991" y="164797"/>
                  </a:lnTo>
                  <a:lnTo>
                    <a:pt x="162742" y="158329"/>
                  </a:lnTo>
                  <a:cubicBezTo>
                    <a:pt x="137493" y="140593"/>
                    <a:pt x="133307" y="137465"/>
                    <a:pt x="132265" y="137465"/>
                  </a:cubicBezTo>
                  <a:cubicBezTo>
                    <a:pt x="134350" y="142330"/>
                    <a:pt x="137158" y="145805"/>
                    <a:pt x="140633" y="149308"/>
                  </a:cubicBezTo>
                  <a:cubicBezTo>
                    <a:pt x="149341" y="159580"/>
                    <a:pt x="159399" y="171640"/>
                    <a:pt x="169828" y="184279"/>
                  </a:cubicBezTo>
                  <a:lnTo>
                    <a:pt x="171991" y="186925"/>
                  </a:lnTo>
                  <a:lnTo>
                    <a:pt x="171991" y="200322"/>
                  </a:lnTo>
                  <a:lnTo>
                    <a:pt x="154560" y="179248"/>
                  </a:lnTo>
                  <a:cubicBezTo>
                    <a:pt x="139242" y="160456"/>
                    <a:pt x="112054" y="130488"/>
                    <a:pt x="94651" y="113085"/>
                  </a:cubicBezTo>
                  <a:cubicBezTo>
                    <a:pt x="64683" y="82421"/>
                    <a:pt x="28459" y="44085"/>
                    <a:pt x="22872" y="37135"/>
                  </a:cubicBezTo>
                  <a:cubicBezTo>
                    <a:pt x="20085" y="33820"/>
                    <a:pt x="16690" y="29985"/>
                    <a:pt x="11880" y="24813"/>
                  </a:cubicBezTo>
                  <a:lnTo>
                    <a:pt x="0" y="124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27;p3">
              <a:extLst>
                <a:ext uri="{FF2B5EF4-FFF2-40B4-BE49-F238E27FC236}">
                  <a16:creationId xmlns:a16="http://schemas.microsoft.com/office/drawing/2014/main" id="{5FDBE846-AD28-F538-7875-91CD645B5354}"/>
                </a:ext>
              </a:extLst>
            </p:cNvPr>
            <p:cNvSpPr/>
            <p:nvPr/>
          </p:nvSpPr>
          <p:spPr>
            <a:xfrm>
              <a:off x="506635" y="381446"/>
              <a:ext cx="20314" cy="10423"/>
            </a:xfrm>
            <a:custGeom>
              <a:avLst/>
              <a:gdLst/>
              <a:ahLst/>
              <a:cxnLst/>
              <a:rect l="l" t="t" r="r" b="b"/>
              <a:pathLst>
                <a:path w="20314" h="10423" extrusionOk="0">
                  <a:moveTo>
                    <a:pt x="0" y="0"/>
                  </a:moveTo>
                  <a:lnTo>
                    <a:pt x="8249" y="3834"/>
                  </a:lnTo>
                  <a:cubicBezTo>
                    <a:pt x="17478" y="8310"/>
                    <a:pt x="20314" y="10423"/>
                    <a:pt x="18340" y="10423"/>
                  </a:cubicBezTo>
                  <a:cubicBezTo>
                    <a:pt x="17173" y="10423"/>
                    <a:pt x="14302" y="9672"/>
                    <a:pt x="10070" y="8212"/>
                  </a:cubicBezTo>
                  <a:lnTo>
                    <a:pt x="0" y="4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28;p3">
              <a:extLst>
                <a:ext uri="{FF2B5EF4-FFF2-40B4-BE49-F238E27FC236}">
                  <a16:creationId xmlns:a16="http://schemas.microsoft.com/office/drawing/2014/main" id="{3C6E6F6A-3764-4899-29CB-04E384CC915D}"/>
                </a:ext>
              </a:extLst>
            </p:cNvPr>
            <p:cNvSpPr/>
            <p:nvPr/>
          </p:nvSpPr>
          <p:spPr>
            <a:xfrm>
              <a:off x="506635" y="367084"/>
              <a:ext cx="57038" cy="30761"/>
            </a:xfrm>
            <a:custGeom>
              <a:avLst/>
              <a:gdLst/>
              <a:ahLst/>
              <a:cxnLst/>
              <a:rect l="l" t="t" r="r" b="b"/>
              <a:pathLst>
                <a:path w="57038" h="30761" extrusionOk="0">
                  <a:moveTo>
                    <a:pt x="0" y="0"/>
                  </a:moveTo>
                  <a:lnTo>
                    <a:pt x="3384" y="1488"/>
                  </a:lnTo>
                  <a:cubicBezTo>
                    <a:pt x="36827" y="17501"/>
                    <a:pt x="57038" y="28649"/>
                    <a:pt x="55620" y="30761"/>
                  </a:cubicBezTo>
                  <a:cubicBezTo>
                    <a:pt x="44472" y="26564"/>
                    <a:pt x="33325" y="21003"/>
                    <a:pt x="22872" y="15416"/>
                  </a:cubicBezTo>
                  <a:lnTo>
                    <a:pt x="0" y="4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29;p3">
              <a:extLst>
                <a:ext uri="{FF2B5EF4-FFF2-40B4-BE49-F238E27FC236}">
                  <a16:creationId xmlns:a16="http://schemas.microsoft.com/office/drawing/2014/main" id="{57129867-CA7B-A01B-C98A-AF403E6DA99F}"/>
                </a:ext>
              </a:extLst>
            </p:cNvPr>
            <p:cNvSpPr/>
            <p:nvPr/>
          </p:nvSpPr>
          <p:spPr>
            <a:xfrm>
              <a:off x="506635" y="349830"/>
              <a:ext cx="171991" cy="108862"/>
            </a:xfrm>
            <a:custGeom>
              <a:avLst/>
              <a:gdLst/>
              <a:ahLst/>
              <a:cxnLst/>
              <a:rect l="l" t="t" r="r" b="b"/>
              <a:pathLst>
                <a:path w="171991" h="108862" extrusionOk="0">
                  <a:moveTo>
                    <a:pt x="0" y="0"/>
                  </a:moveTo>
                  <a:lnTo>
                    <a:pt x="25679" y="11764"/>
                  </a:lnTo>
                  <a:cubicBezTo>
                    <a:pt x="57038" y="27110"/>
                    <a:pt x="86979" y="45208"/>
                    <a:pt x="114862" y="65418"/>
                  </a:cubicBezTo>
                  <a:cubicBezTo>
                    <a:pt x="136796" y="79534"/>
                    <a:pt x="158746" y="94040"/>
                    <a:pt x="171294" y="102170"/>
                  </a:cubicBezTo>
                  <a:lnTo>
                    <a:pt x="171991" y="102613"/>
                  </a:lnTo>
                  <a:lnTo>
                    <a:pt x="171991" y="108862"/>
                  </a:lnTo>
                  <a:lnTo>
                    <a:pt x="152743" y="96165"/>
                  </a:lnTo>
                  <a:cubicBezTo>
                    <a:pt x="134892" y="84406"/>
                    <a:pt x="114514" y="70992"/>
                    <a:pt x="103019" y="63333"/>
                  </a:cubicBezTo>
                  <a:cubicBezTo>
                    <a:pt x="85950" y="51491"/>
                    <a:pt x="68353" y="40517"/>
                    <a:pt x="50321" y="30502"/>
                  </a:cubicBezTo>
                  <a:lnTo>
                    <a:pt x="0" y="5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30;p3">
              <a:extLst>
                <a:ext uri="{FF2B5EF4-FFF2-40B4-BE49-F238E27FC236}">
                  <a16:creationId xmlns:a16="http://schemas.microsoft.com/office/drawing/2014/main" id="{E6AE372F-42A5-BA34-F5E1-418E3DAA04E7}"/>
                </a:ext>
              </a:extLst>
            </p:cNvPr>
            <p:cNvSpPr/>
            <p:nvPr/>
          </p:nvSpPr>
          <p:spPr>
            <a:xfrm>
              <a:off x="506635" y="327770"/>
              <a:ext cx="65030" cy="31906"/>
            </a:xfrm>
            <a:custGeom>
              <a:avLst/>
              <a:gdLst/>
              <a:ahLst/>
              <a:cxnLst/>
              <a:rect l="l" t="t" r="r" b="b"/>
              <a:pathLst>
                <a:path w="65030" h="31906" extrusionOk="0">
                  <a:moveTo>
                    <a:pt x="0" y="0"/>
                  </a:moveTo>
                  <a:lnTo>
                    <a:pt x="12951" y="6052"/>
                  </a:lnTo>
                  <a:cubicBezTo>
                    <a:pt x="40122" y="19028"/>
                    <a:pt x="65030" y="31391"/>
                    <a:pt x="64683" y="31739"/>
                  </a:cubicBezTo>
                  <a:cubicBezTo>
                    <a:pt x="64627" y="31850"/>
                    <a:pt x="64488" y="31906"/>
                    <a:pt x="64238" y="31906"/>
                  </a:cubicBezTo>
                  <a:cubicBezTo>
                    <a:pt x="61124" y="31906"/>
                    <a:pt x="42165" y="23677"/>
                    <a:pt x="12447" y="9444"/>
                  </a:cubicBezTo>
                  <a:lnTo>
                    <a:pt x="0" y="3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31;p3">
              <a:extLst>
                <a:ext uri="{FF2B5EF4-FFF2-40B4-BE49-F238E27FC236}">
                  <a16:creationId xmlns:a16="http://schemas.microsoft.com/office/drawing/2014/main" id="{1E78227A-7D60-1995-DE0C-F0F24710278E}"/>
                </a:ext>
              </a:extLst>
            </p:cNvPr>
            <p:cNvSpPr/>
            <p:nvPr/>
          </p:nvSpPr>
          <p:spPr>
            <a:xfrm>
              <a:off x="506635" y="201913"/>
              <a:ext cx="171991" cy="228689"/>
            </a:xfrm>
            <a:custGeom>
              <a:avLst/>
              <a:gdLst/>
              <a:ahLst/>
              <a:cxnLst/>
              <a:rect l="l" t="t" r="r" b="b"/>
              <a:pathLst>
                <a:path w="171991" h="228689" extrusionOk="0">
                  <a:moveTo>
                    <a:pt x="0" y="0"/>
                  </a:moveTo>
                  <a:lnTo>
                    <a:pt x="51450" y="38446"/>
                  </a:lnTo>
                  <a:cubicBezTo>
                    <a:pt x="56315" y="43338"/>
                    <a:pt x="54925" y="48899"/>
                    <a:pt x="47975" y="49593"/>
                  </a:cubicBezTo>
                  <a:cubicBezTo>
                    <a:pt x="43082" y="50288"/>
                    <a:pt x="45167" y="51707"/>
                    <a:pt x="62598" y="67024"/>
                  </a:cubicBezTo>
                  <a:cubicBezTo>
                    <a:pt x="96041" y="95603"/>
                    <a:pt x="130875" y="133216"/>
                    <a:pt x="131570" y="140889"/>
                  </a:cubicBezTo>
                  <a:cubicBezTo>
                    <a:pt x="131570" y="143669"/>
                    <a:pt x="131570" y="145059"/>
                    <a:pt x="127400" y="146449"/>
                  </a:cubicBezTo>
                  <a:cubicBezTo>
                    <a:pt x="123202" y="147839"/>
                    <a:pt x="123202" y="148534"/>
                    <a:pt x="134350" y="161072"/>
                  </a:cubicBezTo>
                  <a:lnTo>
                    <a:pt x="171991" y="215169"/>
                  </a:lnTo>
                  <a:lnTo>
                    <a:pt x="171991" y="228689"/>
                  </a:lnTo>
                  <a:lnTo>
                    <a:pt x="119727" y="156902"/>
                  </a:lnTo>
                  <a:cubicBezTo>
                    <a:pt x="113472" y="148534"/>
                    <a:pt x="111359" y="145059"/>
                    <a:pt x="112777" y="142279"/>
                  </a:cubicBezTo>
                  <a:cubicBezTo>
                    <a:pt x="113472" y="140194"/>
                    <a:pt x="115557" y="139499"/>
                    <a:pt x="117642" y="139499"/>
                  </a:cubicBezTo>
                  <a:cubicBezTo>
                    <a:pt x="118031" y="139527"/>
                    <a:pt x="118365" y="139555"/>
                    <a:pt x="118670" y="139555"/>
                  </a:cubicBezTo>
                  <a:cubicBezTo>
                    <a:pt x="122229" y="139555"/>
                    <a:pt x="120005" y="135468"/>
                    <a:pt x="106494" y="120678"/>
                  </a:cubicBezTo>
                  <a:lnTo>
                    <a:pt x="93261" y="106028"/>
                  </a:lnTo>
                  <a:lnTo>
                    <a:pt x="10334" y="64245"/>
                  </a:lnTo>
                  <a:lnTo>
                    <a:pt x="0" y="59150"/>
                  </a:lnTo>
                  <a:lnTo>
                    <a:pt x="0" y="52693"/>
                  </a:lnTo>
                  <a:lnTo>
                    <a:pt x="73051" y="87930"/>
                  </a:lnTo>
                  <a:lnTo>
                    <a:pt x="52840" y="70499"/>
                  </a:lnTo>
                  <a:cubicBezTo>
                    <a:pt x="45890" y="64245"/>
                    <a:pt x="38217" y="57962"/>
                    <a:pt x="31934" y="50288"/>
                  </a:cubicBezTo>
                  <a:cubicBezTo>
                    <a:pt x="29849" y="46119"/>
                    <a:pt x="31934" y="43338"/>
                    <a:pt x="38217" y="43338"/>
                  </a:cubicBezTo>
                  <a:lnTo>
                    <a:pt x="44472" y="43338"/>
                  </a:lnTo>
                  <a:lnTo>
                    <a:pt x="39607" y="39863"/>
                  </a:lnTo>
                  <a:lnTo>
                    <a:pt x="0" y="10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32;p3">
              <a:extLst>
                <a:ext uri="{FF2B5EF4-FFF2-40B4-BE49-F238E27FC236}">
                  <a16:creationId xmlns:a16="http://schemas.microsoft.com/office/drawing/2014/main" id="{1AD0A4A6-57F2-1168-6927-12E491ECD131}"/>
                </a:ext>
              </a:extLst>
            </p:cNvPr>
            <p:cNvSpPr/>
            <p:nvPr/>
          </p:nvSpPr>
          <p:spPr>
            <a:xfrm>
              <a:off x="798444" y="755966"/>
              <a:ext cx="28" cy="695"/>
            </a:xfrm>
            <a:custGeom>
              <a:avLst/>
              <a:gdLst/>
              <a:ahLst/>
              <a:cxnLst/>
              <a:rect l="l" t="t" r="r" b="b"/>
              <a:pathLst>
                <a:path w="28" h="695" extrusionOk="0">
                  <a:moveTo>
                    <a:pt x="28" y="0"/>
                  </a:moveTo>
                  <a:lnTo>
                    <a:pt x="28" y="695"/>
                  </a:lnTo>
                  <a:cubicBezTo>
                    <a:pt x="0" y="667"/>
                    <a:pt x="0" y="667"/>
                    <a:pt x="0" y="639"/>
                  </a:cubicBezTo>
                  <a:cubicBezTo>
                    <a:pt x="0" y="445"/>
                    <a:pt x="28" y="222"/>
                    <a:pt x="2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33;p3">
              <a:extLst>
                <a:ext uri="{FF2B5EF4-FFF2-40B4-BE49-F238E27FC236}">
                  <a16:creationId xmlns:a16="http://schemas.microsoft.com/office/drawing/2014/main" id="{E6B60DC5-1C13-E980-987C-DD4A5FF7E53C}"/>
                </a:ext>
              </a:extLst>
            </p:cNvPr>
            <p:cNvSpPr/>
            <p:nvPr/>
          </p:nvSpPr>
          <p:spPr>
            <a:xfrm>
              <a:off x="678626" y="417082"/>
              <a:ext cx="119818" cy="349058"/>
            </a:xfrm>
            <a:custGeom>
              <a:avLst/>
              <a:gdLst/>
              <a:ahLst/>
              <a:cxnLst/>
              <a:rect l="l" t="t" r="r" b="b"/>
              <a:pathLst>
                <a:path w="119818" h="349058" extrusionOk="0">
                  <a:moveTo>
                    <a:pt x="0" y="0"/>
                  </a:moveTo>
                  <a:lnTo>
                    <a:pt x="18126" y="26050"/>
                  </a:lnTo>
                  <a:cubicBezTo>
                    <a:pt x="36918" y="58103"/>
                    <a:pt x="38308" y="60883"/>
                    <a:pt x="32053" y="62968"/>
                  </a:cubicBezTo>
                  <a:cubicBezTo>
                    <a:pt x="30997" y="63330"/>
                    <a:pt x="29774" y="63497"/>
                    <a:pt x="28551" y="63497"/>
                  </a:cubicBezTo>
                  <a:cubicBezTo>
                    <a:pt x="27355" y="63497"/>
                    <a:pt x="26132" y="63330"/>
                    <a:pt x="25076" y="62968"/>
                  </a:cubicBezTo>
                  <a:cubicBezTo>
                    <a:pt x="24742" y="62857"/>
                    <a:pt x="24464" y="62802"/>
                    <a:pt x="24214" y="62802"/>
                  </a:cubicBezTo>
                  <a:cubicBezTo>
                    <a:pt x="23046" y="62802"/>
                    <a:pt x="23324" y="64331"/>
                    <a:pt x="25076" y="67833"/>
                  </a:cubicBezTo>
                  <a:cubicBezTo>
                    <a:pt x="34138" y="85264"/>
                    <a:pt x="64107" y="152846"/>
                    <a:pt x="72447" y="173056"/>
                  </a:cubicBezTo>
                  <a:cubicBezTo>
                    <a:pt x="83595" y="200217"/>
                    <a:pt x="84290" y="205110"/>
                    <a:pt x="77340" y="206500"/>
                  </a:cubicBezTo>
                  <a:cubicBezTo>
                    <a:pt x="72447" y="207195"/>
                    <a:pt x="73142" y="209279"/>
                    <a:pt x="90572" y="265019"/>
                  </a:cubicBezTo>
                  <a:cubicBezTo>
                    <a:pt x="96855" y="287314"/>
                    <a:pt x="105195" y="308915"/>
                    <a:pt x="114258" y="329821"/>
                  </a:cubicBezTo>
                  <a:cubicBezTo>
                    <a:pt x="116343" y="332601"/>
                    <a:pt x="118428" y="336076"/>
                    <a:pt x="119818" y="339523"/>
                  </a:cubicBezTo>
                  <a:cubicBezTo>
                    <a:pt x="119596" y="344138"/>
                    <a:pt x="116871" y="347974"/>
                    <a:pt x="112868" y="348642"/>
                  </a:cubicBezTo>
                  <a:cubicBezTo>
                    <a:pt x="112117" y="348892"/>
                    <a:pt x="111367" y="349058"/>
                    <a:pt x="110477" y="349058"/>
                  </a:cubicBezTo>
                  <a:cubicBezTo>
                    <a:pt x="106585" y="349058"/>
                    <a:pt x="100108" y="345834"/>
                    <a:pt x="77340" y="333296"/>
                  </a:cubicBezTo>
                  <a:cubicBezTo>
                    <a:pt x="59909" y="324260"/>
                    <a:pt x="36223" y="310305"/>
                    <a:pt x="23686" y="301965"/>
                  </a:cubicBezTo>
                  <a:lnTo>
                    <a:pt x="0" y="287159"/>
                  </a:lnTo>
                  <a:lnTo>
                    <a:pt x="0" y="277305"/>
                  </a:lnTo>
                  <a:lnTo>
                    <a:pt x="16013" y="287314"/>
                  </a:lnTo>
                  <a:cubicBezTo>
                    <a:pt x="36918" y="301242"/>
                    <a:pt x="60604" y="315893"/>
                    <a:pt x="68277" y="320758"/>
                  </a:cubicBezTo>
                  <a:cubicBezTo>
                    <a:pt x="72447" y="323538"/>
                    <a:pt x="77340" y="326346"/>
                    <a:pt x="82205" y="328430"/>
                  </a:cubicBezTo>
                  <a:cubicBezTo>
                    <a:pt x="82205" y="327735"/>
                    <a:pt x="67582" y="311000"/>
                    <a:pt x="18821" y="256651"/>
                  </a:cubicBezTo>
                  <a:lnTo>
                    <a:pt x="0" y="236182"/>
                  </a:lnTo>
                  <a:lnTo>
                    <a:pt x="0" y="204736"/>
                  </a:lnTo>
                  <a:lnTo>
                    <a:pt x="7673" y="213478"/>
                  </a:lnTo>
                  <a:lnTo>
                    <a:pt x="8368" y="213478"/>
                  </a:lnTo>
                  <a:cubicBezTo>
                    <a:pt x="24325" y="231548"/>
                    <a:pt x="34472" y="242251"/>
                    <a:pt x="35111" y="242251"/>
                  </a:cubicBezTo>
                  <a:cubicBezTo>
                    <a:pt x="35528" y="242251"/>
                    <a:pt x="31831" y="237636"/>
                    <a:pt x="22991" y="227406"/>
                  </a:cubicBezTo>
                  <a:cubicBezTo>
                    <a:pt x="19502" y="223569"/>
                    <a:pt x="13233" y="216251"/>
                    <a:pt x="5918" y="207539"/>
                  </a:cubicBezTo>
                  <a:lnTo>
                    <a:pt x="0" y="200384"/>
                  </a:lnTo>
                  <a:lnTo>
                    <a:pt x="0" y="186988"/>
                  </a:lnTo>
                  <a:lnTo>
                    <a:pt x="29256" y="222784"/>
                  </a:lnTo>
                  <a:cubicBezTo>
                    <a:pt x="49637" y="247957"/>
                    <a:pt x="67582" y="270606"/>
                    <a:pt x="75255" y="281059"/>
                  </a:cubicBezTo>
                  <a:lnTo>
                    <a:pt x="74560" y="281754"/>
                  </a:lnTo>
                  <a:cubicBezTo>
                    <a:pt x="83789" y="294320"/>
                    <a:pt x="91796" y="306246"/>
                    <a:pt x="93186" y="306246"/>
                  </a:cubicBezTo>
                  <a:cubicBezTo>
                    <a:pt x="93269" y="306246"/>
                    <a:pt x="93325" y="306191"/>
                    <a:pt x="93352" y="306135"/>
                  </a:cubicBezTo>
                  <a:cubicBezTo>
                    <a:pt x="94047" y="304050"/>
                    <a:pt x="77340" y="251786"/>
                    <a:pt x="70362" y="230880"/>
                  </a:cubicBezTo>
                  <a:lnTo>
                    <a:pt x="61299" y="207195"/>
                  </a:lnTo>
                  <a:lnTo>
                    <a:pt x="23686" y="181424"/>
                  </a:lnTo>
                  <a:lnTo>
                    <a:pt x="0" y="164860"/>
                  </a:lnTo>
                  <a:lnTo>
                    <a:pt x="0" y="155101"/>
                  </a:lnTo>
                  <a:lnTo>
                    <a:pt x="11930" y="163559"/>
                  </a:lnTo>
                  <a:cubicBezTo>
                    <a:pt x="19682" y="168873"/>
                    <a:pt x="27522" y="174099"/>
                    <a:pt x="33443" y="177921"/>
                  </a:cubicBezTo>
                  <a:cubicBezTo>
                    <a:pt x="44591" y="186289"/>
                    <a:pt x="56434" y="193962"/>
                    <a:pt x="58519" y="196047"/>
                  </a:cubicBezTo>
                  <a:lnTo>
                    <a:pt x="57824" y="196047"/>
                  </a:lnTo>
                  <a:cubicBezTo>
                    <a:pt x="59853" y="197076"/>
                    <a:pt x="62272" y="197715"/>
                    <a:pt x="64524" y="197715"/>
                  </a:cubicBezTo>
                  <a:cubicBezTo>
                    <a:pt x="65330" y="197715"/>
                    <a:pt x="66136" y="197632"/>
                    <a:pt x="66887" y="197437"/>
                  </a:cubicBezTo>
                  <a:lnTo>
                    <a:pt x="72447" y="196742"/>
                  </a:lnTo>
                  <a:lnTo>
                    <a:pt x="65497" y="179311"/>
                  </a:lnTo>
                  <a:cubicBezTo>
                    <a:pt x="56434" y="156321"/>
                    <a:pt x="37613" y="112425"/>
                    <a:pt x="23686" y="83179"/>
                  </a:cubicBezTo>
                  <a:cubicBezTo>
                    <a:pt x="15318" y="65748"/>
                    <a:pt x="13928" y="58103"/>
                    <a:pt x="14623" y="55991"/>
                  </a:cubicBezTo>
                  <a:cubicBezTo>
                    <a:pt x="15318" y="53906"/>
                    <a:pt x="16013" y="51821"/>
                    <a:pt x="15318" y="51821"/>
                  </a:cubicBezTo>
                  <a:cubicBezTo>
                    <a:pt x="14623" y="51300"/>
                    <a:pt x="10444" y="48513"/>
                    <a:pt x="4208" y="44386"/>
                  </a:cubicBezTo>
                  <a:lnTo>
                    <a:pt x="0" y="41610"/>
                  </a:lnTo>
                  <a:lnTo>
                    <a:pt x="0" y="35361"/>
                  </a:lnTo>
                  <a:lnTo>
                    <a:pt x="8368" y="40673"/>
                  </a:lnTo>
                  <a:lnTo>
                    <a:pt x="8368" y="41368"/>
                  </a:lnTo>
                  <a:cubicBezTo>
                    <a:pt x="12538" y="44148"/>
                    <a:pt x="16708" y="46233"/>
                    <a:pt x="21601" y="48346"/>
                  </a:cubicBezTo>
                  <a:cubicBezTo>
                    <a:pt x="21601" y="48346"/>
                    <a:pt x="13928" y="35808"/>
                    <a:pt x="5560" y="21157"/>
                  </a:cubicBezTo>
                  <a:lnTo>
                    <a:pt x="0" y="13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4" name="Google Shape;239;p2">
            <a:extLst>
              <a:ext uri="{FF2B5EF4-FFF2-40B4-BE49-F238E27FC236}">
                <a16:creationId xmlns:a16="http://schemas.microsoft.com/office/drawing/2014/main" id="{25356D54-BC87-D9C9-CBCC-D6067CA950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16319" y="1538733"/>
            <a:ext cx="980016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35;p3">
            <a:extLst>
              <a:ext uri="{FF2B5EF4-FFF2-40B4-BE49-F238E27FC236}">
                <a16:creationId xmlns:a16="http://schemas.microsoft.com/office/drawing/2014/main" id="{5A57543C-937C-1D9F-0973-31AF499929AC}"/>
              </a:ext>
            </a:extLst>
          </p:cNvPr>
          <p:cNvGrpSpPr/>
          <p:nvPr/>
        </p:nvGrpSpPr>
        <p:grpSpPr>
          <a:xfrm>
            <a:off x="10737851" y="1"/>
            <a:ext cx="1104055" cy="1057487"/>
            <a:chOff x="0" y="0"/>
            <a:chExt cx="828650" cy="793641"/>
          </a:xfrm>
        </p:grpSpPr>
        <p:sp>
          <p:nvSpPr>
            <p:cNvPr id="316" name="Google Shape;336;p3">
              <a:extLst>
                <a:ext uri="{FF2B5EF4-FFF2-40B4-BE49-F238E27FC236}">
                  <a16:creationId xmlns:a16="http://schemas.microsoft.com/office/drawing/2014/main" id="{7F910800-DF83-C432-4B39-5FD8D8ADCD24}"/>
                </a:ext>
              </a:extLst>
            </p:cNvPr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37;p3">
              <a:extLst>
                <a:ext uri="{FF2B5EF4-FFF2-40B4-BE49-F238E27FC236}">
                  <a16:creationId xmlns:a16="http://schemas.microsoft.com/office/drawing/2014/main" id="{D3890768-4EF2-AAE6-9D98-EA30D5749C91}"/>
                </a:ext>
              </a:extLst>
            </p:cNvPr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38;p3">
              <a:extLst>
                <a:ext uri="{FF2B5EF4-FFF2-40B4-BE49-F238E27FC236}">
                  <a16:creationId xmlns:a16="http://schemas.microsoft.com/office/drawing/2014/main" id="{CE264FF8-4BE0-F1CE-8DD6-3AB081B5969B}"/>
                </a:ext>
              </a:extLst>
            </p:cNvPr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39;p3">
              <a:extLst>
                <a:ext uri="{FF2B5EF4-FFF2-40B4-BE49-F238E27FC236}">
                  <a16:creationId xmlns:a16="http://schemas.microsoft.com/office/drawing/2014/main" id="{62E82394-6A3F-D18A-B6F3-3BDAE916C071}"/>
                </a:ext>
              </a:extLst>
            </p:cNvPr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40;p3">
              <a:extLst>
                <a:ext uri="{FF2B5EF4-FFF2-40B4-BE49-F238E27FC236}">
                  <a16:creationId xmlns:a16="http://schemas.microsoft.com/office/drawing/2014/main" id="{BD9057D2-FA1A-8EA6-D9DA-EE7A7BBC4D0E}"/>
                </a:ext>
              </a:extLst>
            </p:cNvPr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41;p3">
              <a:extLst>
                <a:ext uri="{FF2B5EF4-FFF2-40B4-BE49-F238E27FC236}">
                  <a16:creationId xmlns:a16="http://schemas.microsoft.com/office/drawing/2014/main" id="{27BB83E4-9FF0-852A-3DB8-EB42390AD05A}"/>
                </a:ext>
              </a:extLst>
            </p:cNvPr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42;p3">
              <a:extLst>
                <a:ext uri="{FF2B5EF4-FFF2-40B4-BE49-F238E27FC236}">
                  <a16:creationId xmlns:a16="http://schemas.microsoft.com/office/drawing/2014/main" id="{1785D795-6EE4-DD2D-1F2E-382B154DBCF7}"/>
                </a:ext>
              </a:extLst>
            </p:cNvPr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43;p3">
              <a:extLst>
                <a:ext uri="{FF2B5EF4-FFF2-40B4-BE49-F238E27FC236}">
                  <a16:creationId xmlns:a16="http://schemas.microsoft.com/office/drawing/2014/main" id="{BF033F08-47A2-8DA6-A144-BFFC8622F5BB}"/>
                </a:ext>
              </a:extLst>
            </p:cNvPr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44;p3">
              <a:extLst>
                <a:ext uri="{FF2B5EF4-FFF2-40B4-BE49-F238E27FC236}">
                  <a16:creationId xmlns:a16="http://schemas.microsoft.com/office/drawing/2014/main" id="{E8EEB76C-91AD-B464-9B44-5EBBAB5B52C9}"/>
                </a:ext>
              </a:extLst>
            </p:cNvPr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45;p3">
              <a:extLst>
                <a:ext uri="{FF2B5EF4-FFF2-40B4-BE49-F238E27FC236}">
                  <a16:creationId xmlns:a16="http://schemas.microsoft.com/office/drawing/2014/main" id="{86ED548E-80D7-1ED1-3373-08F4A7A787F8}"/>
                </a:ext>
              </a:extLst>
            </p:cNvPr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46;p3">
              <a:extLst>
                <a:ext uri="{FF2B5EF4-FFF2-40B4-BE49-F238E27FC236}">
                  <a16:creationId xmlns:a16="http://schemas.microsoft.com/office/drawing/2014/main" id="{13E603BB-0D77-24F5-4FCC-F8E5D3A0FA87}"/>
                </a:ext>
              </a:extLst>
            </p:cNvPr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47;p3">
              <a:extLst>
                <a:ext uri="{FF2B5EF4-FFF2-40B4-BE49-F238E27FC236}">
                  <a16:creationId xmlns:a16="http://schemas.microsoft.com/office/drawing/2014/main" id="{0C4C3F41-6844-49BF-63B6-1E68E9D27A2A}"/>
                </a:ext>
              </a:extLst>
            </p:cNvPr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48;p3">
              <a:extLst>
                <a:ext uri="{FF2B5EF4-FFF2-40B4-BE49-F238E27FC236}">
                  <a16:creationId xmlns:a16="http://schemas.microsoft.com/office/drawing/2014/main" id="{162EE18F-A982-D49F-15C9-B28C19EFBBF8}"/>
                </a:ext>
              </a:extLst>
            </p:cNvPr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49;p3">
              <a:extLst>
                <a:ext uri="{FF2B5EF4-FFF2-40B4-BE49-F238E27FC236}">
                  <a16:creationId xmlns:a16="http://schemas.microsoft.com/office/drawing/2014/main" id="{EFEFF35E-85A0-832B-4866-A4F8E178AE40}"/>
                </a:ext>
              </a:extLst>
            </p:cNvPr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50;p3">
              <a:extLst>
                <a:ext uri="{FF2B5EF4-FFF2-40B4-BE49-F238E27FC236}">
                  <a16:creationId xmlns:a16="http://schemas.microsoft.com/office/drawing/2014/main" id="{F01DE2B8-5AE2-E0A8-BB0C-8C2B33A547DA}"/>
                </a:ext>
              </a:extLst>
            </p:cNvPr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51;p3">
              <a:extLst>
                <a:ext uri="{FF2B5EF4-FFF2-40B4-BE49-F238E27FC236}">
                  <a16:creationId xmlns:a16="http://schemas.microsoft.com/office/drawing/2014/main" id="{697C8CEC-8804-D241-0BC4-B78BA70F80C4}"/>
                </a:ext>
              </a:extLst>
            </p:cNvPr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52;p3">
              <a:extLst>
                <a:ext uri="{FF2B5EF4-FFF2-40B4-BE49-F238E27FC236}">
                  <a16:creationId xmlns:a16="http://schemas.microsoft.com/office/drawing/2014/main" id="{29489C20-4502-64EE-EB53-0B5BFB52CB2E}"/>
                </a:ext>
              </a:extLst>
            </p:cNvPr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53;p3">
              <a:extLst>
                <a:ext uri="{FF2B5EF4-FFF2-40B4-BE49-F238E27FC236}">
                  <a16:creationId xmlns:a16="http://schemas.microsoft.com/office/drawing/2014/main" id="{B9A7FAA8-964A-5716-7816-21BE920D74EF}"/>
                </a:ext>
              </a:extLst>
            </p:cNvPr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54;p3">
              <a:extLst>
                <a:ext uri="{FF2B5EF4-FFF2-40B4-BE49-F238E27FC236}">
                  <a16:creationId xmlns:a16="http://schemas.microsoft.com/office/drawing/2014/main" id="{E5FE6A7B-A5E2-4240-85AE-1ABD5840A868}"/>
                </a:ext>
              </a:extLst>
            </p:cNvPr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55;p3">
              <a:extLst>
                <a:ext uri="{FF2B5EF4-FFF2-40B4-BE49-F238E27FC236}">
                  <a16:creationId xmlns:a16="http://schemas.microsoft.com/office/drawing/2014/main" id="{D2226558-9CD7-3DAC-F5CE-6F8C6C8A79CD}"/>
                </a:ext>
              </a:extLst>
            </p:cNvPr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56;p3">
              <a:extLst>
                <a:ext uri="{FF2B5EF4-FFF2-40B4-BE49-F238E27FC236}">
                  <a16:creationId xmlns:a16="http://schemas.microsoft.com/office/drawing/2014/main" id="{9BCA01FA-DD86-A9C9-720D-D387E20C1432}"/>
                </a:ext>
              </a:extLst>
            </p:cNvPr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57;p3">
              <a:extLst>
                <a:ext uri="{FF2B5EF4-FFF2-40B4-BE49-F238E27FC236}">
                  <a16:creationId xmlns:a16="http://schemas.microsoft.com/office/drawing/2014/main" id="{1298DFE7-A6AA-FC06-2C69-5D02ACB33940}"/>
                </a:ext>
              </a:extLst>
            </p:cNvPr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58;p3">
              <a:extLst>
                <a:ext uri="{FF2B5EF4-FFF2-40B4-BE49-F238E27FC236}">
                  <a16:creationId xmlns:a16="http://schemas.microsoft.com/office/drawing/2014/main" id="{98CEEA1E-8D33-1313-2A22-1D963A662B4D}"/>
                </a:ext>
              </a:extLst>
            </p:cNvPr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59;p3">
              <a:extLst>
                <a:ext uri="{FF2B5EF4-FFF2-40B4-BE49-F238E27FC236}">
                  <a16:creationId xmlns:a16="http://schemas.microsoft.com/office/drawing/2014/main" id="{7E32B774-B36D-40CA-5CCF-A3665E2C8058}"/>
                </a:ext>
              </a:extLst>
            </p:cNvPr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60;p3">
              <a:extLst>
                <a:ext uri="{FF2B5EF4-FFF2-40B4-BE49-F238E27FC236}">
                  <a16:creationId xmlns:a16="http://schemas.microsoft.com/office/drawing/2014/main" id="{0E04F014-5C09-F181-E149-74C378655BCE}"/>
                </a:ext>
              </a:extLst>
            </p:cNvPr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61;p3">
              <a:extLst>
                <a:ext uri="{FF2B5EF4-FFF2-40B4-BE49-F238E27FC236}">
                  <a16:creationId xmlns:a16="http://schemas.microsoft.com/office/drawing/2014/main" id="{F1AF1376-5B7A-9801-6839-ECD819333AD7}"/>
                </a:ext>
              </a:extLst>
            </p:cNvPr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62;p3">
              <a:extLst>
                <a:ext uri="{FF2B5EF4-FFF2-40B4-BE49-F238E27FC236}">
                  <a16:creationId xmlns:a16="http://schemas.microsoft.com/office/drawing/2014/main" id="{5759B134-EB15-AD20-5AE4-2E31C9E76D44}"/>
                </a:ext>
              </a:extLst>
            </p:cNvPr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63;p3">
              <a:extLst>
                <a:ext uri="{FF2B5EF4-FFF2-40B4-BE49-F238E27FC236}">
                  <a16:creationId xmlns:a16="http://schemas.microsoft.com/office/drawing/2014/main" id="{CE9E9FF1-827B-21AC-F450-3BE5472BC416}"/>
                </a:ext>
              </a:extLst>
            </p:cNvPr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64;p3">
              <a:extLst>
                <a:ext uri="{FF2B5EF4-FFF2-40B4-BE49-F238E27FC236}">
                  <a16:creationId xmlns:a16="http://schemas.microsoft.com/office/drawing/2014/main" id="{6438C1A3-BD65-2C72-6BA3-6B809AE3444E}"/>
                </a:ext>
              </a:extLst>
            </p:cNvPr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65;p3">
              <a:extLst>
                <a:ext uri="{FF2B5EF4-FFF2-40B4-BE49-F238E27FC236}">
                  <a16:creationId xmlns:a16="http://schemas.microsoft.com/office/drawing/2014/main" id="{DE6DA4CB-9C07-0623-18ED-5B35280467E0}"/>
                </a:ext>
              </a:extLst>
            </p:cNvPr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66;p3">
              <a:extLst>
                <a:ext uri="{FF2B5EF4-FFF2-40B4-BE49-F238E27FC236}">
                  <a16:creationId xmlns:a16="http://schemas.microsoft.com/office/drawing/2014/main" id="{D2A5052C-A36D-BDB2-2290-8B05B8A46E47}"/>
                </a:ext>
              </a:extLst>
            </p:cNvPr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67;p3">
              <a:extLst>
                <a:ext uri="{FF2B5EF4-FFF2-40B4-BE49-F238E27FC236}">
                  <a16:creationId xmlns:a16="http://schemas.microsoft.com/office/drawing/2014/main" id="{07580C97-F7A1-4040-1AFA-27456B6C95D7}"/>
                </a:ext>
              </a:extLst>
            </p:cNvPr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68;p3">
              <a:extLst>
                <a:ext uri="{FF2B5EF4-FFF2-40B4-BE49-F238E27FC236}">
                  <a16:creationId xmlns:a16="http://schemas.microsoft.com/office/drawing/2014/main" id="{C9341026-11FF-B87A-73D0-0F10F9729000}"/>
                </a:ext>
              </a:extLst>
            </p:cNvPr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241;p2">
            <a:extLst>
              <a:ext uri="{FF2B5EF4-FFF2-40B4-BE49-F238E27FC236}">
                <a16:creationId xmlns:a16="http://schemas.microsoft.com/office/drawing/2014/main" id="{E97DF457-96B6-5D70-FF27-045D3C35A48F}"/>
              </a:ext>
            </a:extLst>
          </p:cNvPr>
          <p:cNvGrpSpPr/>
          <p:nvPr/>
        </p:nvGrpSpPr>
        <p:grpSpPr>
          <a:xfrm rot="10800000">
            <a:off x="0" y="4996869"/>
            <a:ext cx="1576832" cy="1820335"/>
            <a:chOff x="0" y="0"/>
            <a:chExt cx="615672" cy="1365657"/>
          </a:xfrm>
        </p:grpSpPr>
        <p:sp>
          <p:nvSpPr>
            <p:cNvPr id="350" name="Google Shape;242;p2">
              <a:extLst>
                <a:ext uri="{FF2B5EF4-FFF2-40B4-BE49-F238E27FC236}">
                  <a16:creationId xmlns:a16="http://schemas.microsoft.com/office/drawing/2014/main" id="{AC75846D-E1D8-F743-F0D4-68118AFD1337}"/>
                </a:ext>
              </a:extLst>
            </p:cNvPr>
            <p:cNvSpPr/>
            <p:nvPr/>
          </p:nvSpPr>
          <p:spPr>
            <a:xfrm>
              <a:off x="551306" y="596621"/>
              <a:ext cx="64366" cy="127252"/>
            </a:xfrm>
            <a:custGeom>
              <a:avLst/>
              <a:gdLst/>
              <a:ahLst/>
              <a:cxnLst/>
              <a:rect l="l" t="t" r="r" b="b"/>
              <a:pathLst>
                <a:path w="64366" h="127252" extrusionOk="0">
                  <a:moveTo>
                    <a:pt x="58477" y="0"/>
                  </a:moveTo>
                  <a:lnTo>
                    <a:pt x="64366" y="1547"/>
                  </a:lnTo>
                  <a:lnTo>
                    <a:pt x="64366" y="127252"/>
                  </a:lnTo>
                  <a:lnTo>
                    <a:pt x="58176" y="125493"/>
                  </a:lnTo>
                  <a:cubicBezTo>
                    <a:pt x="30042" y="114943"/>
                    <a:pt x="9043" y="90327"/>
                    <a:pt x="5527" y="60486"/>
                  </a:cubicBezTo>
                  <a:cubicBezTo>
                    <a:pt x="0" y="23511"/>
                    <a:pt x="29038" y="0"/>
                    <a:pt x="58477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243;p2">
              <a:extLst>
                <a:ext uri="{FF2B5EF4-FFF2-40B4-BE49-F238E27FC236}">
                  <a16:creationId xmlns:a16="http://schemas.microsoft.com/office/drawing/2014/main" id="{D1D72708-2A60-77C7-1A7D-7249E71F5D92}"/>
                </a:ext>
              </a:extLst>
            </p:cNvPr>
            <p:cNvSpPr/>
            <p:nvPr/>
          </p:nvSpPr>
          <p:spPr>
            <a:xfrm>
              <a:off x="288062" y="422297"/>
              <a:ext cx="94848" cy="101480"/>
            </a:xfrm>
            <a:custGeom>
              <a:avLst/>
              <a:gdLst/>
              <a:ahLst/>
              <a:cxnLst/>
              <a:rect l="l" t="t" r="r" b="b"/>
              <a:pathLst>
                <a:path w="94848" h="101480" extrusionOk="0">
                  <a:moveTo>
                    <a:pt x="29139" y="0"/>
                  </a:moveTo>
                  <a:cubicBezTo>
                    <a:pt x="35166" y="0"/>
                    <a:pt x="41898" y="1507"/>
                    <a:pt x="49133" y="4722"/>
                  </a:cubicBezTo>
                  <a:cubicBezTo>
                    <a:pt x="79074" y="16980"/>
                    <a:pt x="94848" y="46821"/>
                    <a:pt x="87816" y="76763"/>
                  </a:cubicBezTo>
                  <a:cubicBezTo>
                    <a:pt x="86208" y="91332"/>
                    <a:pt x="73950" y="101480"/>
                    <a:pt x="59582" y="101480"/>
                  </a:cubicBezTo>
                  <a:cubicBezTo>
                    <a:pt x="58476" y="101480"/>
                    <a:pt x="57371" y="101480"/>
                    <a:pt x="56166" y="101279"/>
                  </a:cubicBezTo>
                  <a:cubicBezTo>
                    <a:pt x="24616" y="94245"/>
                    <a:pt x="3517" y="67921"/>
                    <a:pt x="0" y="36372"/>
                  </a:cubicBezTo>
                  <a:cubicBezTo>
                    <a:pt x="0" y="12861"/>
                    <a:pt x="11656" y="0"/>
                    <a:pt x="2913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244;p2">
              <a:extLst>
                <a:ext uri="{FF2B5EF4-FFF2-40B4-BE49-F238E27FC236}">
                  <a16:creationId xmlns:a16="http://schemas.microsoft.com/office/drawing/2014/main" id="{2E97E18A-0DCA-820B-8325-375C1A001430}"/>
                </a:ext>
              </a:extLst>
            </p:cNvPr>
            <p:cNvSpPr/>
            <p:nvPr/>
          </p:nvSpPr>
          <p:spPr>
            <a:xfrm>
              <a:off x="549799" y="397178"/>
              <a:ext cx="65873" cy="93040"/>
            </a:xfrm>
            <a:custGeom>
              <a:avLst/>
              <a:gdLst/>
              <a:ahLst/>
              <a:cxnLst/>
              <a:rect l="l" t="t" r="r" b="b"/>
              <a:pathLst>
                <a:path w="65873" h="93040" extrusionOk="0">
                  <a:moveTo>
                    <a:pt x="40391" y="0"/>
                  </a:moveTo>
                  <a:cubicBezTo>
                    <a:pt x="47399" y="0"/>
                    <a:pt x="54087" y="1425"/>
                    <a:pt x="60177" y="3975"/>
                  </a:cubicBezTo>
                  <a:lnTo>
                    <a:pt x="65873" y="7745"/>
                  </a:lnTo>
                  <a:lnTo>
                    <a:pt x="65873" y="90036"/>
                  </a:lnTo>
                  <a:lnTo>
                    <a:pt x="50940" y="93040"/>
                  </a:lnTo>
                  <a:cubicBezTo>
                    <a:pt x="24516" y="91332"/>
                    <a:pt x="3516" y="68424"/>
                    <a:pt x="1708" y="42099"/>
                  </a:cubicBezTo>
                  <a:cubicBezTo>
                    <a:pt x="0" y="19291"/>
                    <a:pt x="19291" y="0"/>
                    <a:pt x="40391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245;p2">
              <a:extLst>
                <a:ext uri="{FF2B5EF4-FFF2-40B4-BE49-F238E27FC236}">
                  <a16:creationId xmlns:a16="http://schemas.microsoft.com/office/drawing/2014/main" id="{7B8D3B49-1B47-83C6-94B1-EEFED87EC991}"/>
                </a:ext>
              </a:extLst>
            </p:cNvPr>
            <p:cNvSpPr/>
            <p:nvPr/>
          </p:nvSpPr>
          <p:spPr>
            <a:xfrm>
              <a:off x="432042" y="446209"/>
              <a:ext cx="93141" cy="91533"/>
            </a:xfrm>
            <a:custGeom>
              <a:avLst/>
              <a:gdLst/>
              <a:ahLst/>
              <a:cxnLst/>
              <a:rect l="l" t="t" r="r" b="b"/>
              <a:pathLst>
                <a:path w="93141" h="91533" extrusionOk="0">
                  <a:moveTo>
                    <a:pt x="44310" y="0"/>
                  </a:moveTo>
                  <a:cubicBezTo>
                    <a:pt x="45415" y="0"/>
                    <a:pt x="46420" y="0"/>
                    <a:pt x="47424" y="101"/>
                  </a:cubicBezTo>
                  <a:cubicBezTo>
                    <a:pt x="73850" y="1909"/>
                    <a:pt x="93141" y="22908"/>
                    <a:pt x="91332" y="49333"/>
                  </a:cubicBezTo>
                  <a:cubicBezTo>
                    <a:pt x="93040" y="72845"/>
                    <a:pt x="73749" y="91533"/>
                    <a:pt x="50540" y="91533"/>
                  </a:cubicBezTo>
                  <a:cubicBezTo>
                    <a:pt x="49534" y="91533"/>
                    <a:pt x="48530" y="91533"/>
                    <a:pt x="47424" y="91432"/>
                  </a:cubicBezTo>
                  <a:cubicBezTo>
                    <a:pt x="21100" y="91432"/>
                    <a:pt x="0" y="68624"/>
                    <a:pt x="0" y="42300"/>
                  </a:cubicBezTo>
                  <a:cubicBezTo>
                    <a:pt x="1708" y="18688"/>
                    <a:pt x="21100" y="0"/>
                    <a:pt x="4431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246;p2">
              <a:extLst>
                <a:ext uri="{FF2B5EF4-FFF2-40B4-BE49-F238E27FC236}">
                  <a16:creationId xmlns:a16="http://schemas.microsoft.com/office/drawing/2014/main" id="{CA6FC6D0-5961-40E9-0B15-4B5C9A406906}"/>
                </a:ext>
              </a:extLst>
            </p:cNvPr>
            <p:cNvSpPr/>
            <p:nvPr/>
          </p:nvSpPr>
          <p:spPr>
            <a:xfrm>
              <a:off x="87815" y="0"/>
              <a:ext cx="94848" cy="93241"/>
            </a:xfrm>
            <a:custGeom>
              <a:avLst/>
              <a:gdLst/>
              <a:ahLst/>
              <a:cxnLst/>
              <a:rect l="l" t="t" r="r" b="b"/>
              <a:pathLst>
                <a:path w="94848" h="93241" extrusionOk="0">
                  <a:moveTo>
                    <a:pt x="36874" y="0"/>
                  </a:moveTo>
                  <a:cubicBezTo>
                    <a:pt x="37980" y="0"/>
                    <a:pt x="39186" y="0"/>
                    <a:pt x="40391" y="201"/>
                  </a:cubicBezTo>
                  <a:cubicBezTo>
                    <a:pt x="41497" y="100"/>
                    <a:pt x="42601" y="100"/>
                    <a:pt x="43707" y="100"/>
                  </a:cubicBezTo>
                  <a:cubicBezTo>
                    <a:pt x="70232" y="100"/>
                    <a:pt x="91332" y="20597"/>
                    <a:pt x="91332" y="47625"/>
                  </a:cubicBezTo>
                  <a:cubicBezTo>
                    <a:pt x="94848" y="65208"/>
                    <a:pt x="89624" y="82791"/>
                    <a:pt x="75557" y="93241"/>
                  </a:cubicBezTo>
                  <a:cubicBezTo>
                    <a:pt x="59682" y="89724"/>
                    <a:pt x="43907" y="84499"/>
                    <a:pt x="28133" y="77466"/>
                  </a:cubicBezTo>
                  <a:cubicBezTo>
                    <a:pt x="8741" y="65208"/>
                    <a:pt x="0" y="40592"/>
                    <a:pt x="8741" y="19492"/>
                  </a:cubicBezTo>
                  <a:cubicBezTo>
                    <a:pt x="13565" y="8239"/>
                    <a:pt x="24316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247;p2">
              <a:extLst>
                <a:ext uri="{FF2B5EF4-FFF2-40B4-BE49-F238E27FC236}">
                  <a16:creationId xmlns:a16="http://schemas.microsoft.com/office/drawing/2014/main" id="{79D6508D-720F-59AD-6855-D2276DFD448D}"/>
                </a:ext>
              </a:extLst>
            </p:cNvPr>
            <p:cNvSpPr/>
            <p:nvPr/>
          </p:nvSpPr>
          <p:spPr>
            <a:xfrm>
              <a:off x="474242" y="829220"/>
              <a:ext cx="89523" cy="91332"/>
            </a:xfrm>
            <a:custGeom>
              <a:avLst/>
              <a:gdLst/>
              <a:ahLst/>
              <a:cxnLst/>
              <a:rect l="l" t="t" r="r" b="b"/>
              <a:pathLst>
                <a:path w="89523" h="91332" extrusionOk="0">
                  <a:moveTo>
                    <a:pt x="36874" y="0"/>
                  </a:moveTo>
                  <a:cubicBezTo>
                    <a:pt x="65007" y="0"/>
                    <a:pt x="86106" y="22808"/>
                    <a:pt x="87815" y="49233"/>
                  </a:cubicBezTo>
                  <a:cubicBezTo>
                    <a:pt x="89523" y="72041"/>
                    <a:pt x="72041" y="91332"/>
                    <a:pt x="49132" y="91332"/>
                  </a:cubicBezTo>
                  <a:cubicBezTo>
                    <a:pt x="21099" y="89624"/>
                    <a:pt x="0" y="66716"/>
                    <a:pt x="3516" y="38683"/>
                  </a:cubicBezTo>
                  <a:cubicBezTo>
                    <a:pt x="0" y="17583"/>
                    <a:pt x="15774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248;p2">
              <a:extLst>
                <a:ext uri="{FF2B5EF4-FFF2-40B4-BE49-F238E27FC236}">
                  <a16:creationId xmlns:a16="http://schemas.microsoft.com/office/drawing/2014/main" id="{8EAEBBAE-83E3-9D48-5E75-276DAC888DAC}"/>
                </a:ext>
              </a:extLst>
            </p:cNvPr>
            <p:cNvSpPr/>
            <p:nvPr/>
          </p:nvSpPr>
          <p:spPr>
            <a:xfrm>
              <a:off x="330160" y="1018214"/>
              <a:ext cx="112432" cy="81083"/>
            </a:xfrm>
            <a:custGeom>
              <a:avLst/>
              <a:gdLst/>
              <a:ahLst/>
              <a:cxnLst/>
              <a:rect l="l" t="t" r="r" b="b"/>
              <a:pathLst>
                <a:path w="112432" h="81083" extrusionOk="0">
                  <a:moveTo>
                    <a:pt x="29138" y="0"/>
                  </a:moveTo>
                  <a:cubicBezTo>
                    <a:pt x="51846" y="0"/>
                    <a:pt x="74854" y="8741"/>
                    <a:pt x="91332" y="25319"/>
                  </a:cubicBezTo>
                  <a:cubicBezTo>
                    <a:pt x="112432" y="42903"/>
                    <a:pt x="103690" y="76260"/>
                    <a:pt x="77366" y="79777"/>
                  </a:cubicBezTo>
                  <a:cubicBezTo>
                    <a:pt x="73649" y="80681"/>
                    <a:pt x="69931" y="81083"/>
                    <a:pt x="66314" y="81083"/>
                  </a:cubicBezTo>
                  <a:cubicBezTo>
                    <a:pt x="49233" y="81083"/>
                    <a:pt x="33358" y="71438"/>
                    <a:pt x="24616" y="56869"/>
                  </a:cubicBezTo>
                  <a:cubicBezTo>
                    <a:pt x="12359" y="41094"/>
                    <a:pt x="0" y="23511"/>
                    <a:pt x="17583" y="703"/>
                  </a:cubicBezTo>
                  <a:cubicBezTo>
                    <a:pt x="21401" y="201"/>
                    <a:pt x="25220" y="0"/>
                    <a:pt x="2913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249;p2">
              <a:extLst>
                <a:ext uri="{FF2B5EF4-FFF2-40B4-BE49-F238E27FC236}">
                  <a16:creationId xmlns:a16="http://schemas.microsoft.com/office/drawing/2014/main" id="{38612193-6419-A348-6D4C-5E1FB7907FFD}"/>
                </a:ext>
              </a:extLst>
            </p:cNvPr>
            <p:cNvSpPr/>
            <p:nvPr/>
          </p:nvSpPr>
          <p:spPr>
            <a:xfrm>
              <a:off x="0" y="621237"/>
              <a:ext cx="75557" cy="96054"/>
            </a:xfrm>
            <a:custGeom>
              <a:avLst/>
              <a:gdLst/>
              <a:ahLst/>
              <a:cxnLst/>
              <a:rect l="l" t="t" r="r" b="b"/>
              <a:pathLst>
                <a:path w="75557" h="96054" extrusionOk="0">
                  <a:moveTo>
                    <a:pt x="26626" y="0"/>
                  </a:moveTo>
                  <a:cubicBezTo>
                    <a:pt x="31951" y="0"/>
                    <a:pt x="37276" y="1306"/>
                    <a:pt x="42199" y="4220"/>
                  </a:cubicBezTo>
                  <a:cubicBezTo>
                    <a:pt x="61491" y="16578"/>
                    <a:pt x="73748" y="37578"/>
                    <a:pt x="75557" y="60486"/>
                  </a:cubicBezTo>
                  <a:cubicBezTo>
                    <a:pt x="73748" y="72744"/>
                    <a:pt x="70232" y="83294"/>
                    <a:pt x="61491" y="92035"/>
                  </a:cubicBezTo>
                  <a:cubicBezTo>
                    <a:pt x="58074" y="94949"/>
                    <a:pt x="54659" y="96054"/>
                    <a:pt x="51142" y="96054"/>
                  </a:cubicBezTo>
                  <a:cubicBezTo>
                    <a:pt x="43907" y="96054"/>
                    <a:pt x="36371" y="90930"/>
                    <a:pt x="28132" y="85002"/>
                  </a:cubicBezTo>
                  <a:cubicBezTo>
                    <a:pt x="10550" y="69227"/>
                    <a:pt x="0" y="44611"/>
                    <a:pt x="0" y="20095"/>
                  </a:cubicBezTo>
                  <a:cubicBezTo>
                    <a:pt x="1708" y="16578"/>
                    <a:pt x="7034" y="6029"/>
                    <a:pt x="14067" y="2512"/>
                  </a:cubicBezTo>
                  <a:cubicBezTo>
                    <a:pt x="17985" y="904"/>
                    <a:pt x="22306" y="0"/>
                    <a:pt x="266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250;p2">
              <a:extLst>
                <a:ext uri="{FF2B5EF4-FFF2-40B4-BE49-F238E27FC236}">
                  <a16:creationId xmlns:a16="http://schemas.microsoft.com/office/drawing/2014/main" id="{F946EEFE-03EF-AC83-35F0-9CE17F7D3AC4}"/>
                </a:ext>
              </a:extLst>
            </p:cNvPr>
            <p:cNvSpPr/>
            <p:nvPr/>
          </p:nvSpPr>
          <p:spPr>
            <a:xfrm>
              <a:off x="419784" y="657006"/>
              <a:ext cx="86107" cy="87011"/>
            </a:xfrm>
            <a:custGeom>
              <a:avLst/>
              <a:gdLst/>
              <a:ahLst/>
              <a:cxnLst/>
              <a:rect l="l" t="t" r="r" b="b"/>
              <a:pathLst>
                <a:path w="86107" h="87011" extrusionOk="0">
                  <a:moveTo>
                    <a:pt x="31348" y="0"/>
                  </a:moveTo>
                  <a:cubicBezTo>
                    <a:pt x="58175" y="0"/>
                    <a:pt x="82590" y="20497"/>
                    <a:pt x="84298" y="47525"/>
                  </a:cubicBezTo>
                  <a:cubicBezTo>
                    <a:pt x="86107" y="61591"/>
                    <a:pt x="80782" y="75658"/>
                    <a:pt x="70232" y="82691"/>
                  </a:cubicBezTo>
                  <a:cubicBezTo>
                    <a:pt x="65108" y="85605"/>
                    <a:pt x="59682" y="87011"/>
                    <a:pt x="54357" y="87011"/>
                  </a:cubicBezTo>
                  <a:cubicBezTo>
                    <a:pt x="46822" y="87011"/>
                    <a:pt x="39487" y="84198"/>
                    <a:pt x="33358" y="79174"/>
                  </a:cubicBezTo>
                  <a:cubicBezTo>
                    <a:pt x="1708" y="58074"/>
                    <a:pt x="0" y="33458"/>
                    <a:pt x="28133" y="100"/>
                  </a:cubicBezTo>
                  <a:cubicBezTo>
                    <a:pt x="29238" y="0"/>
                    <a:pt x="30242" y="0"/>
                    <a:pt x="3134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251;p2">
              <a:extLst>
                <a:ext uri="{FF2B5EF4-FFF2-40B4-BE49-F238E27FC236}">
                  <a16:creationId xmlns:a16="http://schemas.microsoft.com/office/drawing/2014/main" id="{6BF9A186-A4CA-16BB-A2B8-39AD4F24F6EC}"/>
                </a:ext>
              </a:extLst>
            </p:cNvPr>
            <p:cNvSpPr/>
            <p:nvPr/>
          </p:nvSpPr>
          <p:spPr>
            <a:xfrm>
              <a:off x="556833" y="1087139"/>
              <a:ext cx="58839" cy="88820"/>
            </a:xfrm>
            <a:custGeom>
              <a:avLst/>
              <a:gdLst/>
              <a:ahLst/>
              <a:cxnLst/>
              <a:rect l="l" t="t" r="r" b="b"/>
              <a:pathLst>
                <a:path w="58839" h="88820" extrusionOk="0">
                  <a:moveTo>
                    <a:pt x="17884" y="0"/>
                  </a:moveTo>
                  <a:cubicBezTo>
                    <a:pt x="26022" y="0"/>
                    <a:pt x="33784" y="1790"/>
                    <a:pt x="40770" y="5019"/>
                  </a:cubicBezTo>
                  <a:lnTo>
                    <a:pt x="58839" y="18553"/>
                  </a:lnTo>
                  <a:lnTo>
                    <a:pt x="58839" y="82474"/>
                  </a:lnTo>
                  <a:lnTo>
                    <a:pt x="43907" y="88117"/>
                  </a:lnTo>
                  <a:cubicBezTo>
                    <a:pt x="41797" y="88619"/>
                    <a:pt x="39787" y="88820"/>
                    <a:pt x="37778" y="88820"/>
                  </a:cubicBezTo>
                  <a:cubicBezTo>
                    <a:pt x="24516" y="88820"/>
                    <a:pt x="13363" y="79275"/>
                    <a:pt x="8741" y="67017"/>
                  </a:cubicBezTo>
                  <a:cubicBezTo>
                    <a:pt x="0" y="45917"/>
                    <a:pt x="1708" y="21401"/>
                    <a:pt x="12257" y="302"/>
                  </a:cubicBezTo>
                  <a:cubicBezTo>
                    <a:pt x="14167" y="100"/>
                    <a:pt x="15975" y="0"/>
                    <a:pt x="1788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252;p2">
              <a:extLst>
                <a:ext uri="{FF2B5EF4-FFF2-40B4-BE49-F238E27FC236}">
                  <a16:creationId xmlns:a16="http://schemas.microsoft.com/office/drawing/2014/main" id="{5C811806-9D3C-5124-0DF2-67FB61C12AAF}"/>
                </a:ext>
              </a:extLst>
            </p:cNvPr>
            <p:cNvSpPr/>
            <p:nvPr/>
          </p:nvSpPr>
          <p:spPr>
            <a:xfrm>
              <a:off x="73748" y="1080408"/>
              <a:ext cx="70232" cy="80782"/>
            </a:xfrm>
            <a:custGeom>
              <a:avLst/>
              <a:gdLst/>
              <a:ahLst/>
              <a:cxnLst/>
              <a:rect l="l" t="t" r="r" b="b"/>
              <a:pathLst>
                <a:path w="70232" h="80782" extrusionOk="0">
                  <a:moveTo>
                    <a:pt x="31650" y="0"/>
                  </a:moveTo>
                  <a:cubicBezTo>
                    <a:pt x="54458" y="1708"/>
                    <a:pt x="70232" y="21099"/>
                    <a:pt x="68525" y="43907"/>
                  </a:cubicBezTo>
                  <a:cubicBezTo>
                    <a:pt x="70232" y="63198"/>
                    <a:pt x="54458" y="80782"/>
                    <a:pt x="35166" y="80782"/>
                  </a:cubicBezTo>
                  <a:cubicBezTo>
                    <a:pt x="15875" y="80782"/>
                    <a:pt x="0" y="59682"/>
                    <a:pt x="0" y="31650"/>
                  </a:cubicBezTo>
                  <a:cubicBezTo>
                    <a:pt x="0" y="14066"/>
                    <a:pt x="14067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253;p2">
              <a:extLst>
                <a:ext uri="{FF2B5EF4-FFF2-40B4-BE49-F238E27FC236}">
                  <a16:creationId xmlns:a16="http://schemas.microsoft.com/office/drawing/2014/main" id="{A6B479DB-A0D0-432E-5B64-BF017A747BDB}"/>
                </a:ext>
              </a:extLst>
            </p:cNvPr>
            <p:cNvSpPr/>
            <p:nvPr/>
          </p:nvSpPr>
          <p:spPr>
            <a:xfrm>
              <a:off x="196831" y="658714"/>
              <a:ext cx="73648" cy="75658"/>
            </a:xfrm>
            <a:custGeom>
              <a:avLst/>
              <a:gdLst/>
              <a:ahLst/>
              <a:cxnLst/>
              <a:rect l="l" t="t" r="r" b="b"/>
              <a:pathLst>
                <a:path w="73648" h="75658" extrusionOk="0">
                  <a:moveTo>
                    <a:pt x="26826" y="0"/>
                  </a:moveTo>
                  <a:cubicBezTo>
                    <a:pt x="27731" y="0"/>
                    <a:pt x="28735" y="0"/>
                    <a:pt x="29740" y="100"/>
                  </a:cubicBezTo>
                  <a:cubicBezTo>
                    <a:pt x="52548" y="1909"/>
                    <a:pt x="70131" y="21200"/>
                    <a:pt x="73648" y="44008"/>
                  </a:cubicBezTo>
                  <a:cubicBezTo>
                    <a:pt x="73648" y="61591"/>
                    <a:pt x="61390" y="75658"/>
                    <a:pt x="43807" y="75658"/>
                  </a:cubicBezTo>
                  <a:cubicBezTo>
                    <a:pt x="19190" y="73950"/>
                    <a:pt x="1608" y="52850"/>
                    <a:pt x="1608" y="28233"/>
                  </a:cubicBezTo>
                  <a:cubicBezTo>
                    <a:pt x="0" y="13363"/>
                    <a:pt x="10851" y="0"/>
                    <a:pt x="268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254;p2">
              <a:extLst>
                <a:ext uri="{FF2B5EF4-FFF2-40B4-BE49-F238E27FC236}">
                  <a16:creationId xmlns:a16="http://schemas.microsoft.com/office/drawing/2014/main" id="{B9573743-0196-62D1-B6C0-246F67F3F067}"/>
                </a:ext>
              </a:extLst>
            </p:cNvPr>
            <p:cNvSpPr/>
            <p:nvPr/>
          </p:nvSpPr>
          <p:spPr>
            <a:xfrm>
              <a:off x="117656" y="397178"/>
              <a:ext cx="75557" cy="68624"/>
            </a:xfrm>
            <a:custGeom>
              <a:avLst/>
              <a:gdLst/>
              <a:ahLst/>
              <a:cxnLst/>
              <a:rect l="l" t="t" r="r" b="b"/>
              <a:pathLst>
                <a:path w="75557" h="68624" extrusionOk="0">
                  <a:moveTo>
                    <a:pt x="31650" y="0"/>
                  </a:moveTo>
                  <a:cubicBezTo>
                    <a:pt x="52749" y="0"/>
                    <a:pt x="72041" y="15774"/>
                    <a:pt x="75557" y="36874"/>
                  </a:cubicBezTo>
                  <a:cubicBezTo>
                    <a:pt x="75557" y="54458"/>
                    <a:pt x="61490" y="68424"/>
                    <a:pt x="43907" y="68424"/>
                  </a:cubicBezTo>
                  <a:cubicBezTo>
                    <a:pt x="43003" y="68524"/>
                    <a:pt x="41998" y="68624"/>
                    <a:pt x="40994" y="68624"/>
                  </a:cubicBezTo>
                  <a:cubicBezTo>
                    <a:pt x="21099" y="68624"/>
                    <a:pt x="3416" y="51644"/>
                    <a:pt x="0" y="29841"/>
                  </a:cubicBezTo>
                  <a:cubicBezTo>
                    <a:pt x="0" y="12258"/>
                    <a:pt x="14066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255;p2">
              <a:extLst>
                <a:ext uri="{FF2B5EF4-FFF2-40B4-BE49-F238E27FC236}">
                  <a16:creationId xmlns:a16="http://schemas.microsoft.com/office/drawing/2014/main" id="{7033EA05-2BC5-94FD-56A8-AAFCCE4D6BF2}"/>
                </a:ext>
              </a:extLst>
            </p:cNvPr>
            <p:cNvSpPr/>
            <p:nvPr/>
          </p:nvSpPr>
          <p:spPr>
            <a:xfrm>
              <a:off x="293287" y="795762"/>
              <a:ext cx="70332" cy="81184"/>
            </a:xfrm>
            <a:custGeom>
              <a:avLst/>
              <a:gdLst/>
              <a:ahLst/>
              <a:cxnLst/>
              <a:rect l="l" t="t" r="r" b="b"/>
              <a:pathLst>
                <a:path w="70332" h="81184" extrusionOk="0">
                  <a:moveTo>
                    <a:pt x="32252" y="0"/>
                  </a:moveTo>
                  <a:cubicBezTo>
                    <a:pt x="40291" y="0"/>
                    <a:pt x="47524" y="4320"/>
                    <a:pt x="50940" y="12358"/>
                  </a:cubicBezTo>
                  <a:cubicBezTo>
                    <a:pt x="59782" y="22908"/>
                    <a:pt x="65007" y="35267"/>
                    <a:pt x="68523" y="49233"/>
                  </a:cubicBezTo>
                  <a:cubicBezTo>
                    <a:pt x="70332" y="63299"/>
                    <a:pt x="61490" y="75658"/>
                    <a:pt x="49233" y="79174"/>
                  </a:cubicBezTo>
                  <a:cubicBezTo>
                    <a:pt x="45514" y="80481"/>
                    <a:pt x="41897" y="81184"/>
                    <a:pt x="38281" y="81184"/>
                  </a:cubicBezTo>
                  <a:cubicBezTo>
                    <a:pt x="28333" y="81184"/>
                    <a:pt x="19291" y="75959"/>
                    <a:pt x="14066" y="66816"/>
                  </a:cubicBezTo>
                  <a:cubicBezTo>
                    <a:pt x="8841" y="54558"/>
                    <a:pt x="3516" y="42200"/>
                    <a:pt x="0" y="29942"/>
                  </a:cubicBezTo>
                  <a:cubicBezTo>
                    <a:pt x="7033" y="21200"/>
                    <a:pt x="10550" y="7134"/>
                    <a:pt x="19391" y="3617"/>
                  </a:cubicBezTo>
                  <a:cubicBezTo>
                    <a:pt x="23612" y="1206"/>
                    <a:pt x="28032" y="0"/>
                    <a:pt x="32252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256;p2">
              <a:extLst>
                <a:ext uri="{FF2B5EF4-FFF2-40B4-BE49-F238E27FC236}">
                  <a16:creationId xmlns:a16="http://schemas.microsoft.com/office/drawing/2014/main" id="{938E1DF3-A077-9AA6-5271-781C58B565D3}"/>
                </a:ext>
              </a:extLst>
            </p:cNvPr>
            <p:cNvSpPr/>
            <p:nvPr/>
          </p:nvSpPr>
          <p:spPr>
            <a:xfrm>
              <a:off x="277512" y="228480"/>
              <a:ext cx="65008" cy="73849"/>
            </a:xfrm>
            <a:custGeom>
              <a:avLst/>
              <a:gdLst/>
              <a:ahLst/>
              <a:cxnLst/>
              <a:rect l="l" t="t" r="r" b="b"/>
              <a:pathLst>
                <a:path w="65008" h="73849" extrusionOk="0">
                  <a:moveTo>
                    <a:pt x="24616" y="0"/>
                  </a:moveTo>
                  <a:cubicBezTo>
                    <a:pt x="45716" y="1809"/>
                    <a:pt x="63199" y="21100"/>
                    <a:pt x="65008" y="44008"/>
                  </a:cubicBezTo>
                  <a:cubicBezTo>
                    <a:pt x="65008" y="61491"/>
                    <a:pt x="56166" y="72041"/>
                    <a:pt x="42200" y="73849"/>
                  </a:cubicBezTo>
                  <a:cubicBezTo>
                    <a:pt x="19291" y="68524"/>
                    <a:pt x="1808" y="49233"/>
                    <a:pt x="0" y="26425"/>
                  </a:cubicBezTo>
                  <a:cubicBezTo>
                    <a:pt x="0" y="12358"/>
                    <a:pt x="10550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257;p2">
              <a:extLst>
                <a:ext uri="{FF2B5EF4-FFF2-40B4-BE49-F238E27FC236}">
                  <a16:creationId xmlns:a16="http://schemas.microsoft.com/office/drawing/2014/main" id="{868115DC-CD44-6316-471D-838BAD7418C3}"/>
                </a:ext>
              </a:extLst>
            </p:cNvPr>
            <p:cNvSpPr/>
            <p:nvPr/>
          </p:nvSpPr>
          <p:spPr>
            <a:xfrm>
              <a:off x="398685" y="1282363"/>
              <a:ext cx="61491" cy="65007"/>
            </a:xfrm>
            <a:custGeom>
              <a:avLst/>
              <a:gdLst/>
              <a:ahLst/>
              <a:cxnLst/>
              <a:rect l="l" t="t" r="r" b="b"/>
              <a:pathLst>
                <a:path w="61491" h="65007" extrusionOk="0">
                  <a:moveTo>
                    <a:pt x="24616" y="0"/>
                  </a:moveTo>
                  <a:cubicBezTo>
                    <a:pt x="43907" y="0"/>
                    <a:pt x="61491" y="15875"/>
                    <a:pt x="61491" y="36874"/>
                  </a:cubicBezTo>
                  <a:cubicBezTo>
                    <a:pt x="61491" y="52749"/>
                    <a:pt x="49233" y="65007"/>
                    <a:pt x="33357" y="65007"/>
                  </a:cubicBezTo>
                  <a:cubicBezTo>
                    <a:pt x="14067" y="61490"/>
                    <a:pt x="0" y="43907"/>
                    <a:pt x="0" y="24616"/>
                  </a:cubicBezTo>
                  <a:cubicBezTo>
                    <a:pt x="0" y="8842"/>
                    <a:pt x="8841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258;p2">
              <a:extLst>
                <a:ext uri="{FF2B5EF4-FFF2-40B4-BE49-F238E27FC236}">
                  <a16:creationId xmlns:a16="http://schemas.microsoft.com/office/drawing/2014/main" id="{E6427F87-14C8-4536-B9D4-1C9D6BA326DF}"/>
                </a:ext>
              </a:extLst>
            </p:cNvPr>
            <p:cNvSpPr/>
            <p:nvPr/>
          </p:nvSpPr>
          <p:spPr>
            <a:xfrm>
              <a:off x="22808" y="1297132"/>
              <a:ext cx="57974" cy="68525"/>
            </a:xfrm>
            <a:custGeom>
              <a:avLst/>
              <a:gdLst/>
              <a:ahLst/>
              <a:cxnLst/>
              <a:rect l="l" t="t" r="r" b="b"/>
              <a:pathLst>
                <a:path w="57974" h="68525" extrusionOk="0">
                  <a:moveTo>
                    <a:pt x="24114" y="0"/>
                  </a:moveTo>
                  <a:cubicBezTo>
                    <a:pt x="29037" y="0"/>
                    <a:pt x="34161" y="1206"/>
                    <a:pt x="38683" y="4622"/>
                  </a:cubicBezTo>
                  <a:cubicBezTo>
                    <a:pt x="47424" y="15072"/>
                    <a:pt x="54458" y="29138"/>
                    <a:pt x="56266" y="43204"/>
                  </a:cubicBezTo>
                  <a:cubicBezTo>
                    <a:pt x="57974" y="50238"/>
                    <a:pt x="49233" y="62496"/>
                    <a:pt x="42199" y="66012"/>
                  </a:cubicBezTo>
                  <a:cubicBezTo>
                    <a:pt x="38884" y="67720"/>
                    <a:pt x="35468" y="68525"/>
                    <a:pt x="32152" y="68525"/>
                  </a:cubicBezTo>
                  <a:cubicBezTo>
                    <a:pt x="24817" y="68525"/>
                    <a:pt x="18286" y="64505"/>
                    <a:pt x="15875" y="57271"/>
                  </a:cubicBezTo>
                  <a:cubicBezTo>
                    <a:pt x="10550" y="45013"/>
                    <a:pt x="5324" y="34463"/>
                    <a:pt x="0" y="22105"/>
                  </a:cubicBezTo>
                  <a:cubicBezTo>
                    <a:pt x="5324" y="15072"/>
                    <a:pt x="8842" y="4622"/>
                    <a:pt x="15875" y="1106"/>
                  </a:cubicBezTo>
                  <a:cubicBezTo>
                    <a:pt x="18386" y="402"/>
                    <a:pt x="21199" y="0"/>
                    <a:pt x="2411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259;p2">
              <a:extLst>
                <a:ext uri="{FF2B5EF4-FFF2-40B4-BE49-F238E27FC236}">
                  <a16:creationId xmlns:a16="http://schemas.microsoft.com/office/drawing/2014/main" id="{D56D65C6-D024-030C-9090-F9485338B73C}"/>
                </a:ext>
              </a:extLst>
            </p:cNvPr>
            <p:cNvSpPr/>
            <p:nvPr/>
          </p:nvSpPr>
          <p:spPr>
            <a:xfrm>
              <a:off x="173923" y="941652"/>
              <a:ext cx="57973" cy="63199"/>
            </a:xfrm>
            <a:custGeom>
              <a:avLst/>
              <a:gdLst/>
              <a:ahLst/>
              <a:cxnLst/>
              <a:rect l="l" t="t" r="r" b="b"/>
              <a:pathLst>
                <a:path w="57973" h="63199" extrusionOk="0">
                  <a:moveTo>
                    <a:pt x="20898" y="0"/>
                  </a:moveTo>
                  <a:cubicBezTo>
                    <a:pt x="42501" y="0"/>
                    <a:pt x="56165" y="12961"/>
                    <a:pt x="56165" y="33357"/>
                  </a:cubicBezTo>
                  <a:cubicBezTo>
                    <a:pt x="57973" y="45616"/>
                    <a:pt x="49132" y="57974"/>
                    <a:pt x="36874" y="61491"/>
                  </a:cubicBezTo>
                  <a:cubicBezTo>
                    <a:pt x="34061" y="62696"/>
                    <a:pt x="31248" y="63199"/>
                    <a:pt x="28434" y="63199"/>
                  </a:cubicBezTo>
                  <a:cubicBezTo>
                    <a:pt x="18788" y="63199"/>
                    <a:pt x="9745" y="56567"/>
                    <a:pt x="7033" y="45616"/>
                  </a:cubicBezTo>
                  <a:cubicBezTo>
                    <a:pt x="3516" y="31650"/>
                    <a:pt x="1708" y="17583"/>
                    <a:pt x="0" y="3516"/>
                  </a:cubicBezTo>
                  <a:cubicBezTo>
                    <a:pt x="7535" y="1105"/>
                    <a:pt x="14569" y="0"/>
                    <a:pt x="2089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260;p2">
              <a:extLst>
                <a:ext uri="{FF2B5EF4-FFF2-40B4-BE49-F238E27FC236}">
                  <a16:creationId xmlns:a16="http://schemas.microsoft.com/office/drawing/2014/main" id="{FEF4FB0A-C6F4-3441-2217-F2D17B7FC1F1}"/>
                </a:ext>
              </a:extLst>
            </p:cNvPr>
            <p:cNvSpPr/>
            <p:nvPr/>
          </p:nvSpPr>
          <p:spPr>
            <a:xfrm>
              <a:off x="433850" y="969785"/>
              <a:ext cx="57975" cy="61390"/>
            </a:xfrm>
            <a:custGeom>
              <a:avLst/>
              <a:gdLst/>
              <a:ahLst/>
              <a:cxnLst/>
              <a:rect l="l" t="t" r="r" b="b"/>
              <a:pathLst>
                <a:path w="57975" h="61390" extrusionOk="0">
                  <a:moveTo>
                    <a:pt x="28134" y="0"/>
                  </a:moveTo>
                  <a:cubicBezTo>
                    <a:pt x="43908" y="1708"/>
                    <a:pt x="56166" y="13966"/>
                    <a:pt x="57975" y="31549"/>
                  </a:cubicBezTo>
                  <a:cubicBezTo>
                    <a:pt x="57975" y="47424"/>
                    <a:pt x="45616" y="61390"/>
                    <a:pt x="29842" y="61390"/>
                  </a:cubicBezTo>
                  <a:cubicBezTo>
                    <a:pt x="14067" y="61390"/>
                    <a:pt x="0" y="47424"/>
                    <a:pt x="1709" y="29841"/>
                  </a:cubicBezTo>
                  <a:cubicBezTo>
                    <a:pt x="0" y="15774"/>
                    <a:pt x="12259" y="1708"/>
                    <a:pt x="2813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261;p2">
              <a:extLst>
                <a:ext uri="{FF2B5EF4-FFF2-40B4-BE49-F238E27FC236}">
                  <a16:creationId xmlns:a16="http://schemas.microsoft.com/office/drawing/2014/main" id="{A8D24D7C-0D82-3872-9D86-4C76281AD1A3}"/>
                </a:ext>
              </a:extLst>
            </p:cNvPr>
            <p:cNvSpPr/>
            <p:nvPr/>
          </p:nvSpPr>
          <p:spPr>
            <a:xfrm>
              <a:off x="119465" y="200247"/>
              <a:ext cx="54458" cy="52850"/>
            </a:xfrm>
            <a:custGeom>
              <a:avLst/>
              <a:gdLst/>
              <a:ahLst/>
              <a:cxnLst/>
              <a:rect l="l" t="t" r="r" b="b"/>
              <a:pathLst>
                <a:path w="54458" h="52850" extrusionOk="0">
                  <a:moveTo>
                    <a:pt x="25319" y="0"/>
                  </a:moveTo>
                  <a:cubicBezTo>
                    <a:pt x="26224" y="0"/>
                    <a:pt x="27128" y="100"/>
                    <a:pt x="28032" y="201"/>
                  </a:cubicBezTo>
                  <a:cubicBezTo>
                    <a:pt x="42099" y="201"/>
                    <a:pt x="54458" y="10751"/>
                    <a:pt x="52649" y="24817"/>
                  </a:cubicBezTo>
                  <a:cubicBezTo>
                    <a:pt x="54458" y="40592"/>
                    <a:pt x="42099" y="52850"/>
                    <a:pt x="26324" y="52850"/>
                  </a:cubicBezTo>
                  <a:cubicBezTo>
                    <a:pt x="12257" y="51142"/>
                    <a:pt x="0" y="38783"/>
                    <a:pt x="0" y="24817"/>
                  </a:cubicBezTo>
                  <a:cubicBezTo>
                    <a:pt x="0" y="11655"/>
                    <a:pt x="12257" y="0"/>
                    <a:pt x="2531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0" name="Google Shape;241;p2">
            <a:extLst>
              <a:ext uri="{FF2B5EF4-FFF2-40B4-BE49-F238E27FC236}">
                <a16:creationId xmlns:a16="http://schemas.microsoft.com/office/drawing/2014/main" id="{CB922999-1C28-7EDF-E6F3-4D3118512F22}"/>
              </a:ext>
            </a:extLst>
          </p:cNvPr>
          <p:cNvGrpSpPr/>
          <p:nvPr/>
        </p:nvGrpSpPr>
        <p:grpSpPr>
          <a:xfrm>
            <a:off x="10615168" y="3254722"/>
            <a:ext cx="1576832" cy="1820335"/>
            <a:chOff x="0" y="0"/>
            <a:chExt cx="615672" cy="1365657"/>
          </a:xfrm>
        </p:grpSpPr>
        <p:sp>
          <p:nvSpPr>
            <p:cNvPr id="371" name="Google Shape;242;p2">
              <a:extLst>
                <a:ext uri="{FF2B5EF4-FFF2-40B4-BE49-F238E27FC236}">
                  <a16:creationId xmlns:a16="http://schemas.microsoft.com/office/drawing/2014/main" id="{AC76A157-B6D1-568D-D707-48C13920402C}"/>
                </a:ext>
              </a:extLst>
            </p:cNvPr>
            <p:cNvSpPr/>
            <p:nvPr/>
          </p:nvSpPr>
          <p:spPr>
            <a:xfrm>
              <a:off x="551306" y="596621"/>
              <a:ext cx="64366" cy="127252"/>
            </a:xfrm>
            <a:custGeom>
              <a:avLst/>
              <a:gdLst/>
              <a:ahLst/>
              <a:cxnLst/>
              <a:rect l="l" t="t" r="r" b="b"/>
              <a:pathLst>
                <a:path w="64366" h="127252" extrusionOk="0">
                  <a:moveTo>
                    <a:pt x="58477" y="0"/>
                  </a:moveTo>
                  <a:lnTo>
                    <a:pt x="64366" y="1547"/>
                  </a:lnTo>
                  <a:lnTo>
                    <a:pt x="64366" y="127252"/>
                  </a:lnTo>
                  <a:lnTo>
                    <a:pt x="58176" y="125493"/>
                  </a:lnTo>
                  <a:cubicBezTo>
                    <a:pt x="30042" y="114943"/>
                    <a:pt x="9043" y="90327"/>
                    <a:pt x="5527" y="60486"/>
                  </a:cubicBezTo>
                  <a:cubicBezTo>
                    <a:pt x="0" y="23511"/>
                    <a:pt x="29038" y="0"/>
                    <a:pt x="58477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243;p2">
              <a:extLst>
                <a:ext uri="{FF2B5EF4-FFF2-40B4-BE49-F238E27FC236}">
                  <a16:creationId xmlns:a16="http://schemas.microsoft.com/office/drawing/2014/main" id="{9A2AF783-AE65-F49B-F960-E3B6A63F0A54}"/>
                </a:ext>
              </a:extLst>
            </p:cNvPr>
            <p:cNvSpPr/>
            <p:nvPr/>
          </p:nvSpPr>
          <p:spPr>
            <a:xfrm>
              <a:off x="288062" y="422297"/>
              <a:ext cx="94848" cy="101480"/>
            </a:xfrm>
            <a:custGeom>
              <a:avLst/>
              <a:gdLst/>
              <a:ahLst/>
              <a:cxnLst/>
              <a:rect l="l" t="t" r="r" b="b"/>
              <a:pathLst>
                <a:path w="94848" h="101480" extrusionOk="0">
                  <a:moveTo>
                    <a:pt x="29139" y="0"/>
                  </a:moveTo>
                  <a:cubicBezTo>
                    <a:pt x="35166" y="0"/>
                    <a:pt x="41898" y="1507"/>
                    <a:pt x="49133" y="4722"/>
                  </a:cubicBezTo>
                  <a:cubicBezTo>
                    <a:pt x="79074" y="16980"/>
                    <a:pt x="94848" y="46821"/>
                    <a:pt x="87816" y="76763"/>
                  </a:cubicBezTo>
                  <a:cubicBezTo>
                    <a:pt x="86208" y="91332"/>
                    <a:pt x="73950" y="101480"/>
                    <a:pt x="59582" y="101480"/>
                  </a:cubicBezTo>
                  <a:cubicBezTo>
                    <a:pt x="58476" y="101480"/>
                    <a:pt x="57371" y="101480"/>
                    <a:pt x="56166" y="101279"/>
                  </a:cubicBezTo>
                  <a:cubicBezTo>
                    <a:pt x="24616" y="94245"/>
                    <a:pt x="3517" y="67921"/>
                    <a:pt x="0" y="36372"/>
                  </a:cubicBezTo>
                  <a:cubicBezTo>
                    <a:pt x="0" y="12861"/>
                    <a:pt x="11656" y="0"/>
                    <a:pt x="2913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244;p2">
              <a:extLst>
                <a:ext uri="{FF2B5EF4-FFF2-40B4-BE49-F238E27FC236}">
                  <a16:creationId xmlns:a16="http://schemas.microsoft.com/office/drawing/2014/main" id="{B1780465-3089-2FF8-8C04-97EEB229FE28}"/>
                </a:ext>
              </a:extLst>
            </p:cNvPr>
            <p:cNvSpPr/>
            <p:nvPr/>
          </p:nvSpPr>
          <p:spPr>
            <a:xfrm>
              <a:off x="549799" y="397178"/>
              <a:ext cx="65873" cy="93040"/>
            </a:xfrm>
            <a:custGeom>
              <a:avLst/>
              <a:gdLst/>
              <a:ahLst/>
              <a:cxnLst/>
              <a:rect l="l" t="t" r="r" b="b"/>
              <a:pathLst>
                <a:path w="65873" h="93040" extrusionOk="0">
                  <a:moveTo>
                    <a:pt x="40391" y="0"/>
                  </a:moveTo>
                  <a:cubicBezTo>
                    <a:pt x="47399" y="0"/>
                    <a:pt x="54087" y="1425"/>
                    <a:pt x="60177" y="3975"/>
                  </a:cubicBezTo>
                  <a:lnTo>
                    <a:pt x="65873" y="7745"/>
                  </a:lnTo>
                  <a:lnTo>
                    <a:pt x="65873" y="90036"/>
                  </a:lnTo>
                  <a:lnTo>
                    <a:pt x="50940" y="93040"/>
                  </a:lnTo>
                  <a:cubicBezTo>
                    <a:pt x="24516" y="91332"/>
                    <a:pt x="3516" y="68424"/>
                    <a:pt x="1708" y="42099"/>
                  </a:cubicBezTo>
                  <a:cubicBezTo>
                    <a:pt x="0" y="19291"/>
                    <a:pt x="19291" y="0"/>
                    <a:pt x="40391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245;p2">
              <a:extLst>
                <a:ext uri="{FF2B5EF4-FFF2-40B4-BE49-F238E27FC236}">
                  <a16:creationId xmlns:a16="http://schemas.microsoft.com/office/drawing/2014/main" id="{09AD6DBC-A8BA-7269-1AF3-5613CC68CF0F}"/>
                </a:ext>
              </a:extLst>
            </p:cNvPr>
            <p:cNvSpPr/>
            <p:nvPr/>
          </p:nvSpPr>
          <p:spPr>
            <a:xfrm>
              <a:off x="432042" y="446209"/>
              <a:ext cx="93141" cy="91533"/>
            </a:xfrm>
            <a:custGeom>
              <a:avLst/>
              <a:gdLst/>
              <a:ahLst/>
              <a:cxnLst/>
              <a:rect l="l" t="t" r="r" b="b"/>
              <a:pathLst>
                <a:path w="93141" h="91533" extrusionOk="0">
                  <a:moveTo>
                    <a:pt x="44310" y="0"/>
                  </a:moveTo>
                  <a:cubicBezTo>
                    <a:pt x="45415" y="0"/>
                    <a:pt x="46420" y="0"/>
                    <a:pt x="47424" y="101"/>
                  </a:cubicBezTo>
                  <a:cubicBezTo>
                    <a:pt x="73850" y="1909"/>
                    <a:pt x="93141" y="22908"/>
                    <a:pt x="91332" y="49333"/>
                  </a:cubicBezTo>
                  <a:cubicBezTo>
                    <a:pt x="93040" y="72845"/>
                    <a:pt x="73749" y="91533"/>
                    <a:pt x="50540" y="91533"/>
                  </a:cubicBezTo>
                  <a:cubicBezTo>
                    <a:pt x="49534" y="91533"/>
                    <a:pt x="48530" y="91533"/>
                    <a:pt x="47424" y="91432"/>
                  </a:cubicBezTo>
                  <a:cubicBezTo>
                    <a:pt x="21100" y="91432"/>
                    <a:pt x="0" y="68624"/>
                    <a:pt x="0" y="42300"/>
                  </a:cubicBezTo>
                  <a:cubicBezTo>
                    <a:pt x="1708" y="18688"/>
                    <a:pt x="21100" y="0"/>
                    <a:pt x="4431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246;p2">
              <a:extLst>
                <a:ext uri="{FF2B5EF4-FFF2-40B4-BE49-F238E27FC236}">
                  <a16:creationId xmlns:a16="http://schemas.microsoft.com/office/drawing/2014/main" id="{3A22A409-4465-6FD5-5ECB-9E416CF7BC06}"/>
                </a:ext>
              </a:extLst>
            </p:cNvPr>
            <p:cNvSpPr/>
            <p:nvPr/>
          </p:nvSpPr>
          <p:spPr>
            <a:xfrm>
              <a:off x="87815" y="0"/>
              <a:ext cx="94848" cy="93241"/>
            </a:xfrm>
            <a:custGeom>
              <a:avLst/>
              <a:gdLst/>
              <a:ahLst/>
              <a:cxnLst/>
              <a:rect l="l" t="t" r="r" b="b"/>
              <a:pathLst>
                <a:path w="94848" h="93241" extrusionOk="0">
                  <a:moveTo>
                    <a:pt x="36874" y="0"/>
                  </a:moveTo>
                  <a:cubicBezTo>
                    <a:pt x="37980" y="0"/>
                    <a:pt x="39186" y="0"/>
                    <a:pt x="40391" y="201"/>
                  </a:cubicBezTo>
                  <a:cubicBezTo>
                    <a:pt x="41497" y="100"/>
                    <a:pt x="42601" y="100"/>
                    <a:pt x="43707" y="100"/>
                  </a:cubicBezTo>
                  <a:cubicBezTo>
                    <a:pt x="70232" y="100"/>
                    <a:pt x="91332" y="20597"/>
                    <a:pt x="91332" y="47625"/>
                  </a:cubicBezTo>
                  <a:cubicBezTo>
                    <a:pt x="94848" y="65208"/>
                    <a:pt x="89624" y="82791"/>
                    <a:pt x="75557" y="93241"/>
                  </a:cubicBezTo>
                  <a:cubicBezTo>
                    <a:pt x="59682" y="89724"/>
                    <a:pt x="43907" y="84499"/>
                    <a:pt x="28133" y="77466"/>
                  </a:cubicBezTo>
                  <a:cubicBezTo>
                    <a:pt x="8741" y="65208"/>
                    <a:pt x="0" y="40592"/>
                    <a:pt x="8741" y="19492"/>
                  </a:cubicBezTo>
                  <a:cubicBezTo>
                    <a:pt x="13565" y="8239"/>
                    <a:pt x="24316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247;p2">
              <a:extLst>
                <a:ext uri="{FF2B5EF4-FFF2-40B4-BE49-F238E27FC236}">
                  <a16:creationId xmlns:a16="http://schemas.microsoft.com/office/drawing/2014/main" id="{FF4B1C6B-B55B-FDE9-0AB0-BCC1EC0E8BF2}"/>
                </a:ext>
              </a:extLst>
            </p:cNvPr>
            <p:cNvSpPr/>
            <p:nvPr/>
          </p:nvSpPr>
          <p:spPr>
            <a:xfrm>
              <a:off x="474242" y="829220"/>
              <a:ext cx="89523" cy="91332"/>
            </a:xfrm>
            <a:custGeom>
              <a:avLst/>
              <a:gdLst/>
              <a:ahLst/>
              <a:cxnLst/>
              <a:rect l="l" t="t" r="r" b="b"/>
              <a:pathLst>
                <a:path w="89523" h="91332" extrusionOk="0">
                  <a:moveTo>
                    <a:pt x="36874" y="0"/>
                  </a:moveTo>
                  <a:cubicBezTo>
                    <a:pt x="65007" y="0"/>
                    <a:pt x="86106" y="22808"/>
                    <a:pt x="87815" y="49233"/>
                  </a:cubicBezTo>
                  <a:cubicBezTo>
                    <a:pt x="89523" y="72041"/>
                    <a:pt x="72041" y="91332"/>
                    <a:pt x="49132" y="91332"/>
                  </a:cubicBezTo>
                  <a:cubicBezTo>
                    <a:pt x="21099" y="89624"/>
                    <a:pt x="0" y="66716"/>
                    <a:pt x="3516" y="38683"/>
                  </a:cubicBezTo>
                  <a:cubicBezTo>
                    <a:pt x="0" y="17583"/>
                    <a:pt x="15774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248;p2">
              <a:extLst>
                <a:ext uri="{FF2B5EF4-FFF2-40B4-BE49-F238E27FC236}">
                  <a16:creationId xmlns:a16="http://schemas.microsoft.com/office/drawing/2014/main" id="{20541C33-3E1C-3DE0-C6F8-0F14667DBFC6}"/>
                </a:ext>
              </a:extLst>
            </p:cNvPr>
            <p:cNvSpPr/>
            <p:nvPr/>
          </p:nvSpPr>
          <p:spPr>
            <a:xfrm>
              <a:off x="330160" y="1018214"/>
              <a:ext cx="112432" cy="81083"/>
            </a:xfrm>
            <a:custGeom>
              <a:avLst/>
              <a:gdLst/>
              <a:ahLst/>
              <a:cxnLst/>
              <a:rect l="l" t="t" r="r" b="b"/>
              <a:pathLst>
                <a:path w="112432" h="81083" extrusionOk="0">
                  <a:moveTo>
                    <a:pt x="29138" y="0"/>
                  </a:moveTo>
                  <a:cubicBezTo>
                    <a:pt x="51846" y="0"/>
                    <a:pt x="74854" y="8741"/>
                    <a:pt x="91332" y="25319"/>
                  </a:cubicBezTo>
                  <a:cubicBezTo>
                    <a:pt x="112432" y="42903"/>
                    <a:pt x="103690" y="76260"/>
                    <a:pt x="77366" y="79777"/>
                  </a:cubicBezTo>
                  <a:cubicBezTo>
                    <a:pt x="73649" y="80681"/>
                    <a:pt x="69931" y="81083"/>
                    <a:pt x="66314" y="81083"/>
                  </a:cubicBezTo>
                  <a:cubicBezTo>
                    <a:pt x="49233" y="81083"/>
                    <a:pt x="33358" y="71438"/>
                    <a:pt x="24616" y="56869"/>
                  </a:cubicBezTo>
                  <a:cubicBezTo>
                    <a:pt x="12359" y="41094"/>
                    <a:pt x="0" y="23511"/>
                    <a:pt x="17583" y="703"/>
                  </a:cubicBezTo>
                  <a:cubicBezTo>
                    <a:pt x="21401" y="201"/>
                    <a:pt x="25220" y="0"/>
                    <a:pt x="2913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249;p2">
              <a:extLst>
                <a:ext uri="{FF2B5EF4-FFF2-40B4-BE49-F238E27FC236}">
                  <a16:creationId xmlns:a16="http://schemas.microsoft.com/office/drawing/2014/main" id="{C1BBFE50-807F-0740-B336-20EFD3B09B2A}"/>
                </a:ext>
              </a:extLst>
            </p:cNvPr>
            <p:cNvSpPr/>
            <p:nvPr/>
          </p:nvSpPr>
          <p:spPr>
            <a:xfrm>
              <a:off x="0" y="621237"/>
              <a:ext cx="75557" cy="96054"/>
            </a:xfrm>
            <a:custGeom>
              <a:avLst/>
              <a:gdLst/>
              <a:ahLst/>
              <a:cxnLst/>
              <a:rect l="l" t="t" r="r" b="b"/>
              <a:pathLst>
                <a:path w="75557" h="96054" extrusionOk="0">
                  <a:moveTo>
                    <a:pt x="26626" y="0"/>
                  </a:moveTo>
                  <a:cubicBezTo>
                    <a:pt x="31951" y="0"/>
                    <a:pt x="37276" y="1306"/>
                    <a:pt x="42199" y="4220"/>
                  </a:cubicBezTo>
                  <a:cubicBezTo>
                    <a:pt x="61491" y="16578"/>
                    <a:pt x="73748" y="37578"/>
                    <a:pt x="75557" y="60486"/>
                  </a:cubicBezTo>
                  <a:cubicBezTo>
                    <a:pt x="73748" y="72744"/>
                    <a:pt x="70232" y="83294"/>
                    <a:pt x="61491" y="92035"/>
                  </a:cubicBezTo>
                  <a:cubicBezTo>
                    <a:pt x="58074" y="94949"/>
                    <a:pt x="54659" y="96054"/>
                    <a:pt x="51142" y="96054"/>
                  </a:cubicBezTo>
                  <a:cubicBezTo>
                    <a:pt x="43907" y="96054"/>
                    <a:pt x="36371" y="90930"/>
                    <a:pt x="28132" y="85002"/>
                  </a:cubicBezTo>
                  <a:cubicBezTo>
                    <a:pt x="10550" y="69227"/>
                    <a:pt x="0" y="44611"/>
                    <a:pt x="0" y="20095"/>
                  </a:cubicBezTo>
                  <a:cubicBezTo>
                    <a:pt x="1708" y="16578"/>
                    <a:pt x="7034" y="6029"/>
                    <a:pt x="14067" y="2512"/>
                  </a:cubicBezTo>
                  <a:cubicBezTo>
                    <a:pt x="17985" y="904"/>
                    <a:pt x="22306" y="0"/>
                    <a:pt x="266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250;p2">
              <a:extLst>
                <a:ext uri="{FF2B5EF4-FFF2-40B4-BE49-F238E27FC236}">
                  <a16:creationId xmlns:a16="http://schemas.microsoft.com/office/drawing/2014/main" id="{E761E556-0FD3-1519-CB4C-8EA77DBA3F10}"/>
                </a:ext>
              </a:extLst>
            </p:cNvPr>
            <p:cNvSpPr/>
            <p:nvPr/>
          </p:nvSpPr>
          <p:spPr>
            <a:xfrm>
              <a:off x="419784" y="657006"/>
              <a:ext cx="86107" cy="87011"/>
            </a:xfrm>
            <a:custGeom>
              <a:avLst/>
              <a:gdLst/>
              <a:ahLst/>
              <a:cxnLst/>
              <a:rect l="l" t="t" r="r" b="b"/>
              <a:pathLst>
                <a:path w="86107" h="87011" extrusionOk="0">
                  <a:moveTo>
                    <a:pt x="31348" y="0"/>
                  </a:moveTo>
                  <a:cubicBezTo>
                    <a:pt x="58175" y="0"/>
                    <a:pt x="82590" y="20497"/>
                    <a:pt x="84298" y="47525"/>
                  </a:cubicBezTo>
                  <a:cubicBezTo>
                    <a:pt x="86107" y="61591"/>
                    <a:pt x="80782" y="75658"/>
                    <a:pt x="70232" y="82691"/>
                  </a:cubicBezTo>
                  <a:cubicBezTo>
                    <a:pt x="65108" y="85605"/>
                    <a:pt x="59682" y="87011"/>
                    <a:pt x="54357" y="87011"/>
                  </a:cubicBezTo>
                  <a:cubicBezTo>
                    <a:pt x="46822" y="87011"/>
                    <a:pt x="39487" y="84198"/>
                    <a:pt x="33358" y="79174"/>
                  </a:cubicBezTo>
                  <a:cubicBezTo>
                    <a:pt x="1708" y="58074"/>
                    <a:pt x="0" y="33458"/>
                    <a:pt x="28133" y="100"/>
                  </a:cubicBezTo>
                  <a:cubicBezTo>
                    <a:pt x="29238" y="0"/>
                    <a:pt x="30242" y="0"/>
                    <a:pt x="3134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251;p2">
              <a:extLst>
                <a:ext uri="{FF2B5EF4-FFF2-40B4-BE49-F238E27FC236}">
                  <a16:creationId xmlns:a16="http://schemas.microsoft.com/office/drawing/2014/main" id="{6E8EB9F3-1606-670B-573E-26E2BDFFC043}"/>
                </a:ext>
              </a:extLst>
            </p:cNvPr>
            <p:cNvSpPr/>
            <p:nvPr/>
          </p:nvSpPr>
          <p:spPr>
            <a:xfrm>
              <a:off x="556833" y="1087139"/>
              <a:ext cx="58839" cy="88820"/>
            </a:xfrm>
            <a:custGeom>
              <a:avLst/>
              <a:gdLst/>
              <a:ahLst/>
              <a:cxnLst/>
              <a:rect l="l" t="t" r="r" b="b"/>
              <a:pathLst>
                <a:path w="58839" h="88820" extrusionOk="0">
                  <a:moveTo>
                    <a:pt x="17884" y="0"/>
                  </a:moveTo>
                  <a:cubicBezTo>
                    <a:pt x="26022" y="0"/>
                    <a:pt x="33784" y="1790"/>
                    <a:pt x="40770" y="5019"/>
                  </a:cubicBezTo>
                  <a:lnTo>
                    <a:pt x="58839" y="18553"/>
                  </a:lnTo>
                  <a:lnTo>
                    <a:pt x="58839" y="82474"/>
                  </a:lnTo>
                  <a:lnTo>
                    <a:pt x="43907" y="88117"/>
                  </a:lnTo>
                  <a:cubicBezTo>
                    <a:pt x="41797" y="88619"/>
                    <a:pt x="39787" y="88820"/>
                    <a:pt x="37778" y="88820"/>
                  </a:cubicBezTo>
                  <a:cubicBezTo>
                    <a:pt x="24516" y="88820"/>
                    <a:pt x="13363" y="79275"/>
                    <a:pt x="8741" y="67017"/>
                  </a:cubicBezTo>
                  <a:cubicBezTo>
                    <a:pt x="0" y="45917"/>
                    <a:pt x="1708" y="21401"/>
                    <a:pt x="12257" y="302"/>
                  </a:cubicBezTo>
                  <a:cubicBezTo>
                    <a:pt x="14167" y="100"/>
                    <a:pt x="15975" y="0"/>
                    <a:pt x="1788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252;p2">
              <a:extLst>
                <a:ext uri="{FF2B5EF4-FFF2-40B4-BE49-F238E27FC236}">
                  <a16:creationId xmlns:a16="http://schemas.microsoft.com/office/drawing/2014/main" id="{43AC4EDE-5935-353F-F876-B2009A72774A}"/>
                </a:ext>
              </a:extLst>
            </p:cNvPr>
            <p:cNvSpPr/>
            <p:nvPr/>
          </p:nvSpPr>
          <p:spPr>
            <a:xfrm>
              <a:off x="73748" y="1080408"/>
              <a:ext cx="70232" cy="80782"/>
            </a:xfrm>
            <a:custGeom>
              <a:avLst/>
              <a:gdLst/>
              <a:ahLst/>
              <a:cxnLst/>
              <a:rect l="l" t="t" r="r" b="b"/>
              <a:pathLst>
                <a:path w="70232" h="80782" extrusionOk="0">
                  <a:moveTo>
                    <a:pt x="31650" y="0"/>
                  </a:moveTo>
                  <a:cubicBezTo>
                    <a:pt x="54458" y="1708"/>
                    <a:pt x="70232" y="21099"/>
                    <a:pt x="68525" y="43907"/>
                  </a:cubicBezTo>
                  <a:cubicBezTo>
                    <a:pt x="70232" y="63198"/>
                    <a:pt x="54458" y="80782"/>
                    <a:pt x="35166" y="80782"/>
                  </a:cubicBezTo>
                  <a:cubicBezTo>
                    <a:pt x="15875" y="80782"/>
                    <a:pt x="0" y="59682"/>
                    <a:pt x="0" y="31650"/>
                  </a:cubicBezTo>
                  <a:cubicBezTo>
                    <a:pt x="0" y="14066"/>
                    <a:pt x="14067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253;p2">
              <a:extLst>
                <a:ext uri="{FF2B5EF4-FFF2-40B4-BE49-F238E27FC236}">
                  <a16:creationId xmlns:a16="http://schemas.microsoft.com/office/drawing/2014/main" id="{F7301CAE-90D4-9095-6793-8A462DE9D838}"/>
                </a:ext>
              </a:extLst>
            </p:cNvPr>
            <p:cNvSpPr/>
            <p:nvPr/>
          </p:nvSpPr>
          <p:spPr>
            <a:xfrm>
              <a:off x="196831" y="658714"/>
              <a:ext cx="73648" cy="75658"/>
            </a:xfrm>
            <a:custGeom>
              <a:avLst/>
              <a:gdLst/>
              <a:ahLst/>
              <a:cxnLst/>
              <a:rect l="l" t="t" r="r" b="b"/>
              <a:pathLst>
                <a:path w="73648" h="75658" extrusionOk="0">
                  <a:moveTo>
                    <a:pt x="26826" y="0"/>
                  </a:moveTo>
                  <a:cubicBezTo>
                    <a:pt x="27731" y="0"/>
                    <a:pt x="28735" y="0"/>
                    <a:pt x="29740" y="100"/>
                  </a:cubicBezTo>
                  <a:cubicBezTo>
                    <a:pt x="52548" y="1909"/>
                    <a:pt x="70131" y="21200"/>
                    <a:pt x="73648" y="44008"/>
                  </a:cubicBezTo>
                  <a:cubicBezTo>
                    <a:pt x="73648" y="61591"/>
                    <a:pt x="61390" y="75658"/>
                    <a:pt x="43807" y="75658"/>
                  </a:cubicBezTo>
                  <a:cubicBezTo>
                    <a:pt x="19190" y="73950"/>
                    <a:pt x="1608" y="52850"/>
                    <a:pt x="1608" y="28233"/>
                  </a:cubicBezTo>
                  <a:cubicBezTo>
                    <a:pt x="0" y="13363"/>
                    <a:pt x="10851" y="0"/>
                    <a:pt x="268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254;p2">
              <a:extLst>
                <a:ext uri="{FF2B5EF4-FFF2-40B4-BE49-F238E27FC236}">
                  <a16:creationId xmlns:a16="http://schemas.microsoft.com/office/drawing/2014/main" id="{D25F9E52-B903-9745-3CD0-6143D04C907E}"/>
                </a:ext>
              </a:extLst>
            </p:cNvPr>
            <p:cNvSpPr/>
            <p:nvPr/>
          </p:nvSpPr>
          <p:spPr>
            <a:xfrm>
              <a:off x="117656" y="397178"/>
              <a:ext cx="75557" cy="68624"/>
            </a:xfrm>
            <a:custGeom>
              <a:avLst/>
              <a:gdLst/>
              <a:ahLst/>
              <a:cxnLst/>
              <a:rect l="l" t="t" r="r" b="b"/>
              <a:pathLst>
                <a:path w="75557" h="68624" extrusionOk="0">
                  <a:moveTo>
                    <a:pt x="31650" y="0"/>
                  </a:moveTo>
                  <a:cubicBezTo>
                    <a:pt x="52749" y="0"/>
                    <a:pt x="72041" y="15774"/>
                    <a:pt x="75557" y="36874"/>
                  </a:cubicBezTo>
                  <a:cubicBezTo>
                    <a:pt x="75557" y="54458"/>
                    <a:pt x="61490" y="68424"/>
                    <a:pt x="43907" y="68424"/>
                  </a:cubicBezTo>
                  <a:cubicBezTo>
                    <a:pt x="43003" y="68524"/>
                    <a:pt x="41998" y="68624"/>
                    <a:pt x="40994" y="68624"/>
                  </a:cubicBezTo>
                  <a:cubicBezTo>
                    <a:pt x="21099" y="68624"/>
                    <a:pt x="3416" y="51644"/>
                    <a:pt x="0" y="29841"/>
                  </a:cubicBezTo>
                  <a:cubicBezTo>
                    <a:pt x="0" y="12258"/>
                    <a:pt x="14066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255;p2">
              <a:extLst>
                <a:ext uri="{FF2B5EF4-FFF2-40B4-BE49-F238E27FC236}">
                  <a16:creationId xmlns:a16="http://schemas.microsoft.com/office/drawing/2014/main" id="{82F2D812-828F-C8DD-45E7-718A22865283}"/>
                </a:ext>
              </a:extLst>
            </p:cNvPr>
            <p:cNvSpPr/>
            <p:nvPr/>
          </p:nvSpPr>
          <p:spPr>
            <a:xfrm>
              <a:off x="293287" y="795762"/>
              <a:ext cx="70332" cy="81184"/>
            </a:xfrm>
            <a:custGeom>
              <a:avLst/>
              <a:gdLst/>
              <a:ahLst/>
              <a:cxnLst/>
              <a:rect l="l" t="t" r="r" b="b"/>
              <a:pathLst>
                <a:path w="70332" h="81184" extrusionOk="0">
                  <a:moveTo>
                    <a:pt x="32252" y="0"/>
                  </a:moveTo>
                  <a:cubicBezTo>
                    <a:pt x="40291" y="0"/>
                    <a:pt x="47524" y="4320"/>
                    <a:pt x="50940" y="12358"/>
                  </a:cubicBezTo>
                  <a:cubicBezTo>
                    <a:pt x="59782" y="22908"/>
                    <a:pt x="65007" y="35267"/>
                    <a:pt x="68523" y="49233"/>
                  </a:cubicBezTo>
                  <a:cubicBezTo>
                    <a:pt x="70332" y="63299"/>
                    <a:pt x="61490" y="75658"/>
                    <a:pt x="49233" y="79174"/>
                  </a:cubicBezTo>
                  <a:cubicBezTo>
                    <a:pt x="45514" y="80481"/>
                    <a:pt x="41897" y="81184"/>
                    <a:pt x="38281" y="81184"/>
                  </a:cubicBezTo>
                  <a:cubicBezTo>
                    <a:pt x="28333" y="81184"/>
                    <a:pt x="19291" y="75959"/>
                    <a:pt x="14066" y="66816"/>
                  </a:cubicBezTo>
                  <a:cubicBezTo>
                    <a:pt x="8841" y="54558"/>
                    <a:pt x="3516" y="42200"/>
                    <a:pt x="0" y="29942"/>
                  </a:cubicBezTo>
                  <a:cubicBezTo>
                    <a:pt x="7033" y="21200"/>
                    <a:pt x="10550" y="7134"/>
                    <a:pt x="19391" y="3617"/>
                  </a:cubicBezTo>
                  <a:cubicBezTo>
                    <a:pt x="23612" y="1206"/>
                    <a:pt x="28032" y="0"/>
                    <a:pt x="32252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256;p2">
              <a:extLst>
                <a:ext uri="{FF2B5EF4-FFF2-40B4-BE49-F238E27FC236}">
                  <a16:creationId xmlns:a16="http://schemas.microsoft.com/office/drawing/2014/main" id="{E71DFC0B-5EC8-8095-E9AC-D3E61CB0FB2B}"/>
                </a:ext>
              </a:extLst>
            </p:cNvPr>
            <p:cNvSpPr/>
            <p:nvPr/>
          </p:nvSpPr>
          <p:spPr>
            <a:xfrm>
              <a:off x="277512" y="228480"/>
              <a:ext cx="65008" cy="73849"/>
            </a:xfrm>
            <a:custGeom>
              <a:avLst/>
              <a:gdLst/>
              <a:ahLst/>
              <a:cxnLst/>
              <a:rect l="l" t="t" r="r" b="b"/>
              <a:pathLst>
                <a:path w="65008" h="73849" extrusionOk="0">
                  <a:moveTo>
                    <a:pt x="24616" y="0"/>
                  </a:moveTo>
                  <a:cubicBezTo>
                    <a:pt x="45716" y="1809"/>
                    <a:pt x="63199" y="21100"/>
                    <a:pt x="65008" y="44008"/>
                  </a:cubicBezTo>
                  <a:cubicBezTo>
                    <a:pt x="65008" y="61491"/>
                    <a:pt x="56166" y="72041"/>
                    <a:pt x="42200" y="73849"/>
                  </a:cubicBezTo>
                  <a:cubicBezTo>
                    <a:pt x="19291" y="68524"/>
                    <a:pt x="1808" y="49233"/>
                    <a:pt x="0" y="26425"/>
                  </a:cubicBezTo>
                  <a:cubicBezTo>
                    <a:pt x="0" y="12358"/>
                    <a:pt x="10550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257;p2">
              <a:extLst>
                <a:ext uri="{FF2B5EF4-FFF2-40B4-BE49-F238E27FC236}">
                  <a16:creationId xmlns:a16="http://schemas.microsoft.com/office/drawing/2014/main" id="{0E3E84C4-29DF-E8CE-4F79-1CCCF3E6D75A}"/>
                </a:ext>
              </a:extLst>
            </p:cNvPr>
            <p:cNvSpPr/>
            <p:nvPr/>
          </p:nvSpPr>
          <p:spPr>
            <a:xfrm>
              <a:off x="398685" y="1282363"/>
              <a:ext cx="61491" cy="65007"/>
            </a:xfrm>
            <a:custGeom>
              <a:avLst/>
              <a:gdLst/>
              <a:ahLst/>
              <a:cxnLst/>
              <a:rect l="l" t="t" r="r" b="b"/>
              <a:pathLst>
                <a:path w="61491" h="65007" extrusionOk="0">
                  <a:moveTo>
                    <a:pt x="24616" y="0"/>
                  </a:moveTo>
                  <a:cubicBezTo>
                    <a:pt x="43907" y="0"/>
                    <a:pt x="61491" y="15875"/>
                    <a:pt x="61491" y="36874"/>
                  </a:cubicBezTo>
                  <a:cubicBezTo>
                    <a:pt x="61491" y="52749"/>
                    <a:pt x="49233" y="65007"/>
                    <a:pt x="33357" y="65007"/>
                  </a:cubicBezTo>
                  <a:cubicBezTo>
                    <a:pt x="14067" y="61490"/>
                    <a:pt x="0" y="43907"/>
                    <a:pt x="0" y="24616"/>
                  </a:cubicBezTo>
                  <a:cubicBezTo>
                    <a:pt x="0" y="8842"/>
                    <a:pt x="8841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258;p2">
              <a:extLst>
                <a:ext uri="{FF2B5EF4-FFF2-40B4-BE49-F238E27FC236}">
                  <a16:creationId xmlns:a16="http://schemas.microsoft.com/office/drawing/2014/main" id="{DD05AD0C-D3BC-627A-61D6-5E5BCF1CDB43}"/>
                </a:ext>
              </a:extLst>
            </p:cNvPr>
            <p:cNvSpPr/>
            <p:nvPr/>
          </p:nvSpPr>
          <p:spPr>
            <a:xfrm>
              <a:off x="22808" y="1297132"/>
              <a:ext cx="57974" cy="68525"/>
            </a:xfrm>
            <a:custGeom>
              <a:avLst/>
              <a:gdLst/>
              <a:ahLst/>
              <a:cxnLst/>
              <a:rect l="l" t="t" r="r" b="b"/>
              <a:pathLst>
                <a:path w="57974" h="68525" extrusionOk="0">
                  <a:moveTo>
                    <a:pt x="24114" y="0"/>
                  </a:moveTo>
                  <a:cubicBezTo>
                    <a:pt x="29037" y="0"/>
                    <a:pt x="34161" y="1206"/>
                    <a:pt x="38683" y="4622"/>
                  </a:cubicBezTo>
                  <a:cubicBezTo>
                    <a:pt x="47424" y="15072"/>
                    <a:pt x="54458" y="29138"/>
                    <a:pt x="56266" y="43204"/>
                  </a:cubicBezTo>
                  <a:cubicBezTo>
                    <a:pt x="57974" y="50238"/>
                    <a:pt x="49233" y="62496"/>
                    <a:pt x="42199" y="66012"/>
                  </a:cubicBezTo>
                  <a:cubicBezTo>
                    <a:pt x="38884" y="67720"/>
                    <a:pt x="35468" y="68525"/>
                    <a:pt x="32152" y="68525"/>
                  </a:cubicBezTo>
                  <a:cubicBezTo>
                    <a:pt x="24817" y="68525"/>
                    <a:pt x="18286" y="64505"/>
                    <a:pt x="15875" y="57271"/>
                  </a:cubicBezTo>
                  <a:cubicBezTo>
                    <a:pt x="10550" y="45013"/>
                    <a:pt x="5324" y="34463"/>
                    <a:pt x="0" y="22105"/>
                  </a:cubicBezTo>
                  <a:cubicBezTo>
                    <a:pt x="5324" y="15072"/>
                    <a:pt x="8842" y="4622"/>
                    <a:pt x="15875" y="1106"/>
                  </a:cubicBezTo>
                  <a:cubicBezTo>
                    <a:pt x="18386" y="402"/>
                    <a:pt x="21199" y="0"/>
                    <a:pt x="2411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259;p2">
              <a:extLst>
                <a:ext uri="{FF2B5EF4-FFF2-40B4-BE49-F238E27FC236}">
                  <a16:creationId xmlns:a16="http://schemas.microsoft.com/office/drawing/2014/main" id="{5FE33E14-83CC-7526-F6D9-7DEDA15B30EE}"/>
                </a:ext>
              </a:extLst>
            </p:cNvPr>
            <p:cNvSpPr/>
            <p:nvPr/>
          </p:nvSpPr>
          <p:spPr>
            <a:xfrm>
              <a:off x="173923" y="941652"/>
              <a:ext cx="57973" cy="63199"/>
            </a:xfrm>
            <a:custGeom>
              <a:avLst/>
              <a:gdLst/>
              <a:ahLst/>
              <a:cxnLst/>
              <a:rect l="l" t="t" r="r" b="b"/>
              <a:pathLst>
                <a:path w="57973" h="63199" extrusionOk="0">
                  <a:moveTo>
                    <a:pt x="20898" y="0"/>
                  </a:moveTo>
                  <a:cubicBezTo>
                    <a:pt x="42501" y="0"/>
                    <a:pt x="56165" y="12961"/>
                    <a:pt x="56165" y="33357"/>
                  </a:cubicBezTo>
                  <a:cubicBezTo>
                    <a:pt x="57973" y="45616"/>
                    <a:pt x="49132" y="57974"/>
                    <a:pt x="36874" y="61491"/>
                  </a:cubicBezTo>
                  <a:cubicBezTo>
                    <a:pt x="34061" y="62696"/>
                    <a:pt x="31248" y="63199"/>
                    <a:pt x="28434" y="63199"/>
                  </a:cubicBezTo>
                  <a:cubicBezTo>
                    <a:pt x="18788" y="63199"/>
                    <a:pt x="9745" y="56567"/>
                    <a:pt x="7033" y="45616"/>
                  </a:cubicBezTo>
                  <a:cubicBezTo>
                    <a:pt x="3516" y="31650"/>
                    <a:pt x="1708" y="17583"/>
                    <a:pt x="0" y="3516"/>
                  </a:cubicBezTo>
                  <a:cubicBezTo>
                    <a:pt x="7535" y="1105"/>
                    <a:pt x="14569" y="0"/>
                    <a:pt x="2089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260;p2">
              <a:extLst>
                <a:ext uri="{FF2B5EF4-FFF2-40B4-BE49-F238E27FC236}">
                  <a16:creationId xmlns:a16="http://schemas.microsoft.com/office/drawing/2014/main" id="{51085B28-6B6C-4D82-0D3C-2A046BBCAEEB}"/>
                </a:ext>
              </a:extLst>
            </p:cNvPr>
            <p:cNvSpPr/>
            <p:nvPr/>
          </p:nvSpPr>
          <p:spPr>
            <a:xfrm>
              <a:off x="433850" y="969785"/>
              <a:ext cx="57975" cy="61390"/>
            </a:xfrm>
            <a:custGeom>
              <a:avLst/>
              <a:gdLst/>
              <a:ahLst/>
              <a:cxnLst/>
              <a:rect l="l" t="t" r="r" b="b"/>
              <a:pathLst>
                <a:path w="57975" h="61390" extrusionOk="0">
                  <a:moveTo>
                    <a:pt x="28134" y="0"/>
                  </a:moveTo>
                  <a:cubicBezTo>
                    <a:pt x="43908" y="1708"/>
                    <a:pt x="56166" y="13966"/>
                    <a:pt x="57975" y="31549"/>
                  </a:cubicBezTo>
                  <a:cubicBezTo>
                    <a:pt x="57975" y="47424"/>
                    <a:pt x="45616" y="61390"/>
                    <a:pt x="29842" y="61390"/>
                  </a:cubicBezTo>
                  <a:cubicBezTo>
                    <a:pt x="14067" y="61390"/>
                    <a:pt x="0" y="47424"/>
                    <a:pt x="1709" y="29841"/>
                  </a:cubicBezTo>
                  <a:cubicBezTo>
                    <a:pt x="0" y="15774"/>
                    <a:pt x="12259" y="1708"/>
                    <a:pt x="2813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261;p2">
              <a:extLst>
                <a:ext uri="{FF2B5EF4-FFF2-40B4-BE49-F238E27FC236}">
                  <a16:creationId xmlns:a16="http://schemas.microsoft.com/office/drawing/2014/main" id="{92A30706-6675-89BE-2F83-0B4ADD2C2005}"/>
                </a:ext>
              </a:extLst>
            </p:cNvPr>
            <p:cNvSpPr/>
            <p:nvPr/>
          </p:nvSpPr>
          <p:spPr>
            <a:xfrm>
              <a:off x="119465" y="200247"/>
              <a:ext cx="54458" cy="52850"/>
            </a:xfrm>
            <a:custGeom>
              <a:avLst/>
              <a:gdLst/>
              <a:ahLst/>
              <a:cxnLst/>
              <a:rect l="l" t="t" r="r" b="b"/>
              <a:pathLst>
                <a:path w="54458" h="52850" extrusionOk="0">
                  <a:moveTo>
                    <a:pt x="25319" y="0"/>
                  </a:moveTo>
                  <a:cubicBezTo>
                    <a:pt x="26224" y="0"/>
                    <a:pt x="27128" y="100"/>
                    <a:pt x="28032" y="201"/>
                  </a:cubicBezTo>
                  <a:cubicBezTo>
                    <a:pt x="42099" y="201"/>
                    <a:pt x="54458" y="10751"/>
                    <a:pt x="52649" y="24817"/>
                  </a:cubicBezTo>
                  <a:cubicBezTo>
                    <a:pt x="54458" y="40592"/>
                    <a:pt x="42099" y="52850"/>
                    <a:pt x="26324" y="52850"/>
                  </a:cubicBezTo>
                  <a:cubicBezTo>
                    <a:pt x="12257" y="51142"/>
                    <a:pt x="0" y="38783"/>
                    <a:pt x="0" y="24817"/>
                  </a:cubicBezTo>
                  <a:cubicBezTo>
                    <a:pt x="0" y="11655"/>
                    <a:pt x="12257" y="0"/>
                    <a:pt x="2531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2" name="Picture 391" descr="A drawing of a plant&#10;&#10;AI-generated content may be incorrect.">
            <a:extLst>
              <a:ext uri="{FF2B5EF4-FFF2-40B4-BE49-F238E27FC236}">
                <a16:creationId xmlns:a16="http://schemas.microsoft.com/office/drawing/2014/main" id="{252AC380-172A-F271-F6D7-799A069281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012"/>
          <a:stretch>
            <a:fillRect/>
          </a:stretch>
        </p:blipFill>
        <p:spPr>
          <a:xfrm rot="10800000">
            <a:off x="4374167" y="0"/>
            <a:ext cx="1905266" cy="1456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F502B-1E6E-685C-186D-9C87CB9A90C8}"/>
              </a:ext>
            </a:extLst>
          </p:cNvPr>
          <p:cNvSpPr>
            <a:spLocks noGrp="1"/>
          </p:cNvSpPr>
          <p:nvPr/>
        </p:nvSpPr>
        <p:spPr>
          <a:xfrm>
            <a:off x="596780" y="579762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01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0D6BD57-14E0-D6AC-C7B0-64DA9EA0B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0529" y="5562600"/>
            <a:ext cx="1629833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16319" y="1538733"/>
            <a:ext cx="980016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2" y="3414255"/>
            <a:ext cx="304800" cy="1280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"/>
          <p:cNvGrpSpPr/>
          <p:nvPr/>
        </p:nvGrpSpPr>
        <p:grpSpPr>
          <a:xfrm>
            <a:off x="10615168" y="3254722"/>
            <a:ext cx="1576832" cy="1820335"/>
            <a:chOff x="0" y="0"/>
            <a:chExt cx="615672" cy="1365657"/>
          </a:xfrm>
        </p:grpSpPr>
        <p:sp>
          <p:nvSpPr>
            <p:cNvPr id="242" name="Google Shape;242;p2"/>
            <p:cNvSpPr/>
            <p:nvPr/>
          </p:nvSpPr>
          <p:spPr>
            <a:xfrm>
              <a:off x="551306" y="596621"/>
              <a:ext cx="64366" cy="127252"/>
            </a:xfrm>
            <a:custGeom>
              <a:avLst/>
              <a:gdLst/>
              <a:ahLst/>
              <a:cxnLst/>
              <a:rect l="l" t="t" r="r" b="b"/>
              <a:pathLst>
                <a:path w="64366" h="127252" extrusionOk="0">
                  <a:moveTo>
                    <a:pt x="58477" y="0"/>
                  </a:moveTo>
                  <a:lnTo>
                    <a:pt x="64366" y="1547"/>
                  </a:lnTo>
                  <a:lnTo>
                    <a:pt x="64366" y="127252"/>
                  </a:lnTo>
                  <a:lnTo>
                    <a:pt x="58176" y="125493"/>
                  </a:lnTo>
                  <a:cubicBezTo>
                    <a:pt x="30042" y="114943"/>
                    <a:pt x="9043" y="90327"/>
                    <a:pt x="5527" y="60486"/>
                  </a:cubicBezTo>
                  <a:cubicBezTo>
                    <a:pt x="0" y="23511"/>
                    <a:pt x="29038" y="0"/>
                    <a:pt x="58477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88062" y="422297"/>
              <a:ext cx="94848" cy="101480"/>
            </a:xfrm>
            <a:custGeom>
              <a:avLst/>
              <a:gdLst/>
              <a:ahLst/>
              <a:cxnLst/>
              <a:rect l="l" t="t" r="r" b="b"/>
              <a:pathLst>
                <a:path w="94848" h="101480" extrusionOk="0">
                  <a:moveTo>
                    <a:pt x="29139" y="0"/>
                  </a:moveTo>
                  <a:cubicBezTo>
                    <a:pt x="35166" y="0"/>
                    <a:pt x="41898" y="1507"/>
                    <a:pt x="49133" y="4722"/>
                  </a:cubicBezTo>
                  <a:cubicBezTo>
                    <a:pt x="79074" y="16980"/>
                    <a:pt x="94848" y="46821"/>
                    <a:pt x="87816" y="76763"/>
                  </a:cubicBezTo>
                  <a:cubicBezTo>
                    <a:pt x="86208" y="91332"/>
                    <a:pt x="73950" y="101480"/>
                    <a:pt x="59582" y="101480"/>
                  </a:cubicBezTo>
                  <a:cubicBezTo>
                    <a:pt x="58476" y="101480"/>
                    <a:pt x="57371" y="101480"/>
                    <a:pt x="56166" y="101279"/>
                  </a:cubicBezTo>
                  <a:cubicBezTo>
                    <a:pt x="24616" y="94245"/>
                    <a:pt x="3517" y="67921"/>
                    <a:pt x="0" y="36372"/>
                  </a:cubicBezTo>
                  <a:cubicBezTo>
                    <a:pt x="0" y="12861"/>
                    <a:pt x="11656" y="0"/>
                    <a:pt x="2913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49799" y="397178"/>
              <a:ext cx="65873" cy="93040"/>
            </a:xfrm>
            <a:custGeom>
              <a:avLst/>
              <a:gdLst/>
              <a:ahLst/>
              <a:cxnLst/>
              <a:rect l="l" t="t" r="r" b="b"/>
              <a:pathLst>
                <a:path w="65873" h="93040" extrusionOk="0">
                  <a:moveTo>
                    <a:pt x="40391" y="0"/>
                  </a:moveTo>
                  <a:cubicBezTo>
                    <a:pt x="47399" y="0"/>
                    <a:pt x="54087" y="1425"/>
                    <a:pt x="60177" y="3975"/>
                  </a:cubicBezTo>
                  <a:lnTo>
                    <a:pt x="65873" y="7745"/>
                  </a:lnTo>
                  <a:lnTo>
                    <a:pt x="65873" y="90036"/>
                  </a:lnTo>
                  <a:lnTo>
                    <a:pt x="50940" y="93040"/>
                  </a:lnTo>
                  <a:cubicBezTo>
                    <a:pt x="24516" y="91332"/>
                    <a:pt x="3516" y="68424"/>
                    <a:pt x="1708" y="42099"/>
                  </a:cubicBezTo>
                  <a:cubicBezTo>
                    <a:pt x="0" y="19291"/>
                    <a:pt x="19291" y="0"/>
                    <a:pt x="40391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32042" y="446209"/>
              <a:ext cx="93141" cy="91533"/>
            </a:xfrm>
            <a:custGeom>
              <a:avLst/>
              <a:gdLst/>
              <a:ahLst/>
              <a:cxnLst/>
              <a:rect l="l" t="t" r="r" b="b"/>
              <a:pathLst>
                <a:path w="93141" h="91533" extrusionOk="0">
                  <a:moveTo>
                    <a:pt x="44310" y="0"/>
                  </a:moveTo>
                  <a:cubicBezTo>
                    <a:pt x="45415" y="0"/>
                    <a:pt x="46420" y="0"/>
                    <a:pt x="47424" y="101"/>
                  </a:cubicBezTo>
                  <a:cubicBezTo>
                    <a:pt x="73850" y="1909"/>
                    <a:pt x="93141" y="22908"/>
                    <a:pt x="91332" y="49333"/>
                  </a:cubicBezTo>
                  <a:cubicBezTo>
                    <a:pt x="93040" y="72845"/>
                    <a:pt x="73749" y="91533"/>
                    <a:pt x="50540" y="91533"/>
                  </a:cubicBezTo>
                  <a:cubicBezTo>
                    <a:pt x="49534" y="91533"/>
                    <a:pt x="48530" y="91533"/>
                    <a:pt x="47424" y="91432"/>
                  </a:cubicBezTo>
                  <a:cubicBezTo>
                    <a:pt x="21100" y="91432"/>
                    <a:pt x="0" y="68624"/>
                    <a:pt x="0" y="42300"/>
                  </a:cubicBezTo>
                  <a:cubicBezTo>
                    <a:pt x="1708" y="18688"/>
                    <a:pt x="21100" y="0"/>
                    <a:pt x="4431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87815" y="0"/>
              <a:ext cx="94848" cy="93241"/>
            </a:xfrm>
            <a:custGeom>
              <a:avLst/>
              <a:gdLst/>
              <a:ahLst/>
              <a:cxnLst/>
              <a:rect l="l" t="t" r="r" b="b"/>
              <a:pathLst>
                <a:path w="94848" h="93241" extrusionOk="0">
                  <a:moveTo>
                    <a:pt x="36874" y="0"/>
                  </a:moveTo>
                  <a:cubicBezTo>
                    <a:pt x="37980" y="0"/>
                    <a:pt x="39186" y="0"/>
                    <a:pt x="40391" y="201"/>
                  </a:cubicBezTo>
                  <a:cubicBezTo>
                    <a:pt x="41497" y="100"/>
                    <a:pt x="42601" y="100"/>
                    <a:pt x="43707" y="100"/>
                  </a:cubicBezTo>
                  <a:cubicBezTo>
                    <a:pt x="70232" y="100"/>
                    <a:pt x="91332" y="20597"/>
                    <a:pt x="91332" y="47625"/>
                  </a:cubicBezTo>
                  <a:cubicBezTo>
                    <a:pt x="94848" y="65208"/>
                    <a:pt x="89624" y="82791"/>
                    <a:pt x="75557" y="93241"/>
                  </a:cubicBezTo>
                  <a:cubicBezTo>
                    <a:pt x="59682" y="89724"/>
                    <a:pt x="43907" y="84499"/>
                    <a:pt x="28133" y="77466"/>
                  </a:cubicBezTo>
                  <a:cubicBezTo>
                    <a:pt x="8741" y="65208"/>
                    <a:pt x="0" y="40592"/>
                    <a:pt x="8741" y="19492"/>
                  </a:cubicBezTo>
                  <a:cubicBezTo>
                    <a:pt x="13565" y="8239"/>
                    <a:pt x="24316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474242" y="829220"/>
              <a:ext cx="89523" cy="91332"/>
            </a:xfrm>
            <a:custGeom>
              <a:avLst/>
              <a:gdLst/>
              <a:ahLst/>
              <a:cxnLst/>
              <a:rect l="l" t="t" r="r" b="b"/>
              <a:pathLst>
                <a:path w="89523" h="91332" extrusionOk="0">
                  <a:moveTo>
                    <a:pt x="36874" y="0"/>
                  </a:moveTo>
                  <a:cubicBezTo>
                    <a:pt x="65007" y="0"/>
                    <a:pt x="86106" y="22808"/>
                    <a:pt x="87815" y="49233"/>
                  </a:cubicBezTo>
                  <a:cubicBezTo>
                    <a:pt x="89523" y="72041"/>
                    <a:pt x="72041" y="91332"/>
                    <a:pt x="49132" y="91332"/>
                  </a:cubicBezTo>
                  <a:cubicBezTo>
                    <a:pt x="21099" y="89624"/>
                    <a:pt x="0" y="66716"/>
                    <a:pt x="3516" y="38683"/>
                  </a:cubicBezTo>
                  <a:cubicBezTo>
                    <a:pt x="0" y="17583"/>
                    <a:pt x="15774" y="0"/>
                    <a:pt x="3687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330160" y="1018214"/>
              <a:ext cx="112432" cy="81083"/>
            </a:xfrm>
            <a:custGeom>
              <a:avLst/>
              <a:gdLst/>
              <a:ahLst/>
              <a:cxnLst/>
              <a:rect l="l" t="t" r="r" b="b"/>
              <a:pathLst>
                <a:path w="112432" h="81083" extrusionOk="0">
                  <a:moveTo>
                    <a:pt x="29138" y="0"/>
                  </a:moveTo>
                  <a:cubicBezTo>
                    <a:pt x="51846" y="0"/>
                    <a:pt x="74854" y="8741"/>
                    <a:pt x="91332" y="25319"/>
                  </a:cubicBezTo>
                  <a:cubicBezTo>
                    <a:pt x="112432" y="42903"/>
                    <a:pt x="103690" y="76260"/>
                    <a:pt x="77366" y="79777"/>
                  </a:cubicBezTo>
                  <a:cubicBezTo>
                    <a:pt x="73649" y="80681"/>
                    <a:pt x="69931" y="81083"/>
                    <a:pt x="66314" y="81083"/>
                  </a:cubicBezTo>
                  <a:cubicBezTo>
                    <a:pt x="49233" y="81083"/>
                    <a:pt x="33358" y="71438"/>
                    <a:pt x="24616" y="56869"/>
                  </a:cubicBezTo>
                  <a:cubicBezTo>
                    <a:pt x="12359" y="41094"/>
                    <a:pt x="0" y="23511"/>
                    <a:pt x="17583" y="703"/>
                  </a:cubicBezTo>
                  <a:cubicBezTo>
                    <a:pt x="21401" y="201"/>
                    <a:pt x="25220" y="0"/>
                    <a:pt x="2913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0" y="621237"/>
              <a:ext cx="75557" cy="96054"/>
            </a:xfrm>
            <a:custGeom>
              <a:avLst/>
              <a:gdLst/>
              <a:ahLst/>
              <a:cxnLst/>
              <a:rect l="l" t="t" r="r" b="b"/>
              <a:pathLst>
                <a:path w="75557" h="96054" extrusionOk="0">
                  <a:moveTo>
                    <a:pt x="26626" y="0"/>
                  </a:moveTo>
                  <a:cubicBezTo>
                    <a:pt x="31951" y="0"/>
                    <a:pt x="37276" y="1306"/>
                    <a:pt x="42199" y="4220"/>
                  </a:cubicBezTo>
                  <a:cubicBezTo>
                    <a:pt x="61491" y="16578"/>
                    <a:pt x="73748" y="37578"/>
                    <a:pt x="75557" y="60486"/>
                  </a:cubicBezTo>
                  <a:cubicBezTo>
                    <a:pt x="73748" y="72744"/>
                    <a:pt x="70232" y="83294"/>
                    <a:pt x="61491" y="92035"/>
                  </a:cubicBezTo>
                  <a:cubicBezTo>
                    <a:pt x="58074" y="94949"/>
                    <a:pt x="54659" y="96054"/>
                    <a:pt x="51142" y="96054"/>
                  </a:cubicBezTo>
                  <a:cubicBezTo>
                    <a:pt x="43907" y="96054"/>
                    <a:pt x="36371" y="90930"/>
                    <a:pt x="28132" y="85002"/>
                  </a:cubicBezTo>
                  <a:cubicBezTo>
                    <a:pt x="10550" y="69227"/>
                    <a:pt x="0" y="44611"/>
                    <a:pt x="0" y="20095"/>
                  </a:cubicBezTo>
                  <a:cubicBezTo>
                    <a:pt x="1708" y="16578"/>
                    <a:pt x="7034" y="6029"/>
                    <a:pt x="14067" y="2512"/>
                  </a:cubicBezTo>
                  <a:cubicBezTo>
                    <a:pt x="17985" y="904"/>
                    <a:pt x="22306" y="0"/>
                    <a:pt x="266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419784" y="657006"/>
              <a:ext cx="86107" cy="87011"/>
            </a:xfrm>
            <a:custGeom>
              <a:avLst/>
              <a:gdLst/>
              <a:ahLst/>
              <a:cxnLst/>
              <a:rect l="l" t="t" r="r" b="b"/>
              <a:pathLst>
                <a:path w="86107" h="87011" extrusionOk="0">
                  <a:moveTo>
                    <a:pt x="31348" y="0"/>
                  </a:moveTo>
                  <a:cubicBezTo>
                    <a:pt x="58175" y="0"/>
                    <a:pt x="82590" y="20497"/>
                    <a:pt x="84298" y="47525"/>
                  </a:cubicBezTo>
                  <a:cubicBezTo>
                    <a:pt x="86107" y="61591"/>
                    <a:pt x="80782" y="75658"/>
                    <a:pt x="70232" y="82691"/>
                  </a:cubicBezTo>
                  <a:cubicBezTo>
                    <a:pt x="65108" y="85605"/>
                    <a:pt x="59682" y="87011"/>
                    <a:pt x="54357" y="87011"/>
                  </a:cubicBezTo>
                  <a:cubicBezTo>
                    <a:pt x="46822" y="87011"/>
                    <a:pt x="39487" y="84198"/>
                    <a:pt x="33358" y="79174"/>
                  </a:cubicBezTo>
                  <a:cubicBezTo>
                    <a:pt x="1708" y="58074"/>
                    <a:pt x="0" y="33458"/>
                    <a:pt x="28133" y="100"/>
                  </a:cubicBezTo>
                  <a:cubicBezTo>
                    <a:pt x="29238" y="0"/>
                    <a:pt x="30242" y="0"/>
                    <a:pt x="3134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556833" y="1087139"/>
              <a:ext cx="58839" cy="88820"/>
            </a:xfrm>
            <a:custGeom>
              <a:avLst/>
              <a:gdLst/>
              <a:ahLst/>
              <a:cxnLst/>
              <a:rect l="l" t="t" r="r" b="b"/>
              <a:pathLst>
                <a:path w="58839" h="88820" extrusionOk="0">
                  <a:moveTo>
                    <a:pt x="17884" y="0"/>
                  </a:moveTo>
                  <a:cubicBezTo>
                    <a:pt x="26022" y="0"/>
                    <a:pt x="33784" y="1790"/>
                    <a:pt x="40770" y="5019"/>
                  </a:cubicBezTo>
                  <a:lnTo>
                    <a:pt x="58839" y="18553"/>
                  </a:lnTo>
                  <a:lnTo>
                    <a:pt x="58839" y="82474"/>
                  </a:lnTo>
                  <a:lnTo>
                    <a:pt x="43907" y="88117"/>
                  </a:lnTo>
                  <a:cubicBezTo>
                    <a:pt x="41797" y="88619"/>
                    <a:pt x="39787" y="88820"/>
                    <a:pt x="37778" y="88820"/>
                  </a:cubicBezTo>
                  <a:cubicBezTo>
                    <a:pt x="24516" y="88820"/>
                    <a:pt x="13363" y="79275"/>
                    <a:pt x="8741" y="67017"/>
                  </a:cubicBezTo>
                  <a:cubicBezTo>
                    <a:pt x="0" y="45917"/>
                    <a:pt x="1708" y="21401"/>
                    <a:pt x="12257" y="302"/>
                  </a:cubicBezTo>
                  <a:cubicBezTo>
                    <a:pt x="14167" y="100"/>
                    <a:pt x="15975" y="0"/>
                    <a:pt x="1788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73748" y="1080408"/>
              <a:ext cx="70232" cy="80782"/>
            </a:xfrm>
            <a:custGeom>
              <a:avLst/>
              <a:gdLst/>
              <a:ahLst/>
              <a:cxnLst/>
              <a:rect l="l" t="t" r="r" b="b"/>
              <a:pathLst>
                <a:path w="70232" h="80782" extrusionOk="0">
                  <a:moveTo>
                    <a:pt x="31650" y="0"/>
                  </a:moveTo>
                  <a:cubicBezTo>
                    <a:pt x="54458" y="1708"/>
                    <a:pt x="70232" y="21099"/>
                    <a:pt x="68525" y="43907"/>
                  </a:cubicBezTo>
                  <a:cubicBezTo>
                    <a:pt x="70232" y="63198"/>
                    <a:pt x="54458" y="80782"/>
                    <a:pt x="35166" y="80782"/>
                  </a:cubicBezTo>
                  <a:cubicBezTo>
                    <a:pt x="15875" y="80782"/>
                    <a:pt x="0" y="59682"/>
                    <a:pt x="0" y="31650"/>
                  </a:cubicBezTo>
                  <a:cubicBezTo>
                    <a:pt x="0" y="14066"/>
                    <a:pt x="14067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96831" y="658714"/>
              <a:ext cx="73648" cy="75658"/>
            </a:xfrm>
            <a:custGeom>
              <a:avLst/>
              <a:gdLst/>
              <a:ahLst/>
              <a:cxnLst/>
              <a:rect l="l" t="t" r="r" b="b"/>
              <a:pathLst>
                <a:path w="73648" h="75658" extrusionOk="0">
                  <a:moveTo>
                    <a:pt x="26826" y="0"/>
                  </a:moveTo>
                  <a:cubicBezTo>
                    <a:pt x="27731" y="0"/>
                    <a:pt x="28735" y="0"/>
                    <a:pt x="29740" y="100"/>
                  </a:cubicBezTo>
                  <a:cubicBezTo>
                    <a:pt x="52548" y="1909"/>
                    <a:pt x="70131" y="21200"/>
                    <a:pt x="73648" y="44008"/>
                  </a:cubicBezTo>
                  <a:cubicBezTo>
                    <a:pt x="73648" y="61591"/>
                    <a:pt x="61390" y="75658"/>
                    <a:pt x="43807" y="75658"/>
                  </a:cubicBezTo>
                  <a:cubicBezTo>
                    <a:pt x="19190" y="73950"/>
                    <a:pt x="1608" y="52850"/>
                    <a:pt x="1608" y="28233"/>
                  </a:cubicBezTo>
                  <a:cubicBezTo>
                    <a:pt x="0" y="13363"/>
                    <a:pt x="10851" y="0"/>
                    <a:pt x="2682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17656" y="397178"/>
              <a:ext cx="75557" cy="68624"/>
            </a:xfrm>
            <a:custGeom>
              <a:avLst/>
              <a:gdLst/>
              <a:ahLst/>
              <a:cxnLst/>
              <a:rect l="l" t="t" r="r" b="b"/>
              <a:pathLst>
                <a:path w="75557" h="68624" extrusionOk="0">
                  <a:moveTo>
                    <a:pt x="31650" y="0"/>
                  </a:moveTo>
                  <a:cubicBezTo>
                    <a:pt x="52749" y="0"/>
                    <a:pt x="72041" y="15774"/>
                    <a:pt x="75557" y="36874"/>
                  </a:cubicBezTo>
                  <a:cubicBezTo>
                    <a:pt x="75557" y="54458"/>
                    <a:pt x="61490" y="68424"/>
                    <a:pt x="43907" y="68424"/>
                  </a:cubicBezTo>
                  <a:cubicBezTo>
                    <a:pt x="43003" y="68524"/>
                    <a:pt x="41998" y="68624"/>
                    <a:pt x="40994" y="68624"/>
                  </a:cubicBezTo>
                  <a:cubicBezTo>
                    <a:pt x="21099" y="68624"/>
                    <a:pt x="3416" y="51644"/>
                    <a:pt x="0" y="29841"/>
                  </a:cubicBezTo>
                  <a:cubicBezTo>
                    <a:pt x="0" y="12258"/>
                    <a:pt x="14066" y="0"/>
                    <a:pt x="31650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93287" y="795762"/>
              <a:ext cx="70332" cy="81184"/>
            </a:xfrm>
            <a:custGeom>
              <a:avLst/>
              <a:gdLst/>
              <a:ahLst/>
              <a:cxnLst/>
              <a:rect l="l" t="t" r="r" b="b"/>
              <a:pathLst>
                <a:path w="70332" h="81184" extrusionOk="0">
                  <a:moveTo>
                    <a:pt x="32252" y="0"/>
                  </a:moveTo>
                  <a:cubicBezTo>
                    <a:pt x="40291" y="0"/>
                    <a:pt x="47524" y="4320"/>
                    <a:pt x="50940" y="12358"/>
                  </a:cubicBezTo>
                  <a:cubicBezTo>
                    <a:pt x="59782" y="22908"/>
                    <a:pt x="65007" y="35267"/>
                    <a:pt x="68523" y="49233"/>
                  </a:cubicBezTo>
                  <a:cubicBezTo>
                    <a:pt x="70332" y="63299"/>
                    <a:pt x="61490" y="75658"/>
                    <a:pt x="49233" y="79174"/>
                  </a:cubicBezTo>
                  <a:cubicBezTo>
                    <a:pt x="45514" y="80481"/>
                    <a:pt x="41897" y="81184"/>
                    <a:pt x="38281" y="81184"/>
                  </a:cubicBezTo>
                  <a:cubicBezTo>
                    <a:pt x="28333" y="81184"/>
                    <a:pt x="19291" y="75959"/>
                    <a:pt x="14066" y="66816"/>
                  </a:cubicBezTo>
                  <a:cubicBezTo>
                    <a:pt x="8841" y="54558"/>
                    <a:pt x="3516" y="42200"/>
                    <a:pt x="0" y="29942"/>
                  </a:cubicBezTo>
                  <a:cubicBezTo>
                    <a:pt x="7033" y="21200"/>
                    <a:pt x="10550" y="7134"/>
                    <a:pt x="19391" y="3617"/>
                  </a:cubicBezTo>
                  <a:cubicBezTo>
                    <a:pt x="23612" y="1206"/>
                    <a:pt x="28032" y="0"/>
                    <a:pt x="32252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77512" y="228480"/>
              <a:ext cx="65008" cy="73849"/>
            </a:xfrm>
            <a:custGeom>
              <a:avLst/>
              <a:gdLst/>
              <a:ahLst/>
              <a:cxnLst/>
              <a:rect l="l" t="t" r="r" b="b"/>
              <a:pathLst>
                <a:path w="65008" h="73849" extrusionOk="0">
                  <a:moveTo>
                    <a:pt x="24616" y="0"/>
                  </a:moveTo>
                  <a:cubicBezTo>
                    <a:pt x="45716" y="1809"/>
                    <a:pt x="63199" y="21100"/>
                    <a:pt x="65008" y="44008"/>
                  </a:cubicBezTo>
                  <a:cubicBezTo>
                    <a:pt x="65008" y="61491"/>
                    <a:pt x="56166" y="72041"/>
                    <a:pt x="42200" y="73849"/>
                  </a:cubicBezTo>
                  <a:cubicBezTo>
                    <a:pt x="19291" y="68524"/>
                    <a:pt x="1808" y="49233"/>
                    <a:pt x="0" y="26425"/>
                  </a:cubicBezTo>
                  <a:cubicBezTo>
                    <a:pt x="0" y="12358"/>
                    <a:pt x="10550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98685" y="1282363"/>
              <a:ext cx="61491" cy="65007"/>
            </a:xfrm>
            <a:custGeom>
              <a:avLst/>
              <a:gdLst/>
              <a:ahLst/>
              <a:cxnLst/>
              <a:rect l="l" t="t" r="r" b="b"/>
              <a:pathLst>
                <a:path w="61491" h="65007" extrusionOk="0">
                  <a:moveTo>
                    <a:pt x="24616" y="0"/>
                  </a:moveTo>
                  <a:cubicBezTo>
                    <a:pt x="43907" y="0"/>
                    <a:pt x="61491" y="15875"/>
                    <a:pt x="61491" y="36874"/>
                  </a:cubicBezTo>
                  <a:cubicBezTo>
                    <a:pt x="61491" y="52749"/>
                    <a:pt x="49233" y="65007"/>
                    <a:pt x="33357" y="65007"/>
                  </a:cubicBezTo>
                  <a:cubicBezTo>
                    <a:pt x="14067" y="61490"/>
                    <a:pt x="0" y="43907"/>
                    <a:pt x="0" y="24616"/>
                  </a:cubicBezTo>
                  <a:cubicBezTo>
                    <a:pt x="0" y="8842"/>
                    <a:pt x="8841" y="0"/>
                    <a:pt x="24616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2808" y="1297132"/>
              <a:ext cx="57974" cy="68525"/>
            </a:xfrm>
            <a:custGeom>
              <a:avLst/>
              <a:gdLst/>
              <a:ahLst/>
              <a:cxnLst/>
              <a:rect l="l" t="t" r="r" b="b"/>
              <a:pathLst>
                <a:path w="57974" h="68525" extrusionOk="0">
                  <a:moveTo>
                    <a:pt x="24114" y="0"/>
                  </a:moveTo>
                  <a:cubicBezTo>
                    <a:pt x="29037" y="0"/>
                    <a:pt x="34161" y="1206"/>
                    <a:pt x="38683" y="4622"/>
                  </a:cubicBezTo>
                  <a:cubicBezTo>
                    <a:pt x="47424" y="15072"/>
                    <a:pt x="54458" y="29138"/>
                    <a:pt x="56266" y="43204"/>
                  </a:cubicBezTo>
                  <a:cubicBezTo>
                    <a:pt x="57974" y="50238"/>
                    <a:pt x="49233" y="62496"/>
                    <a:pt x="42199" y="66012"/>
                  </a:cubicBezTo>
                  <a:cubicBezTo>
                    <a:pt x="38884" y="67720"/>
                    <a:pt x="35468" y="68525"/>
                    <a:pt x="32152" y="68525"/>
                  </a:cubicBezTo>
                  <a:cubicBezTo>
                    <a:pt x="24817" y="68525"/>
                    <a:pt x="18286" y="64505"/>
                    <a:pt x="15875" y="57271"/>
                  </a:cubicBezTo>
                  <a:cubicBezTo>
                    <a:pt x="10550" y="45013"/>
                    <a:pt x="5324" y="34463"/>
                    <a:pt x="0" y="22105"/>
                  </a:cubicBezTo>
                  <a:cubicBezTo>
                    <a:pt x="5324" y="15072"/>
                    <a:pt x="8842" y="4622"/>
                    <a:pt x="15875" y="1106"/>
                  </a:cubicBezTo>
                  <a:cubicBezTo>
                    <a:pt x="18386" y="402"/>
                    <a:pt x="21199" y="0"/>
                    <a:pt x="2411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73923" y="941652"/>
              <a:ext cx="57973" cy="63199"/>
            </a:xfrm>
            <a:custGeom>
              <a:avLst/>
              <a:gdLst/>
              <a:ahLst/>
              <a:cxnLst/>
              <a:rect l="l" t="t" r="r" b="b"/>
              <a:pathLst>
                <a:path w="57973" h="63199" extrusionOk="0">
                  <a:moveTo>
                    <a:pt x="20898" y="0"/>
                  </a:moveTo>
                  <a:cubicBezTo>
                    <a:pt x="42501" y="0"/>
                    <a:pt x="56165" y="12961"/>
                    <a:pt x="56165" y="33357"/>
                  </a:cubicBezTo>
                  <a:cubicBezTo>
                    <a:pt x="57973" y="45616"/>
                    <a:pt x="49132" y="57974"/>
                    <a:pt x="36874" y="61491"/>
                  </a:cubicBezTo>
                  <a:cubicBezTo>
                    <a:pt x="34061" y="62696"/>
                    <a:pt x="31248" y="63199"/>
                    <a:pt x="28434" y="63199"/>
                  </a:cubicBezTo>
                  <a:cubicBezTo>
                    <a:pt x="18788" y="63199"/>
                    <a:pt x="9745" y="56567"/>
                    <a:pt x="7033" y="45616"/>
                  </a:cubicBezTo>
                  <a:cubicBezTo>
                    <a:pt x="3516" y="31650"/>
                    <a:pt x="1708" y="17583"/>
                    <a:pt x="0" y="3516"/>
                  </a:cubicBezTo>
                  <a:cubicBezTo>
                    <a:pt x="7535" y="1105"/>
                    <a:pt x="14569" y="0"/>
                    <a:pt x="20898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433850" y="969785"/>
              <a:ext cx="57975" cy="61390"/>
            </a:xfrm>
            <a:custGeom>
              <a:avLst/>
              <a:gdLst/>
              <a:ahLst/>
              <a:cxnLst/>
              <a:rect l="l" t="t" r="r" b="b"/>
              <a:pathLst>
                <a:path w="57975" h="61390" extrusionOk="0">
                  <a:moveTo>
                    <a:pt x="28134" y="0"/>
                  </a:moveTo>
                  <a:cubicBezTo>
                    <a:pt x="43908" y="1708"/>
                    <a:pt x="56166" y="13966"/>
                    <a:pt x="57975" y="31549"/>
                  </a:cubicBezTo>
                  <a:cubicBezTo>
                    <a:pt x="57975" y="47424"/>
                    <a:pt x="45616" y="61390"/>
                    <a:pt x="29842" y="61390"/>
                  </a:cubicBezTo>
                  <a:cubicBezTo>
                    <a:pt x="14067" y="61390"/>
                    <a:pt x="0" y="47424"/>
                    <a:pt x="1709" y="29841"/>
                  </a:cubicBezTo>
                  <a:cubicBezTo>
                    <a:pt x="0" y="15774"/>
                    <a:pt x="12259" y="1708"/>
                    <a:pt x="28134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119465" y="200247"/>
              <a:ext cx="54458" cy="52850"/>
            </a:xfrm>
            <a:custGeom>
              <a:avLst/>
              <a:gdLst/>
              <a:ahLst/>
              <a:cxnLst/>
              <a:rect l="l" t="t" r="r" b="b"/>
              <a:pathLst>
                <a:path w="54458" h="52850" extrusionOk="0">
                  <a:moveTo>
                    <a:pt x="25319" y="0"/>
                  </a:moveTo>
                  <a:cubicBezTo>
                    <a:pt x="26224" y="0"/>
                    <a:pt x="27128" y="100"/>
                    <a:pt x="28032" y="201"/>
                  </a:cubicBezTo>
                  <a:cubicBezTo>
                    <a:pt x="42099" y="201"/>
                    <a:pt x="54458" y="10751"/>
                    <a:pt x="52649" y="24817"/>
                  </a:cubicBezTo>
                  <a:cubicBezTo>
                    <a:pt x="54458" y="40592"/>
                    <a:pt x="42099" y="52850"/>
                    <a:pt x="26324" y="52850"/>
                  </a:cubicBezTo>
                  <a:cubicBezTo>
                    <a:pt x="12257" y="51142"/>
                    <a:pt x="0" y="38783"/>
                    <a:pt x="0" y="24817"/>
                  </a:cubicBezTo>
                  <a:cubicBezTo>
                    <a:pt x="0" y="11655"/>
                    <a:pt x="12257" y="0"/>
                    <a:pt x="25319" y="0"/>
                  </a:cubicBezTo>
                  <a:close/>
                </a:path>
              </a:pathLst>
            </a:custGeom>
            <a:solidFill>
              <a:srgbClr val="E6AD5E">
                <a:alpha val="4745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2"/>
          <p:cNvSpPr/>
          <p:nvPr/>
        </p:nvSpPr>
        <p:spPr>
          <a:xfrm>
            <a:off x="1219949" y="-1081492"/>
            <a:ext cx="9043643" cy="31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67067" tIns="0" rIns="0" bIns="222167" anchor="ctr" anchorCtr="0">
            <a:spAutoFit/>
          </a:bodyPr>
          <a:lstStyle/>
          <a:p>
            <a:pPr algn="ctr"/>
            <a:endParaRPr sz="4800" b="1" dirty="0">
              <a:solidFill>
                <a:srgbClr val="573E1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sz="4800" b="1" dirty="0">
              <a:solidFill>
                <a:srgbClr val="573E1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sz="4800" b="1" dirty="0">
              <a:solidFill>
                <a:srgbClr val="573E1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IN" sz="4800" b="1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800" b="1" dirty="0">
              <a:solidFill>
                <a:srgbClr val="573E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778933" y="381940"/>
            <a:ext cx="121920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rgbClr val="573E1B"/>
              </a:buClr>
              <a:buSzPts val="1800"/>
            </a:pPr>
            <a:br>
              <a:rPr lang="en-IN" sz="2400">
                <a:solidFill>
                  <a:srgbClr val="573E1B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778933" y="381940"/>
            <a:ext cx="121920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rgbClr val="573E1B"/>
              </a:buClr>
              <a:buSzPts val="1800"/>
            </a:pPr>
            <a:br>
              <a:rPr lang="en-IN" sz="2400">
                <a:solidFill>
                  <a:srgbClr val="573E1B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"/>
          <p:cNvSpPr txBox="1"/>
          <p:nvPr/>
        </p:nvSpPr>
        <p:spPr>
          <a:xfrm>
            <a:off x="955107" y="2302660"/>
            <a:ext cx="10390683" cy="361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Paneer and cheese are essential dairy products obtained </a:t>
            </a:r>
            <a:endParaRPr sz="2400" dirty="0"/>
          </a:p>
          <a:p>
            <a:pPr algn="just">
              <a:lnSpc>
                <a:spcPct val="150000"/>
              </a:lnSpc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through the coagulation of milk proteins. They differ in the</a:t>
            </a:r>
            <a:endParaRPr sz="2400" dirty="0"/>
          </a:p>
          <a:p>
            <a:pPr algn="just">
              <a:lnSpc>
                <a:spcPct val="150000"/>
              </a:lnSpc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method of coagulation, texture, moisture content, and ripening</a:t>
            </a:r>
            <a:endParaRPr sz="2400" dirty="0"/>
          </a:p>
          <a:p>
            <a:pPr algn="just">
              <a:lnSpc>
                <a:spcPct val="150000"/>
              </a:lnSpc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process. The study of their processing and preservation helps</a:t>
            </a:r>
            <a:endParaRPr sz="2400" dirty="0"/>
          </a:p>
          <a:p>
            <a:pPr algn="just">
              <a:lnSpc>
                <a:spcPct val="150000"/>
              </a:lnSpc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in improving quality, safety, and shelf life.</a:t>
            </a:r>
            <a:endParaRPr sz="26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6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562;p6">
            <a:extLst>
              <a:ext uri="{FF2B5EF4-FFF2-40B4-BE49-F238E27FC236}">
                <a16:creationId xmlns:a16="http://schemas.microsoft.com/office/drawing/2014/main" id="{787A3E1B-931C-8C10-115A-680D1AA672D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7AF502B-1E6E-685C-186D-9C87CB9A90C8}"/>
              </a:ext>
            </a:extLst>
          </p:cNvPr>
          <p:cNvSpPr>
            <a:spLocks noGrp="1"/>
          </p:cNvSpPr>
          <p:nvPr/>
        </p:nvSpPr>
        <p:spPr>
          <a:xfrm>
            <a:off x="645063" y="687203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02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6F53687D-538F-0D3B-082E-1FE20B55B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3"/>
          <p:cNvGrpSpPr/>
          <p:nvPr/>
        </p:nvGrpSpPr>
        <p:grpSpPr>
          <a:xfrm>
            <a:off x="98189" y="2422354"/>
            <a:ext cx="957579" cy="1158240"/>
            <a:chOff x="0" y="0"/>
            <a:chExt cx="718677" cy="869254"/>
          </a:xfrm>
        </p:grpSpPr>
        <p:sp>
          <p:nvSpPr>
            <p:cNvPr id="272" name="Google Shape;272;p3"/>
            <p:cNvSpPr/>
            <p:nvPr/>
          </p:nvSpPr>
          <p:spPr>
            <a:xfrm>
              <a:off x="0" y="0"/>
              <a:ext cx="79950" cy="366113"/>
            </a:xfrm>
            <a:custGeom>
              <a:avLst/>
              <a:gdLst/>
              <a:ahLst/>
              <a:cxnLst/>
              <a:rect l="l" t="t" r="r" b="b"/>
              <a:pathLst>
                <a:path w="79950" h="366113" extrusionOk="0">
                  <a:moveTo>
                    <a:pt x="9644" y="0"/>
                  </a:moveTo>
                  <a:cubicBezTo>
                    <a:pt x="13047" y="0"/>
                    <a:pt x="18294" y="3403"/>
                    <a:pt x="41949" y="20024"/>
                  </a:cubicBezTo>
                  <a:cubicBezTo>
                    <a:pt x="50117" y="26065"/>
                    <a:pt x="59888" y="33354"/>
                    <a:pt x="69131" y="40285"/>
                  </a:cubicBezTo>
                  <a:lnTo>
                    <a:pt x="79950" y="48447"/>
                  </a:lnTo>
                  <a:lnTo>
                    <a:pt x="79950" y="58380"/>
                  </a:lnTo>
                  <a:lnTo>
                    <a:pt x="69666" y="50145"/>
                  </a:lnTo>
                  <a:cubicBezTo>
                    <a:pt x="60782" y="42948"/>
                    <a:pt x="53677" y="37084"/>
                    <a:pt x="50485" y="34234"/>
                  </a:cubicBezTo>
                  <a:cubicBezTo>
                    <a:pt x="46203" y="30688"/>
                    <a:pt x="41949" y="27852"/>
                    <a:pt x="36985" y="25016"/>
                  </a:cubicBezTo>
                  <a:cubicBezTo>
                    <a:pt x="36985" y="25548"/>
                    <a:pt x="44180" y="36066"/>
                    <a:pt x="66073" y="67090"/>
                  </a:cubicBezTo>
                  <a:lnTo>
                    <a:pt x="79950" y="86698"/>
                  </a:lnTo>
                  <a:lnTo>
                    <a:pt x="79950" y="125066"/>
                  </a:lnTo>
                  <a:lnTo>
                    <a:pt x="74282" y="118073"/>
                  </a:lnTo>
                  <a:cubicBezTo>
                    <a:pt x="74069" y="118073"/>
                    <a:pt x="74743" y="119357"/>
                    <a:pt x="76423" y="122047"/>
                  </a:cubicBezTo>
                  <a:lnTo>
                    <a:pt x="79950" y="127401"/>
                  </a:lnTo>
                  <a:lnTo>
                    <a:pt x="79950" y="141609"/>
                  </a:lnTo>
                  <a:lnTo>
                    <a:pt x="77848" y="138299"/>
                  </a:lnTo>
                  <a:cubicBezTo>
                    <a:pt x="60257" y="110309"/>
                    <a:pt x="44799" y="85073"/>
                    <a:pt x="38404" y="73345"/>
                  </a:cubicBezTo>
                  <a:cubicBezTo>
                    <a:pt x="30292" y="59136"/>
                    <a:pt x="24733" y="46231"/>
                    <a:pt x="23002" y="46231"/>
                  </a:cubicBezTo>
                  <a:cubicBezTo>
                    <a:pt x="22917" y="46231"/>
                    <a:pt x="22833" y="46259"/>
                    <a:pt x="22747" y="46316"/>
                  </a:cubicBezTo>
                  <a:cubicBezTo>
                    <a:pt x="22038" y="47762"/>
                    <a:pt x="31993" y="103183"/>
                    <a:pt x="36985" y="125220"/>
                  </a:cubicBezTo>
                  <a:lnTo>
                    <a:pt x="42657" y="150123"/>
                  </a:lnTo>
                  <a:lnTo>
                    <a:pt x="78196" y="181378"/>
                  </a:lnTo>
                  <a:lnTo>
                    <a:pt x="79950" y="182952"/>
                  </a:lnTo>
                  <a:lnTo>
                    <a:pt x="79950" y="193233"/>
                  </a:lnTo>
                  <a:lnTo>
                    <a:pt x="68240" y="182796"/>
                  </a:lnTo>
                  <a:cubicBezTo>
                    <a:pt x="57576" y="173579"/>
                    <a:pt x="46912" y="163623"/>
                    <a:pt x="44785" y="162205"/>
                  </a:cubicBezTo>
                  <a:lnTo>
                    <a:pt x="44785" y="162914"/>
                  </a:lnTo>
                  <a:cubicBezTo>
                    <a:pt x="41949" y="160787"/>
                    <a:pt x="39112" y="159341"/>
                    <a:pt x="35539" y="159341"/>
                  </a:cubicBezTo>
                  <a:lnTo>
                    <a:pt x="29866" y="159341"/>
                  </a:lnTo>
                  <a:lnTo>
                    <a:pt x="34830" y="177833"/>
                  </a:lnTo>
                  <a:cubicBezTo>
                    <a:pt x="41239" y="202707"/>
                    <a:pt x="55449" y="248909"/>
                    <a:pt x="66114" y="280193"/>
                  </a:cubicBezTo>
                  <a:cubicBezTo>
                    <a:pt x="72523" y="299395"/>
                    <a:pt x="73233" y="306485"/>
                    <a:pt x="71814" y="308641"/>
                  </a:cubicBezTo>
                  <a:cubicBezTo>
                    <a:pt x="70396" y="310768"/>
                    <a:pt x="70396" y="313604"/>
                    <a:pt x="70396" y="313604"/>
                  </a:cubicBezTo>
                  <a:cubicBezTo>
                    <a:pt x="70840" y="313870"/>
                    <a:pt x="72082" y="314814"/>
                    <a:pt x="73961" y="316297"/>
                  </a:cubicBezTo>
                  <a:lnTo>
                    <a:pt x="79950" y="321119"/>
                  </a:lnTo>
                  <a:lnTo>
                    <a:pt x="79950" y="327568"/>
                  </a:lnTo>
                  <a:lnTo>
                    <a:pt x="76777" y="324978"/>
                  </a:lnTo>
                  <a:lnTo>
                    <a:pt x="77487" y="324978"/>
                  </a:lnTo>
                  <a:cubicBezTo>
                    <a:pt x="73942" y="321432"/>
                    <a:pt x="69659" y="318568"/>
                    <a:pt x="65405" y="315731"/>
                  </a:cubicBezTo>
                  <a:cubicBezTo>
                    <a:pt x="65405" y="316440"/>
                    <a:pt x="71105" y="329941"/>
                    <a:pt x="78196" y="346306"/>
                  </a:cubicBezTo>
                  <a:lnTo>
                    <a:pt x="79950" y="349452"/>
                  </a:lnTo>
                  <a:lnTo>
                    <a:pt x="79950" y="366113"/>
                  </a:lnTo>
                  <a:lnTo>
                    <a:pt x="65405" y="339187"/>
                  </a:lnTo>
                  <a:cubicBezTo>
                    <a:pt x="50485" y="303649"/>
                    <a:pt x="49777" y="300813"/>
                    <a:pt x="56158" y="300104"/>
                  </a:cubicBezTo>
                  <a:cubicBezTo>
                    <a:pt x="57037" y="299792"/>
                    <a:pt x="58058" y="299621"/>
                    <a:pt x="59079" y="299621"/>
                  </a:cubicBezTo>
                  <a:cubicBezTo>
                    <a:pt x="60527" y="299621"/>
                    <a:pt x="62030" y="299990"/>
                    <a:pt x="63277" y="300813"/>
                  </a:cubicBezTo>
                  <a:cubicBezTo>
                    <a:pt x="63505" y="300926"/>
                    <a:pt x="63703" y="300983"/>
                    <a:pt x="63844" y="300983"/>
                  </a:cubicBezTo>
                  <a:cubicBezTo>
                    <a:pt x="64667" y="300983"/>
                    <a:pt x="64468" y="299395"/>
                    <a:pt x="63277" y="295821"/>
                  </a:cubicBezTo>
                  <a:cubicBezTo>
                    <a:pt x="56158" y="277357"/>
                    <a:pt x="33411" y="204834"/>
                    <a:pt x="27739" y="183534"/>
                  </a:cubicBezTo>
                  <a:cubicBezTo>
                    <a:pt x="19910" y="154377"/>
                    <a:pt x="19910" y="149414"/>
                    <a:pt x="27030" y="148676"/>
                  </a:cubicBezTo>
                  <a:cubicBezTo>
                    <a:pt x="31993" y="148676"/>
                    <a:pt x="31284" y="146549"/>
                    <a:pt x="20620" y="87555"/>
                  </a:cubicBezTo>
                  <a:cubicBezTo>
                    <a:pt x="17075" y="64808"/>
                    <a:pt x="11374" y="42062"/>
                    <a:pt x="4993" y="19315"/>
                  </a:cubicBezTo>
                  <a:cubicBezTo>
                    <a:pt x="2865" y="15770"/>
                    <a:pt x="1419" y="12905"/>
                    <a:pt x="710" y="9360"/>
                  </a:cubicBezTo>
                  <a:lnTo>
                    <a:pt x="0" y="9360"/>
                  </a:lnTo>
                  <a:cubicBezTo>
                    <a:pt x="0" y="5105"/>
                    <a:pt x="3574" y="823"/>
                    <a:pt x="8538" y="113"/>
                  </a:cubicBezTo>
                  <a:cubicBezTo>
                    <a:pt x="8906" y="57"/>
                    <a:pt x="9247" y="0"/>
                    <a:pt x="96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78784" y="550072"/>
              <a:ext cx="7152" cy="14719"/>
            </a:xfrm>
            <a:custGeom>
              <a:avLst/>
              <a:gdLst/>
              <a:ahLst/>
              <a:cxnLst/>
              <a:rect l="l" t="t" r="r" b="b"/>
              <a:pathLst>
                <a:path w="7152" h="14719" extrusionOk="0">
                  <a:moveTo>
                    <a:pt x="7152" y="0"/>
                  </a:moveTo>
                  <a:lnTo>
                    <a:pt x="7152" y="14719"/>
                  </a:lnTo>
                  <a:lnTo>
                    <a:pt x="3191" y="10910"/>
                  </a:lnTo>
                  <a:cubicBezTo>
                    <a:pt x="709" y="7705"/>
                    <a:pt x="0" y="4861"/>
                    <a:pt x="890" y="2819"/>
                  </a:cubicBezTo>
                  <a:lnTo>
                    <a:pt x="715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181265" y="438683"/>
              <a:ext cx="4671" cy="3295"/>
            </a:xfrm>
            <a:custGeom>
              <a:avLst/>
              <a:gdLst/>
              <a:ahLst/>
              <a:cxnLst/>
              <a:rect l="l" t="t" r="r" b="b"/>
              <a:pathLst>
                <a:path w="4671" h="3295" extrusionOk="0">
                  <a:moveTo>
                    <a:pt x="142" y="0"/>
                  </a:moveTo>
                  <a:cubicBezTo>
                    <a:pt x="589" y="0"/>
                    <a:pt x="2108" y="661"/>
                    <a:pt x="4598" y="1944"/>
                  </a:cubicBezTo>
                  <a:lnTo>
                    <a:pt x="4671" y="1984"/>
                  </a:lnTo>
                  <a:lnTo>
                    <a:pt x="4671" y="3295"/>
                  </a:lnTo>
                  <a:lnTo>
                    <a:pt x="4127" y="2936"/>
                  </a:lnTo>
                  <a:cubicBezTo>
                    <a:pt x="1488" y="1161"/>
                    <a:pt x="0" y="117"/>
                    <a:pt x="0" y="28"/>
                  </a:cubicBezTo>
                  <a:cubicBezTo>
                    <a:pt x="29" y="0"/>
                    <a:pt x="85" y="0"/>
                    <a:pt x="14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9950" y="349452"/>
              <a:ext cx="105986" cy="194288"/>
            </a:xfrm>
            <a:custGeom>
              <a:avLst/>
              <a:gdLst/>
              <a:ahLst/>
              <a:cxnLst/>
              <a:rect l="l" t="t" r="r" b="b"/>
              <a:pathLst>
                <a:path w="105986" h="194288" extrusionOk="0">
                  <a:moveTo>
                    <a:pt x="0" y="0"/>
                  </a:moveTo>
                  <a:lnTo>
                    <a:pt x="46603" y="83586"/>
                  </a:lnTo>
                  <a:cubicBezTo>
                    <a:pt x="52276" y="92095"/>
                    <a:pt x="53694" y="96378"/>
                    <a:pt x="52276" y="98505"/>
                  </a:cubicBezTo>
                  <a:cubicBezTo>
                    <a:pt x="50858" y="100632"/>
                    <a:pt x="48730" y="101341"/>
                    <a:pt x="46603" y="101341"/>
                  </a:cubicBezTo>
                  <a:cubicBezTo>
                    <a:pt x="45951" y="101171"/>
                    <a:pt x="45413" y="101058"/>
                    <a:pt x="45015" y="101058"/>
                  </a:cubicBezTo>
                  <a:cubicBezTo>
                    <a:pt x="42151" y="101058"/>
                    <a:pt x="44676" y="105737"/>
                    <a:pt x="55821" y="121252"/>
                  </a:cubicBezTo>
                  <a:lnTo>
                    <a:pt x="67195" y="137589"/>
                  </a:lnTo>
                  <a:lnTo>
                    <a:pt x="105986" y="163105"/>
                  </a:lnTo>
                  <a:lnTo>
                    <a:pt x="105986" y="173749"/>
                  </a:lnTo>
                  <a:lnTo>
                    <a:pt x="84979" y="160335"/>
                  </a:lnTo>
                  <a:lnTo>
                    <a:pt x="104180" y="180246"/>
                  </a:lnTo>
                  <a:lnTo>
                    <a:pt x="105986" y="182388"/>
                  </a:lnTo>
                  <a:lnTo>
                    <a:pt x="105986" y="194288"/>
                  </a:lnTo>
                  <a:lnTo>
                    <a:pt x="103714" y="191457"/>
                  </a:lnTo>
                  <a:cubicBezTo>
                    <a:pt x="101416" y="188824"/>
                    <a:pt x="98309" y="185401"/>
                    <a:pt x="94224" y="180955"/>
                  </a:cubicBezTo>
                  <a:cubicBezTo>
                    <a:pt x="63650" y="148253"/>
                    <a:pt x="33075" y="106333"/>
                    <a:pt x="33075" y="97796"/>
                  </a:cubicBezTo>
                  <a:cubicBezTo>
                    <a:pt x="33075" y="94960"/>
                    <a:pt x="33075" y="94251"/>
                    <a:pt x="38067" y="92804"/>
                  </a:cubicBezTo>
                  <a:cubicBezTo>
                    <a:pt x="42321" y="92095"/>
                    <a:pt x="42321" y="91386"/>
                    <a:pt x="33075" y="77885"/>
                  </a:cubicBezTo>
                  <a:lnTo>
                    <a:pt x="0" y="16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9950" y="321119"/>
              <a:ext cx="105986" cy="92374"/>
            </a:xfrm>
            <a:custGeom>
              <a:avLst/>
              <a:gdLst/>
              <a:ahLst/>
              <a:cxnLst/>
              <a:rect l="l" t="t" r="r" b="b"/>
              <a:pathLst>
                <a:path w="105986" h="92374" extrusionOk="0">
                  <a:moveTo>
                    <a:pt x="0" y="0"/>
                  </a:moveTo>
                  <a:lnTo>
                    <a:pt x="1382" y="1113"/>
                  </a:lnTo>
                  <a:cubicBezTo>
                    <a:pt x="19273" y="15672"/>
                    <a:pt x="54063" y="44729"/>
                    <a:pt x="70059" y="58599"/>
                  </a:cubicBezTo>
                  <a:lnTo>
                    <a:pt x="105986" y="87881"/>
                  </a:lnTo>
                  <a:lnTo>
                    <a:pt x="105986" y="92374"/>
                  </a:lnTo>
                  <a:lnTo>
                    <a:pt x="57977" y="55762"/>
                  </a:lnTo>
                  <a:cubicBezTo>
                    <a:pt x="37705" y="38170"/>
                    <a:pt x="17050" y="20563"/>
                    <a:pt x="5286" y="10764"/>
                  </a:cubicBezTo>
                  <a:lnTo>
                    <a:pt x="0" y="6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96688" y="249505"/>
              <a:ext cx="89248" cy="68856"/>
            </a:xfrm>
            <a:custGeom>
              <a:avLst/>
              <a:gdLst/>
              <a:ahLst/>
              <a:cxnLst/>
              <a:rect l="l" t="t" r="r" b="b"/>
              <a:pathLst>
                <a:path w="89248" h="68856" extrusionOk="0">
                  <a:moveTo>
                    <a:pt x="2837" y="0"/>
                  </a:moveTo>
                  <a:cubicBezTo>
                    <a:pt x="5559" y="0"/>
                    <a:pt x="14436" y="6070"/>
                    <a:pt x="61830" y="39934"/>
                  </a:cubicBezTo>
                  <a:cubicBezTo>
                    <a:pt x="68411" y="44557"/>
                    <a:pt x="74678" y="48957"/>
                    <a:pt x="80390" y="52956"/>
                  </a:cubicBezTo>
                  <a:lnTo>
                    <a:pt x="89248" y="59135"/>
                  </a:lnTo>
                  <a:lnTo>
                    <a:pt x="89248" y="68856"/>
                  </a:lnTo>
                  <a:lnTo>
                    <a:pt x="87759" y="68000"/>
                  </a:lnTo>
                  <a:cubicBezTo>
                    <a:pt x="78462" y="62369"/>
                    <a:pt x="76069" y="59838"/>
                    <a:pt x="76069" y="57689"/>
                  </a:cubicBezTo>
                  <a:cubicBezTo>
                    <a:pt x="76069" y="55562"/>
                    <a:pt x="67532" y="49181"/>
                    <a:pt x="38375" y="29270"/>
                  </a:cubicBezTo>
                  <a:cubicBezTo>
                    <a:pt x="7090" y="7942"/>
                    <a:pt x="0" y="3687"/>
                    <a:pt x="1419" y="823"/>
                  </a:cubicBezTo>
                  <a:cubicBezTo>
                    <a:pt x="1844" y="397"/>
                    <a:pt x="2156" y="0"/>
                    <a:pt x="283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79950" y="127401"/>
              <a:ext cx="105986" cy="167144"/>
            </a:xfrm>
            <a:custGeom>
              <a:avLst/>
              <a:gdLst/>
              <a:ahLst/>
              <a:cxnLst/>
              <a:rect l="l" t="t" r="r" b="b"/>
              <a:pathLst>
                <a:path w="105986" h="167144" extrusionOk="0">
                  <a:moveTo>
                    <a:pt x="0" y="0"/>
                  </a:moveTo>
                  <a:lnTo>
                    <a:pt x="4656" y="7066"/>
                  </a:lnTo>
                  <a:cubicBezTo>
                    <a:pt x="10328" y="15603"/>
                    <a:pt x="25984" y="39059"/>
                    <a:pt x="39484" y="60388"/>
                  </a:cubicBezTo>
                  <a:cubicBezTo>
                    <a:pt x="52985" y="81007"/>
                    <a:pt x="76441" y="114418"/>
                    <a:pt x="92097" y="134300"/>
                  </a:cubicBezTo>
                  <a:lnTo>
                    <a:pt x="105986" y="152042"/>
                  </a:lnTo>
                  <a:lnTo>
                    <a:pt x="105986" y="167144"/>
                  </a:lnTo>
                  <a:lnTo>
                    <a:pt x="102733" y="162748"/>
                  </a:lnTo>
                  <a:cubicBezTo>
                    <a:pt x="80724" y="135747"/>
                    <a:pt x="75023" y="129337"/>
                    <a:pt x="62232" y="119382"/>
                  </a:cubicBezTo>
                  <a:cubicBezTo>
                    <a:pt x="53694" y="113000"/>
                    <a:pt x="38067" y="100180"/>
                    <a:pt x="27402" y="90253"/>
                  </a:cubicBezTo>
                  <a:lnTo>
                    <a:pt x="0" y="65832"/>
                  </a:lnTo>
                  <a:lnTo>
                    <a:pt x="0" y="55551"/>
                  </a:lnTo>
                  <a:lnTo>
                    <a:pt x="28563" y="81169"/>
                  </a:lnTo>
                  <a:cubicBezTo>
                    <a:pt x="51922" y="101965"/>
                    <a:pt x="56176" y="105172"/>
                    <a:pt x="57239" y="105172"/>
                  </a:cubicBezTo>
                  <a:cubicBezTo>
                    <a:pt x="55821" y="100889"/>
                    <a:pt x="52985" y="96635"/>
                    <a:pt x="50149" y="92380"/>
                  </a:cubicBezTo>
                  <a:cubicBezTo>
                    <a:pt x="42683" y="81007"/>
                    <a:pt x="34018" y="67634"/>
                    <a:pt x="25021" y="53606"/>
                  </a:cubicBezTo>
                  <a:lnTo>
                    <a:pt x="0" y="1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79950" y="41750"/>
              <a:ext cx="105986" cy="233790"/>
            </a:xfrm>
            <a:custGeom>
              <a:avLst/>
              <a:gdLst/>
              <a:ahLst/>
              <a:cxnLst/>
              <a:rect l="l" t="t" r="r" b="b"/>
              <a:pathLst>
                <a:path w="105986" h="233790" extrusionOk="0">
                  <a:moveTo>
                    <a:pt x="52787" y="0"/>
                  </a:moveTo>
                  <a:cubicBezTo>
                    <a:pt x="53269" y="0"/>
                    <a:pt x="53808" y="113"/>
                    <a:pt x="54404" y="312"/>
                  </a:cubicBezTo>
                  <a:cubicBezTo>
                    <a:pt x="57239" y="3857"/>
                    <a:pt x="58686" y="8140"/>
                    <a:pt x="59396" y="12394"/>
                  </a:cubicBezTo>
                  <a:cubicBezTo>
                    <a:pt x="61522" y="20932"/>
                    <a:pt x="66486" y="28760"/>
                    <a:pt x="72896" y="33723"/>
                  </a:cubicBezTo>
                  <a:cubicBezTo>
                    <a:pt x="78583" y="39410"/>
                    <a:pt x="89602" y="51315"/>
                    <a:pt x="99642" y="62422"/>
                  </a:cubicBezTo>
                  <a:lnTo>
                    <a:pt x="105986" y="69539"/>
                  </a:lnTo>
                  <a:lnTo>
                    <a:pt x="105986" y="83795"/>
                  </a:lnTo>
                  <a:lnTo>
                    <a:pt x="97327" y="73618"/>
                  </a:lnTo>
                  <a:cubicBezTo>
                    <a:pt x="92438" y="68020"/>
                    <a:pt x="87460" y="62511"/>
                    <a:pt x="83560" y="58597"/>
                  </a:cubicBezTo>
                  <a:lnTo>
                    <a:pt x="84269" y="57888"/>
                  </a:lnTo>
                  <a:cubicBezTo>
                    <a:pt x="79277" y="52215"/>
                    <a:pt x="74313" y="47224"/>
                    <a:pt x="69350" y="42969"/>
                  </a:cubicBezTo>
                  <a:cubicBezTo>
                    <a:pt x="67904" y="42969"/>
                    <a:pt x="82851" y="100545"/>
                    <a:pt x="104180" y="175904"/>
                  </a:cubicBezTo>
                  <a:lnTo>
                    <a:pt x="105986" y="181123"/>
                  </a:lnTo>
                  <a:lnTo>
                    <a:pt x="105986" y="233790"/>
                  </a:lnTo>
                  <a:lnTo>
                    <a:pt x="102784" y="229410"/>
                  </a:lnTo>
                  <a:cubicBezTo>
                    <a:pt x="92125" y="214722"/>
                    <a:pt x="77874" y="194737"/>
                    <a:pt x="67195" y="178740"/>
                  </a:cubicBezTo>
                  <a:cubicBezTo>
                    <a:pt x="52985" y="158121"/>
                    <a:pt x="30948" y="126128"/>
                    <a:pt x="18156" y="108373"/>
                  </a:cubicBezTo>
                  <a:cubicBezTo>
                    <a:pt x="11080" y="98290"/>
                    <a:pt x="5294" y="90278"/>
                    <a:pt x="1192" y="84786"/>
                  </a:cubicBezTo>
                  <a:lnTo>
                    <a:pt x="0" y="83316"/>
                  </a:lnTo>
                  <a:lnTo>
                    <a:pt x="0" y="44949"/>
                  </a:lnTo>
                  <a:lnTo>
                    <a:pt x="13192" y="63589"/>
                  </a:lnTo>
                  <a:cubicBezTo>
                    <a:pt x="30948" y="88463"/>
                    <a:pt x="53694" y="121165"/>
                    <a:pt x="63650" y="135374"/>
                  </a:cubicBezTo>
                  <a:cubicBezTo>
                    <a:pt x="86027" y="167566"/>
                    <a:pt x="100861" y="189405"/>
                    <a:pt x="101315" y="189405"/>
                  </a:cubicBezTo>
                  <a:cubicBezTo>
                    <a:pt x="99897" y="183704"/>
                    <a:pt x="67195" y="65007"/>
                    <a:pt x="65067" y="57888"/>
                  </a:cubicBezTo>
                  <a:cubicBezTo>
                    <a:pt x="64188" y="53492"/>
                    <a:pt x="63593" y="51535"/>
                    <a:pt x="62912" y="51535"/>
                  </a:cubicBezTo>
                  <a:cubicBezTo>
                    <a:pt x="62487" y="51535"/>
                    <a:pt x="62061" y="52272"/>
                    <a:pt x="61522" y="53633"/>
                  </a:cubicBezTo>
                  <a:cubicBezTo>
                    <a:pt x="62232" y="62142"/>
                    <a:pt x="63650" y="70679"/>
                    <a:pt x="66486" y="78507"/>
                  </a:cubicBezTo>
                  <a:cubicBezTo>
                    <a:pt x="72896" y="101254"/>
                    <a:pt x="79986" y="141784"/>
                    <a:pt x="77150" y="143911"/>
                  </a:cubicBezTo>
                  <a:cubicBezTo>
                    <a:pt x="76583" y="144479"/>
                    <a:pt x="76072" y="144791"/>
                    <a:pt x="75618" y="144791"/>
                  </a:cubicBezTo>
                  <a:cubicBezTo>
                    <a:pt x="73690" y="144791"/>
                    <a:pt x="72328" y="139657"/>
                    <a:pt x="70059" y="125419"/>
                  </a:cubicBezTo>
                  <a:cubicBezTo>
                    <a:pt x="68613" y="115464"/>
                    <a:pt x="64359" y="97000"/>
                    <a:pt x="61522" y="84917"/>
                  </a:cubicBezTo>
                  <a:lnTo>
                    <a:pt x="55821" y="62880"/>
                  </a:lnTo>
                  <a:lnTo>
                    <a:pt x="19575" y="32305"/>
                  </a:lnTo>
                  <a:lnTo>
                    <a:pt x="0" y="16630"/>
                  </a:lnTo>
                  <a:lnTo>
                    <a:pt x="0" y="6697"/>
                  </a:lnTo>
                  <a:lnTo>
                    <a:pt x="13192" y="16649"/>
                  </a:lnTo>
                  <a:cubicBezTo>
                    <a:pt x="24566" y="26604"/>
                    <a:pt x="38776" y="37977"/>
                    <a:pt x="43739" y="42260"/>
                  </a:cubicBezTo>
                  <a:lnTo>
                    <a:pt x="53694" y="50769"/>
                  </a:lnTo>
                  <a:lnTo>
                    <a:pt x="53694" y="37977"/>
                  </a:lnTo>
                  <a:cubicBezTo>
                    <a:pt x="52276" y="33014"/>
                    <a:pt x="52276" y="28760"/>
                    <a:pt x="53694" y="23768"/>
                  </a:cubicBezTo>
                  <a:cubicBezTo>
                    <a:pt x="54404" y="20222"/>
                    <a:pt x="53694" y="15940"/>
                    <a:pt x="52276" y="11685"/>
                  </a:cubicBezTo>
                  <a:cubicBezTo>
                    <a:pt x="49213" y="3744"/>
                    <a:pt x="49837" y="0"/>
                    <a:pt x="5278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339429" y="722158"/>
              <a:ext cx="17436" cy="17184"/>
            </a:xfrm>
            <a:custGeom>
              <a:avLst/>
              <a:gdLst/>
              <a:ahLst/>
              <a:cxnLst/>
              <a:rect l="l" t="t" r="r" b="b"/>
              <a:pathLst>
                <a:path w="17436" h="17184" extrusionOk="0">
                  <a:moveTo>
                    <a:pt x="17436" y="0"/>
                  </a:moveTo>
                  <a:lnTo>
                    <a:pt x="17436" y="5879"/>
                  </a:lnTo>
                  <a:lnTo>
                    <a:pt x="13146" y="5879"/>
                  </a:lnTo>
                  <a:cubicBezTo>
                    <a:pt x="12691" y="5879"/>
                    <a:pt x="12267" y="5851"/>
                    <a:pt x="11869" y="5851"/>
                  </a:cubicBezTo>
                  <a:cubicBezTo>
                    <a:pt x="9615" y="5851"/>
                    <a:pt x="8679" y="6007"/>
                    <a:pt x="12312" y="8042"/>
                  </a:cubicBezTo>
                  <a:lnTo>
                    <a:pt x="17436" y="10623"/>
                  </a:lnTo>
                  <a:lnTo>
                    <a:pt x="17436" y="17184"/>
                  </a:lnTo>
                  <a:lnTo>
                    <a:pt x="11240" y="14091"/>
                  </a:lnTo>
                  <a:cubicBezTo>
                    <a:pt x="4752" y="10405"/>
                    <a:pt x="708" y="7475"/>
                    <a:pt x="354" y="5879"/>
                  </a:cubicBezTo>
                  <a:cubicBezTo>
                    <a:pt x="0" y="3738"/>
                    <a:pt x="1425" y="2313"/>
                    <a:pt x="4981" y="1334"/>
                  </a:cubicBezTo>
                  <a:lnTo>
                    <a:pt x="1743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26282" y="622812"/>
              <a:ext cx="30583" cy="19490"/>
            </a:xfrm>
            <a:custGeom>
              <a:avLst/>
              <a:gdLst/>
              <a:ahLst/>
              <a:cxnLst/>
              <a:rect l="l" t="t" r="r" b="b"/>
              <a:pathLst>
                <a:path w="30583" h="19490" extrusionOk="0">
                  <a:moveTo>
                    <a:pt x="709" y="0"/>
                  </a:moveTo>
                  <a:cubicBezTo>
                    <a:pt x="9955" y="2865"/>
                    <a:pt x="17783" y="7119"/>
                    <a:pt x="25583" y="12082"/>
                  </a:cubicBezTo>
                  <a:lnTo>
                    <a:pt x="30583" y="14803"/>
                  </a:lnTo>
                  <a:lnTo>
                    <a:pt x="30583" y="19490"/>
                  </a:lnTo>
                  <a:lnTo>
                    <a:pt x="22222" y="14855"/>
                  </a:lnTo>
                  <a:cubicBezTo>
                    <a:pt x="9601" y="7481"/>
                    <a:pt x="0" y="1078"/>
                    <a:pt x="70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327531" y="588805"/>
              <a:ext cx="29334" cy="18551"/>
            </a:xfrm>
            <a:custGeom>
              <a:avLst/>
              <a:gdLst/>
              <a:ahLst/>
              <a:cxnLst/>
              <a:rect l="l" t="t" r="r" b="b"/>
              <a:pathLst>
                <a:path w="29334" h="18551" extrusionOk="0">
                  <a:moveTo>
                    <a:pt x="1360" y="0"/>
                  </a:moveTo>
                  <a:cubicBezTo>
                    <a:pt x="4338" y="0"/>
                    <a:pt x="12734" y="4113"/>
                    <a:pt x="27199" y="12678"/>
                  </a:cubicBezTo>
                  <a:lnTo>
                    <a:pt x="29334" y="13763"/>
                  </a:lnTo>
                  <a:lnTo>
                    <a:pt x="29334" y="18551"/>
                  </a:lnTo>
                  <a:lnTo>
                    <a:pt x="10086" y="7735"/>
                  </a:lnTo>
                  <a:cubicBezTo>
                    <a:pt x="4122" y="4246"/>
                    <a:pt x="346" y="1844"/>
                    <a:pt x="169" y="1305"/>
                  </a:cubicBezTo>
                  <a:cubicBezTo>
                    <a:pt x="0" y="454"/>
                    <a:pt x="397" y="0"/>
                    <a:pt x="13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52376" y="558940"/>
              <a:ext cx="4489" cy="3049"/>
            </a:xfrm>
            <a:custGeom>
              <a:avLst/>
              <a:gdLst/>
              <a:ahLst/>
              <a:cxnLst/>
              <a:rect l="l" t="t" r="r" b="b"/>
              <a:pathLst>
                <a:path w="4489" h="3049" extrusionOk="0">
                  <a:moveTo>
                    <a:pt x="1021" y="0"/>
                  </a:moveTo>
                  <a:lnTo>
                    <a:pt x="4489" y="979"/>
                  </a:lnTo>
                  <a:lnTo>
                    <a:pt x="4489" y="3049"/>
                  </a:lnTo>
                  <a:lnTo>
                    <a:pt x="198" y="1333"/>
                  </a:lnTo>
                  <a:cubicBezTo>
                    <a:pt x="0" y="454"/>
                    <a:pt x="113" y="0"/>
                    <a:pt x="102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185936" y="531841"/>
              <a:ext cx="170929" cy="181282"/>
            </a:xfrm>
            <a:custGeom>
              <a:avLst/>
              <a:gdLst/>
              <a:ahLst/>
              <a:cxnLst/>
              <a:rect l="l" t="t" r="r" b="b"/>
              <a:pathLst>
                <a:path w="170929" h="181282" extrusionOk="0">
                  <a:moveTo>
                    <a:pt x="0" y="0"/>
                  </a:moveTo>
                  <a:lnTo>
                    <a:pt x="17367" y="20604"/>
                  </a:lnTo>
                  <a:cubicBezTo>
                    <a:pt x="18614" y="24972"/>
                    <a:pt x="16601" y="27127"/>
                    <a:pt x="11779" y="27127"/>
                  </a:cubicBezTo>
                  <a:cubicBezTo>
                    <a:pt x="11099" y="27127"/>
                    <a:pt x="10361" y="27099"/>
                    <a:pt x="9567" y="27014"/>
                  </a:cubicBezTo>
                  <a:lnTo>
                    <a:pt x="3866" y="26305"/>
                  </a:lnTo>
                  <a:lnTo>
                    <a:pt x="8120" y="30559"/>
                  </a:lnTo>
                  <a:cubicBezTo>
                    <a:pt x="27322" y="51179"/>
                    <a:pt x="47942" y="70380"/>
                    <a:pt x="69979" y="88135"/>
                  </a:cubicBezTo>
                  <a:cubicBezTo>
                    <a:pt x="92726" y="105918"/>
                    <a:pt x="95562" y="108755"/>
                    <a:pt x="94144" y="110882"/>
                  </a:cubicBezTo>
                  <a:cubicBezTo>
                    <a:pt x="91308" y="112300"/>
                    <a:pt x="88471" y="113718"/>
                    <a:pt x="85606" y="113718"/>
                  </a:cubicBezTo>
                  <a:cubicBezTo>
                    <a:pt x="82062" y="113718"/>
                    <a:pt x="79225" y="114427"/>
                    <a:pt x="79225" y="115136"/>
                  </a:cubicBezTo>
                  <a:cubicBezTo>
                    <a:pt x="79935" y="118710"/>
                    <a:pt x="119018" y="147129"/>
                    <a:pt x="136801" y="157793"/>
                  </a:cubicBezTo>
                  <a:lnTo>
                    <a:pt x="170929" y="173034"/>
                  </a:lnTo>
                  <a:lnTo>
                    <a:pt x="170929" y="181282"/>
                  </a:lnTo>
                  <a:lnTo>
                    <a:pt x="114764" y="151412"/>
                  </a:lnTo>
                  <a:cubicBezTo>
                    <a:pt x="99137" y="141457"/>
                    <a:pt x="84189" y="129374"/>
                    <a:pt x="70689" y="116583"/>
                  </a:cubicBezTo>
                  <a:cubicBezTo>
                    <a:pt x="67852" y="113009"/>
                    <a:pt x="70689" y="108755"/>
                    <a:pt x="76360" y="107337"/>
                  </a:cubicBezTo>
                  <a:cubicBezTo>
                    <a:pt x="81352" y="105918"/>
                    <a:pt x="82771" y="107337"/>
                    <a:pt x="51487" y="82463"/>
                  </a:cubicBezTo>
                  <a:lnTo>
                    <a:pt x="0" y="32951"/>
                  </a:lnTo>
                  <a:lnTo>
                    <a:pt x="0" y="18231"/>
                  </a:lnTo>
                  <a:lnTo>
                    <a:pt x="1030" y="17768"/>
                  </a:lnTo>
                  <a:cubicBezTo>
                    <a:pt x="3158" y="17768"/>
                    <a:pt x="4044" y="17413"/>
                    <a:pt x="2356" y="14836"/>
                  </a:cubicBezTo>
                  <a:lnTo>
                    <a:pt x="0" y="11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185936" y="512557"/>
              <a:ext cx="170929" cy="113309"/>
            </a:xfrm>
            <a:custGeom>
              <a:avLst/>
              <a:gdLst/>
              <a:ahLst/>
              <a:cxnLst/>
              <a:rect l="l" t="t" r="r" b="b"/>
              <a:pathLst>
                <a:path w="170929" h="113309" extrusionOk="0">
                  <a:moveTo>
                    <a:pt x="0" y="0"/>
                  </a:moveTo>
                  <a:lnTo>
                    <a:pt x="40114" y="26387"/>
                  </a:lnTo>
                  <a:cubicBezTo>
                    <a:pt x="103568" y="67973"/>
                    <a:pt x="139023" y="89968"/>
                    <a:pt x="165073" y="103464"/>
                  </a:cubicBezTo>
                  <a:lnTo>
                    <a:pt x="170929" y="106212"/>
                  </a:lnTo>
                  <a:lnTo>
                    <a:pt x="170929" y="113309"/>
                  </a:lnTo>
                  <a:lnTo>
                    <a:pt x="150302" y="103873"/>
                  </a:lnTo>
                  <a:lnTo>
                    <a:pt x="150302" y="104582"/>
                  </a:lnTo>
                  <a:cubicBezTo>
                    <a:pt x="138219" y="98172"/>
                    <a:pt x="94853" y="71880"/>
                    <a:pt x="53615" y="44879"/>
                  </a:cubicBezTo>
                  <a:lnTo>
                    <a:pt x="0" y="10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185936" y="440667"/>
              <a:ext cx="170929" cy="93383"/>
            </a:xfrm>
            <a:custGeom>
              <a:avLst/>
              <a:gdLst/>
              <a:ahLst/>
              <a:cxnLst/>
              <a:rect l="l" t="t" r="r" b="b"/>
              <a:pathLst>
                <a:path w="170929" h="93383" extrusionOk="0">
                  <a:moveTo>
                    <a:pt x="0" y="0"/>
                  </a:moveTo>
                  <a:lnTo>
                    <a:pt x="10209" y="5631"/>
                  </a:lnTo>
                  <a:cubicBezTo>
                    <a:pt x="18870" y="10602"/>
                    <a:pt x="31009" y="17898"/>
                    <a:pt x="45814" y="27201"/>
                  </a:cubicBezTo>
                  <a:cubicBezTo>
                    <a:pt x="97689" y="59903"/>
                    <a:pt x="101972" y="62739"/>
                    <a:pt x="155265" y="83359"/>
                  </a:cubicBezTo>
                  <a:lnTo>
                    <a:pt x="170929" y="89231"/>
                  </a:lnTo>
                  <a:lnTo>
                    <a:pt x="170929" y="93383"/>
                  </a:lnTo>
                  <a:lnTo>
                    <a:pt x="154556" y="86904"/>
                  </a:lnTo>
                  <a:cubicBezTo>
                    <a:pt x="135383" y="79785"/>
                    <a:pt x="114764" y="71276"/>
                    <a:pt x="107645" y="68412"/>
                  </a:cubicBezTo>
                  <a:cubicBezTo>
                    <a:pt x="94861" y="62562"/>
                    <a:pt x="38075" y="26304"/>
                    <a:pt x="10482" y="8242"/>
                  </a:cubicBezTo>
                  <a:lnTo>
                    <a:pt x="0" y="1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34422" y="305294"/>
              <a:ext cx="22443" cy="141712"/>
            </a:xfrm>
            <a:custGeom>
              <a:avLst/>
              <a:gdLst/>
              <a:ahLst/>
              <a:cxnLst/>
              <a:rect l="l" t="t" r="r" b="b"/>
              <a:pathLst>
                <a:path w="22443" h="141712" extrusionOk="0">
                  <a:moveTo>
                    <a:pt x="2893" y="0"/>
                  </a:moveTo>
                  <a:cubicBezTo>
                    <a:pt x="3574" y="0"/>
                    <a:pt x="4397" y="397"/>
                    <a:pt x="5361" y="1191"/>
                  </a:cubicBezTo>
                  <a:cubicBezTo>
                    <a:pt x="10352" y="18974"/>
                    <a:pt x="13189" y="38176"/>
                    <a:pt x="15316" y="56640"/>
                  </a:cubicBezTo>
                  <a:lnTo>
                    <a:pt x="22443" y="102915"/>
                  </a:lnTo>
                  <a:lnTo>
                    <a:pt x="22443" y="141712"/>
                  </a:lnTo>
                  <a:lnTo>
                    <a:pt x="19662" y="125943"/>
                  </a:lnTo>
                  <a:cubicBezTo>
                    <a:pt x="13550" y="90962"/>
                    <a:pt x="5113" y="41097"/>
                    <a:pt x="1106" y="14011"/>
                  </a:cubicBezTo>
                  <a:cubicBezTo>
                    <a:pt x="0" y="4651"/>
                    <a:pt x="596" y="0"/>
                    <a:pt x="28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185936" y="279442"/>
              <a:ext cx="170929" cy="238424"/>
            </a:xfrm>
            <a:custGeom>
              <a:avLst/>
              <a:gdLst/>
              <a:ahLst/>
              <a:cxnLst/>
              <a:rect l="l" t="t" r="r" b="b"/>
              <a:pathLst>
                <a:path w="170929" h="238424" extrusionOk="0">
                  <a:moveTo>
                    <a:pt x="0" y="0"/>
                  </a:moveTo>
                  <a:lnTo>
                    <a:pt x="7196" y="9194"/>
                  </a:lnTo>
                  <a:cubicBezTo>
                    <a:pt x="28084" y="36255"/>
                    <a:pt x="46878" y="61702"/>
                    <a:pt x="50069" y="67573"/>
                  </a:cubicBezTo>
                  <a:cubicBezTo>
                    <a:pt x="60023" y="83910"/>
                    <a:pt x="78516" y="107365"/>
                    <a:pt x="151720" y="201217"/>
                  </a:cubicBezTo>
                  <a:lnTo>
                    <a:pt x="170929" y="225488"/>
                  </a:lnTo>
                  <a:lnTo>
                    <a:pt x="170929" y="238424"/>
                  </a:lnTo>
                  <a:lnTo>
                    <a:pt x="165929" y="231763"/>
                  </a:lnTo>
                  <a:lnTo>
                    <a:pt x="140346" y="220390"/>
                  </a:lnTo>
                  <a:cubicBezTo>
                    <a:pt x="104100" y="203344"/>
                    <a:pt x="68562" y="184143"/>
                    <a:pt x="35859" y="161396"/>
                  </a:cubicBezTo>
                  <a:lnTo>
                    <a:pt x="0" y="134050"/>
                  </a:lnTo>
                  <a:lnTo>
                    <a:pt x="0" y="129557"/>
                  </a:lnTo>
                  <a:lnTo>
                    <a:pt x="13016" y="140167"/>
                  </a:lnTo>
                  <a:cubicBezTo>
                    <a:pt x="29988" y="152519"/>
                    <a:pt x="47587" y="163892"/>
                    <a:pt x="65725" y="174188"/>
                  </a:cubicBezTo>
                  <a:cubicBezTo>
                    <a:pt x="93435" y="191262"/>
                    <a:pt x="122592" y="206890"/>
                    <a:pt x="152429" y="219681"/>
                  </a:cubicBezTo>
                  <a:cubicBezTo>
                    <a:pt x="154018" y="220475"/>
                    <a:pt x="155152" y="220986"/>
                    <a:pt x="155691" y="220986"/>
                  </a:cubicBezTo>
                  <a:cubicBezTo>
                    <a:pt x="157137" y="220986"/>
                    <a:pt x="154585" y="217497"/>
                    <a:pt x="145338" y="206180"/>
                  </a:cubicBezTo>
                  <a:cubicBezTo>
                    <a:pt x="133256" y="189844"/>
                    <a:pt x="132518" y="189135"/>
                    <a:pt x="125428" y="188426"/>
                  </a:cubicBezTo>
                  <a:cubicBezTo>
                    <a:pt x="110509" y="186270"/>
                    <a:pt x="92726" y="177761"/>
                    <a:pt x="59315" y="157142"/>
                  </a:cubicBezTo>
                  <a:cubicBezTo>
                    <a:pt x="27322" y="137231"/>
                    <a:pt x="8120" y="123731"/>
                    <a:pt x="10276" y="120894"/>
                  </a:cubicBezTo>
                  <a:cubicBezTo>
                    <a:pt x="20231" y="127276"/>
                    <a:pt x="30868" y="133686"/>
                    <a:pt x="40114" y="141514"/>
                  </a:cubicBezTo>
                  <a:cubicBezTo>
                    <a:pt x="72815" y="163523"/>
                    <a:pt x="95562" y="176343"/>
                    <a:pt x="116181" y="182725"/>
                  </a:cubicBezTo>
                  <a:lnTo>
                    <a:pt x="128264" y="186270"/>
                  </a:lnTo>
                  <a:lnTo>
                    <a:pt x="121882" y="177761"/>
                  </a:lnTo>
                  <a:cubicBezTo>
                    <a:pt x="118025" y="172628"/>
                    <a:pt x="115359" y="169820"/>
                    <a:pt x="113288" y="169820"/>
                  </a:cubicBezTo>
                  <a:cubicBezTo>
                    <a:pt x="113062" y="169820"/>
                    <a:pt x="112835" y="169848"/>
                    <a:pt x="112637" y="169933"/>
                  </a:cubicBezTo>
                  <a:cubicBezTo>
                    <a:pt x="112580" y="169933"/>
                    <a:pt x="112551" y="169962"/>
                    <a:pt x="112495" y="169962"/>
                  </a:cubicBezTo>
                  <a:cubicBezTo>
                    <a:pt x="109176" y="169962"/>
                    <a:pt x="72532" y="150562"/>
                    <a:pt x="56479" y="140067"/>
                  </a:cubicBezTo>
                  <a:cubicBezTo>
                    <a:pt x="48027" y="134452"/>
                    <a:pt x="45219" y="131842"/>
                    <a:pt x="46722" y="131842"/>
                  </a:cubicBezTo>
                  <a:cubicBezTo>
                    <a:pt x="48651" y="131842"/>
                    <a:pt x="57557" y="136068"/>
                    <a:pt x="70689" y="143641"/>
                  </a:cubicBezTo>
                  <a:cubicBezTo>
                    <a:pt x="83480" y="151441"/>
                    <a:pt x="98399" y="159978"/>
                    <a:pt x="103391" y="162105"/>
                  </a:cubicBezTo>
                  <a:lnTo>
                    <a:pt x="113346" y="167097"/>
                  </a:lnTo>
                  <a:lnTo>
                    <a:pt x="95562" y="143641"/>
                  </a:lnTo>
                  <a:cubicBezTo>
                    <a:pt x="84898" y="130850"/>
                    <a:pt x="69979" y="110939"/>
                    <a:pt x="61442" y="98857"/>
                  </a:cubicBezTo>
                  <a:lnTo>
                    <a:pt x="45105" y="77528"/>
                  </a:lnTo>
                  <a:lnTo>
                    <a:pt x="28031" y="69700"/>
                  </a:lnTo>
                  <a:cubicBezTo>
                    <a:pt x="8120" y="59745"/>
                    <a:pt x="1030" y="53363"/>
                    <a:pt x="1030" y="52654"/>
                  </a:cubicBezTo>
                  <a:cubicBezTo>
                    <a:pt x="1087" y="52569"/>
                    <a:pt x="1229" y="52541"/>
                    <a:pt x="1399" y="52541"/>
                  </a:cubicBezTo>
                  <a:cubicBezTo>
                    <a:pt x="2959" y="52541"/>
                    <a:pt x="8093" y="55065"/>
                    <a:pt x="13822" y="57618"/>
                  </a:cubicBezTo>
                  <a:cubicBezTo>
                    <a:pt x="20231" y="60454"/>
                    <a:pt x="28740" y="64737"/>
                    <a:pt x="33023" y="66155"/>
                  </a:cubicBezTo>
                  <a:lnTo>
                    <a:pt x="39405" y="69700"/>
                  </a:lnTo>
                  <a:lnTo>
                    <a:pt x="36568" y="64028"/>
                  </a:lnTo>
                  <a:cubicBezTo>
                    <a:pt x="34441" y="59745"/>
                    <a:pt x="28740" y="56200"/>
                    <a:pt x="10276" y="44826"/>
                  </a:cubicBezTo>
                  <a:lnTo>
                    <a:pt x="0" y="38918"/>
                  </a:lnTo>
                  <a:lnTo>
                    <a:pt x="0" y="29197"/>
                  </a:lnTo>
                  <a:lnTo>
                    <a:pt x="6366" y="33637"/>
                  </a:lnTo>
                  <a:cubicBezTo>
                    <a:pt x="15077" y="39678"/>
                    <a:pt x="20586" y="43408"/>
                    <a:pt x="20941" y="43408"/>
                  </a:cubicBezTo>
                  <a:lnTo>
                    <a:pt x="0" y="15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185936" y="164191"/>
              <a:ext cx="170929" cy="334470"/>
            </a:xfrm>
            <a:custGeom>
              <a:avLst/>
              <a:gdLst/>
              <a:ahLst/>
              <a:cxnLst/>
              <a:rect l="l" t="t" r="r" b="b"/>
              <a:pathLst>
                <a:path w="170929" h="334470" extrusionOk="0">
                  <a:moveTo>
                    <a:pt x="48679" y="0"/>
                  </a:moveTo>
                  <a:cubicBezTo>
                    <a:pt x="49984" y="0"/>
                    <a:pt x="53756" y="6665"/>
                    <a:pt x="59315" y="20761"/>
                  </a:cubicBezTo>
                  <a:cubicBezTo>
                    <a:pt x="70689" y="49181"/>
                    <a:pt x="74234" y="64099"/>
                    <a:pt x="91308" y="149414"/>
                  </a:cubicBezTo>
                  <a:lnTo>
                    <a:pt x="105518" y="219781"/>
                  </a:lnTo>
                  <a:lnTo>
                    <a:pt x="120436" y="238982"/>
                  </a:lnTo>
                  <a:cubicBezTo>
                    <a:pt x="124720" y="245364"/>
                    <a:pt x="130392" y="251774"/>
                    <a:pt x="136092" y="257475"/>
                  </a:cubicBezTo>
                  <a:cubicBezTo>
                    <a:pt x="134674" y="246810"/>
                    <a:pt x="133256" y="236855"/>
                    <a:pt x="131101" y="226900"/>
                  </a:cubicBezTo>
                  <a:cubicBezTo>
                    <a:pt x="128264" y="216236"/>
                    <a:pt x="126847" y="204862"/>
                    <a:pt x="126137" y="194198"/>
                  </a:cubicBezTo>
                  <a:cubicBezTo>
                    <a:pt x="130392" y="205571"/>
                    <a:pt x="133965" y="217654"/>
                    <a:pt x="135383" y="229736"/>
                  </a:cubicBezTo>
                  <a:cubicBezTo>
                    <a:pt x="142473" y="266693"/>
                    <a:pt x="142473" y="268139"/>
                    <a:pt x="151720" y="279512"/>
                  </a:cubicBezTo>
                  <a:lnTo>
                    <a:pt x="160258" y="290886"/>
                  </a:lnTo>
                  <a:lnTo>
                    <a:pt x="156003" y="275230"/>
                  </a:lnTo>
                  <a:cubicBezTo>
                    <a:pt x="143184" y="226900"/>
                    <a:pt x="119727" y="93256"/>
                    <a:pt x="124009" y="93256"/>
                  </a:cubicBezTo>
                  <a:cubicBezTo>
                    <a:pt x="128264" y="107465"/>
                    <a:pt x="131101" y="121703"/>
                    <a:pt x="133256" y="135913"/>
                  </a:cubicBezTo>
                  <a:cubicBezTo>
                    <a:pt x="144977" y="211088"/>
                    <a:pt x="155900" y="263066"/>
                    <a:pt x="165427" y="290052"/>
                  </a:cubicBezTo>
                  <a:lnTo>
                    <a:pt x="170929" y="301366"/>
                  </a:lnTo>
                  <a:lnTo>
                    <a:pt x="170929" y="334470"/>
                  </a:lnTo>
                  <a:lnTo>
                    <a:pt x="115615" y="263501"/>
                  </a:lnTo>
                  <a:cubicBezTo>
                    <a:pt x="97567" y="240135"/>
                    <a:pt x="81352" y="218902"/>
                    <a:pt x="69270" y="202735"/>
                  </a:cubicBezTo>
                  <a:cubicBezTo>
                    <a:pt x="45105" y="170742"/>
                    <a:pt x="16657" y="132368"/>
                    <a:pt x="5993" y="119548"/>
                  </a:cubicBezTo>
                  <a:lnTo>
                    <a:pt x="0" y="111349"/>
                  </a:lnTo>
                  <a:lnTo>
                    <a:pt x="0" y="58682"/>
                  </a:lnTo>
                  <a:lnTo>
                    <a:pt x="8848" y="84247"/>
                  </a:lnTo>
                  <a:cubicBezTo>
                    <a:pt x="12702" y="92646"/>
                    <a:pt x="16402" y="98248"/>
                    <a:pt x="18586" y="98248"/>
                  </a:cubicBezTo>
                  <a:cubicBezTo>
                    <a:pt x="18672" y="98248"/>
                    <a:pt x="18728" y="98248"/>
                    <a:pt x="18785" y="98219"/>
                  </a:cubicBezTo>
                  <a:cubicBezTo>
                    <a:pt x="19494" y="93256"/>
                    <a:pt x="18785" y="88292"/>
                    <a:pt x="18076" y="84010"/>
                  </a:cubicBezTo>
                  <a:cubicBezTo>
                    <a:pt x="17367" y="79046"/>
                    <a:pt x="16657" y="74054"/>
                    <a:pt x="17367" y="69091"/>
                  </a:cubicBezTo>
                  <a:cubicBezTo>
                    <a:pt x="17735" y="68609"/>
                    <a:pt x="18104" y="68325"/>
                    <a:pt x="18416" y="68325"/>
                  </a:cubicBezTo>
                  <a:cubicBezTo>
                    <a:pt x="20004" y="68325"/>
                    <a:pt x="21168" y="74196"/>
                    <a:pt x="22359" y="88292"/>
                  </a:cubicBezTo>
                  <a:cubicBezTo>
                    <a:pt x="22359" y="98219"/>
                    <a:pt x="25195" y="107465"/>
                    <a:pt x="30158" y="115294"/>
                  </a:cubicBezTo>
                  <a:cubicBezTo>
                    <a:pt x="31605" y="118130"/>
                    <a:pt x="33731" y="120257"/>
                    <a:pt x="36568" y="122413"/>
                  </a:cubicBezTo>
                  <a:cubicBezTo>
                    <a:pt x="35151" y="97510"/>
                    <a:pt x="32314" y="72636"/>
                    <a:pt x="28031" y="47762"/>
                  </a:cubicBezTo>
                  <a:cubicBezTo>
                    <a:pt x="24344" y="27427"/>
                    <a:pt x="24912" y="22577"/>
                    <a:pt x="26074" y="22577"/>
                  </a:cubicBezTo>
                  <a:cubicBezTo>
                    <a:pt x="26244" y="22577"/>
                    <a:pt x="26415" y="22690"/>
                    <a:pt x="26613" y="22889"/>
                  </a:cubicBezTo>
                  <a:cubicBezTo>
                    <a:pt x="28740" y="24307"/>
                    <a:pt x="37986" y="84010"/>
                    <a:pt x="40822" y="113166"/>
                  </a:cubicBezTo>
                  <a:cubicBezTo>
                    <a:pt x="40822" y="123122"/>
                    <a:pt x="43687" y="132368"/>
                    <a:pt x="49360" y="140168"/>
                  </a:cubicBezTo>
                  <a:cubicBezTo>
                    <a:pt x="51487" y="143741"/>
                    <a:pt x="54351" y="146577"/>
                    <a:pt x="56479" y="150123"/>
                  </a:cubicBezTo>
                  <a:cubicBezTo>
                    <a:pt x="56507" y="150151"/>
                    <a:pt x="56535" y="150151"/>
                    <a:pt x="56564" y="150151"/>
                  </a:cubicBezTo>
                  <a:cubicBezTo>
                    <a:pt x="57783" y="150151"/>
                    <a:pt x="55429" y="135459"/>
                    <a:pt x="42241" y="59136"/>
                  </a:cubicBezTo>
                  <a:cubicBezTo>
                    <a:pt x="37986" y="39934"/>
                    <a:pt x="35859" y="20761"/>
                    <a:pt x="34441" y="851"/>
                  </a:cubicBezTo>
                  <a:cubicBezTo>
                    <a:pt x="35859" y="851"/>
                    <a:pt x="62861" y="150832"/>
                    <a:pt x="60734" y="153668"/>
                  </a:cubicBezTo>
                  <a:cubicBezTo>
                    <a:pt x="71397" y="170742"/>
                    <a:pt x="82771" y="187788"/>
                    <a:pt x="96272" y="203444"/>
                  </a:cubicBezTo>
                  <a:cubicBezTo>
                    <a:pt x="96272" y="203444"/>
                    <a:pt x="89889" y="168615"/>
                    <a:pt x="81352" y="127376"/>
                  </a:cubicBezTo>
                  <a:cubicBezTo>
                    <a:pt x="74234" y="93256"/>
                    <a:pt x="65725" y="59136"/>
                    <a:pt x="55060" y="26434"/>
                  </a:cubicBezTo>
                  <a:cubicBezTo>
                    <a:pt x="48906" y="9189"/>
                    <a:pt x="47119" y="0"/>
                    <a:pt x="4867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185936" y="111288"/>
              <a:ext cx="170929" cy="235195"/>
            </a:xfrm>
            <a:custGeom>
              <a:avLst/>
              <a:gdLst/>
              <a:ahLst/>
              <a:cxnLst/>
              <a:rect l="l" t="t" r="r" b="b"/>
              <a:pathLst>
                <a:path w="170929" h="235195" extrusionOk="0">
                  <a:moveTo>
                    <a:pt x="0" y="0"/>
                  </a:moveTo>
                  <a:lnTo>
                    <a:pt x="7194" y="8070"/>
                  </a:lnTo>
                  <a:cubicBezTo>
                    <a:pt x="10936" y="12347"/>
                    <a:pt x="13644" y="15549"/>
                    <a:pt x="14531" y="16797"/>
                  </a:cubicBezTo>
                  <a:cubicBezTo>
                    <a:pt x="15069" y="17875"/>
                    <a:pt x="15523" y="18442"/>
                    <a:pt x="15977" y="18442"/>
                  </a:cubicBezTo>
                  <a:cubicBezTo>
                    <a:pt x="16714" y="18442"/>
                    <a:pt x="17480" y="16995"/>
                    <a:pt x="18785" y="13932"/>
                  </a:cubicBezTo>
                  <a:cubicBezTo>
                    <a:pt x="20402" y="10756"/>
                    <a:pt x="20799" y="9139"/>
                    <a:pt x="23295" y="9139"/>
                  </a:cubicBezTo>
                  <a:cubicBezTo>
                    <a:pt x="24117" y="9139"/>
                    <a:pt x="25195" y="9309"/>
                    <a:pt x="26613" y="9678"/>
                  </a:cubicBezTo>
                  <a:cubicBezTo>
                    <a:pt x="32314" y="10387"/>
                    <a:pt x="47942" y="24596"/>
                    <a:pt x="98399" y="74373"/>
                  </a:cubicBezTo>
                  <a:cubicBezTo>
                    <a:pt x="113941" y="89235"/>
                    <a:pt x="121145" y="95730"/>
                    <a:pt x="123046" y="95730"/>
                  </a:cubicBezTo>
                  <a:cubicBezTo>
                    <a:pt x="123130" y="95730"/>
                    <a:pt x="123216" y="95730"/>
                    <a:pt x="123301" y="95701"/>
                  </a:cubicBezTo>
                  <a:cubicBezTo>
                    <a:pt x="123613" y="95531"/>
                    <a:pt x="123954" y="95446"/>
                    <a:pt x="124293" y="95446"/>
                  </a:cubicBezTo>
                  <a:cubicBezTo>
                    <a:pt x="125371" y="95446"/>
                    <a:pt x="126478" y="96354"/>
                    <a:pt x="127555" y="98537"/>
                  </a:cubicBezTo>
                  <a:cubicBezTo>
                    <a:pt x="131725" y="109230"/>
                    <a:pt x="138843" y="118930"/>
                    <a:pt x="141510" y="118930"/>
                  </a:cubicBezTo>
                  <a:cubicBezTo>
                    <a:pt x="142020" y="118930"/>
                    <a:pt x="142360" y="118533"/>
                    <a:pt x="142473" y="117739"/>
                  </a:cubicBezTo>
                  <a:cubicBezTo>
                    <a:pt x="143184" y="115583"/>
                    <a:pt x="145338" y="114874"/>
                    <a:pt x="146757" y="114165"/>
                  </a:cubicBezTo>
                  <a:cubicBezTo>
                    <a:pt x="146870" y="114165"/>
                    <a:pt x="146983" y="114137"/>
                    <a:pt x="147097" y="114137"/>
                  </a:cubicBezTo>
                  <a:cubicBezTo>
                    <a:pt x="149735" y="114137"/>
                    <a:pt x="154584" y="117881"/>
                    <a:pt x="161729" y="125443"/>
                  </a:cubicBezTo>
                  <a:lnTo>
                    <a:pt x="170929" y="135951"/>
                  </a:lnTo>
                  <a:lnTo>
                    <a:pt x="170929" y="144465"/>
                  </a:lnTo>
                  <a:lnTo>
                    <a:pt x="166256" y="138446"/>
                  </a:lnTo>
                  <a:cubicBezTo>
                    <a:pt x="165134" y="137002"/>
                    <a:pt x="164512" y="136203"/>
                    <a:pt x="164512" y="136203"/>
                  </a:cubicBezTo>
                  <a:cubicBezTo>
                    <a:pt x="165221" y="139748"/>
                    <a:pt x="165221" y="143322"/>
                    <a:pt x="166639" y="146158"/>
                  </a:cubicBezTo>
                  <a:cubicBezTo>
                    <a:pt x="167007" y="149009"/>
                    <a:pt x="168432" y="158248"/>
                    <a:pt x="170386" y="170950"/>
                  </a:cubicBezTo>
                  <a:lnTo>
                    <a:pt x="170929" y="174498"/>
                  </a:lnTo>
                  <a:lnTo>
                    <a:pt x="170929" y="235195"/>
                  </a:lnTo>
                  <a:lnTo>
                    <a:pt x="167376" y="209435"/>
                  </a:lnTo>
                  <a:cubicBezTo>
                    <a:pt x="160966" y="158950"/>
                    <a:pt x="154556" y="124829"/>
                    <a:pt x="150302" y="122702"/>
                  </a:cubicBezTo>
                  <a:cubicBezTo>
                    <a:pt x="150132" y="122532"/>
                    <a:pt x="149933" y="122447"/>
                    <a:pt x="149706" y="122447"/>
                  </a:cubicBezTo>
                  <a:cubicBezTo>
                    <a:pt x="148912" y="122447"/>
                    <a:pt x="147693" y="123496"/>
                    <a:pt x="146047" y="126248"/>
                  </a:cubicBezTo>
                  <a:cubicBezTo>
                    <a:pt x="144913" y="129594"/>
                    <a:pt x="143807" y="130757"/>
                    <a:pt x="141992" y="130757"/>
                  </a:cubicBezTo>
                  <a:cubicBezTo>
                    <a:pt x="141510" y="130757"/>
                    <a:pt x="140970" y="130672"/>
                    <a:pt x="140346" y="130530"/>
                  </a:cubicBezTo>
                  <a:cubicBezTo>
                    <a:pt x="140120" y="130360"/>
                    <a:pt x="139922" y="130275"/>
                    <a:pt x="139751" y="130275"/>
                  </a:cubicBezTo>
                  <a:cubicBezTo>
                    <a:pt x="138419" y="130275"/>
                    <a:pt x="139411" y="135494"/>
                    <a:pt x="143184" y="146867"/>
                  </a:cubicBezTo>
                  <a:cubicBezTo>
                    <a:pt x="151011" y="169614"/>
                    <a:pt x="149592" y="168905"/>
                    <a:pt x="147466" y="169614"/>
                  </a:cubicBezTo>
                  <a:cubicBezTo>
                    <a:pt x="147381" y="169642"/>
                    <a:pt x="147296" y="169671"/>
                    <a:pt x="147210" y="169671"/>
                  </a:cubicBezTo>
                  <a:cubicBezTo>
                    <a:pt x="145055" y="169671"/>
                    <a:pt x="141510" y="161048"/>
                    <a:pt x="134674" y="141904"/>
                  </a:cubicBezTo>
                  <a:cubicBezTo>
                    <a:pt x="126137" y="114874"/>
                    <a:pt x="124720" y="112747"/>
                    <a:pt x="113346" y="100665"/>
                  </a:cubicBezTo>
                  <a:cubicBezTo>
                    <a:pt x="99137" y="85037"/>
                    <a:pt x="36568" y="23887"/>
                    <a:pt x="35151" y="23887"/>
                  </a:cubicBezTo>
                  <a:cubicBezTo>
                    <a:pt x="35859" y="28170"/>
                    <a:pt x="36568" y="32424"/>
                    <a:pt x="38695" y="35970"/>
                  </a:cubicBezTo>
                  <a:cubicBezTo>
                    <a:pt x="47233" y="58717"/>
                    <a:pt x="60734" y="126957"/>
                    <a:pt x="56479" y="127666"/>
                  </a:cubicBezTo>
                  <a:cubicBezTo>
                    <a:pt x="52196" y="116292"/>
                    <a:pt x="49360" y="104210"/>
                    <a:pt x="47233" y="92128"/>
                  </a:cubicBezTo>
                  <a:cubicBezTo>
                    <a:pt x="44397" y="75082"/>
                    <a:pt x="40114" y="58007"/>
                    <a:pt x="35151" y="41671"/>
                  </a:cubicBezTo>
                  <a:cubicBezTo>
                    <a:pt x="31605" y="33133"/>
                    <a:pt x="28740" y="24596"/>
                    <a:pt x="28031" y="22469"/>
                  </a:cubicBezTo>
                  <a:cubicBezTo>
                    <a:pt x="27124" y="19434"/>
                    <a:pt x="26357" y="18101"/>
                    <a:pt x="25819" y="18101"/>
                  </a:cubicBezTo>
                  <a:cubicBezTo>
                    <a:pt x="25081" y="18101"/>
                    <a:pt x="24798" y="20541"/>
                    <a:pt x="25195" y="24596"/>
                  </a:cubicBezTo>
                  <a:cubicBezTo>
                    <a:pt x="25905" y="31006"/>
                    <a:pt x="23777" y="35970"/>
                    <a:pt x="20231" y="35970"/>
                  </a:cubicBezTo>
                  <a:cubicBezTo>
                    <a:pt x="14531" y="31006"/>
                    <a:pt x="9567" y="25305"/>
                    <a:pt x="4576" y="19633"/>
                  </a:cubicBezTo>
                  <a:lnTo>
                    <a:pt x="0" y="14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356865" y="732781"/>
              <a:ext cx="193956" cy="61216"/>
            </a:xfrm>
            <a:custGeom>
              <a:avLst/>
              <a:gdLst/>
              <a:ahLst/>
              <a:cxnLst/>
              <a:rect l="l" t="t" r="r" b="b"/>
              <a:pathLst>
                <a:path w="193956" h="61216" extrusionOk="0">
                  <a:moveTo>
                    <a:pt x="0" y="0"/>
                  </a:moveTo>
                  <a:lnTo>
                    <a:pt x="4161" y="2096"/>
                  </a:lnTo>
                  <a:cubicBezTo>
                    <a:pt x="8669" y="4268"/>
                    <a:pt x="14726" y="7126"/>
                    <a:pt x="22739" y="10884"/>
                  </a:cubicBezTo>
                  <a:cubicBezTo>
                    <a:pt x="68048" y="32220"/>
                    <a:pt x="116165" y="46344"/>
                    <a:pt x="165283" y="52970"/>
                  </a:cubicBezTo>
                  <a:lnTo>
                    <a:pt x="193956" y="55360"/>
                  </a:lnTo>
                  <a:lnTo>
                    <a:pt x="193956" y="61216"/>
                  </a:lnTo>
                  <a:lnTo>
                    <a:pt x="150505" y="57008"/>
                  </a:lnTo>
                  <a:cubicBezTo>
                    <a:pt x="128290" y="53364"/>
                    <a:pt x="106252" y="48209"/>
                    <a:pt x="84569" y="41459"/>
                  </a:cubicBezTo>
                  <a:cubicBezTo>
                    <a:pt x="64674" y="35418"/>
                    <a:pt x="39615" y="25462"/>
                    <a:pt x="19353" y="16220"/>
                  </a:cubicBezTo>
                  <a:lnTo>
                    <a:pt x="0" y="6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538122" y="610304"/>
              <a:ext cx="12699" cy="69982"/>
            </a:xfrm>
            <a:custGeom>
              <a:avLst/>
              <a:gdLst/>
              <a:ahLst/>
              <a:cxnLst/>
              <a:rect l="l" t="t" r="r" b="b"/>
              <a:pathLst>
                <a:path w="12699" h="69982" extrusionOk="0">
                  <a:moveTo>
                    <a:pt x="964" y="0"/>
                  </a:moveTo>
                  <a:cubicBezTo>
                    <a:pt x="2241" y="0"/>
                    <a:pt x="4481" y="8622"/>
                    <a:pt x="7091" y="23881"/>
                  </a:cubicBezTo>
                  <a:cubicBezTo>
                    <a:pt x="8126" y="31099"/>
                    <a:pt x="9783" y="39606"/>
                    <a:pt x="11742" y="48307"/>
                  </a:cubicBezTo>
                  <a:lnTo>
                    <a:pt x="12699" y="52102"/>
                  </a:lnTo>
                  <a:lnTo>
                    <a:pt x="12699" y="69982"/>
                  </a:lnTo>
                  <a:lnTo>
                    <a:pt x="0" y="3290"/>
                  </a:lnTo>
                  <a:cubicBezTo>
                    <a:pt x="171" y="1049"/>
                    <a:pt x="510" y="0"/>
                    <a:pt x="9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356865" y="504930"/>
              <a:ext cx="193956" cy="263399"/>
            </a:xfrm>
            <a:custGeom>
              <a:avLst/>
              <a:gdLst/>
              <a:ahLst/>
              <a:cxnLst/>
              <a:rect l="l" t="t" r="r" b="b"/>
              <a:pathLst>
                <a:path w="193956" h="263399" extrusionOk="0">
                  <a:moveTo>
                    <a:pt x="0" y="0"/>
                  </a:moveTo>
                  <a:lnTo>
                    <a:pt x="23815" y="30091"/>
                  </a:lnTo>
                  <a:cubicBezTo>
                    <a:pt x="117077" y="147670"/>
                    <a:pt x="161084" y="201158"/>
                    <a:pt x="169174" y="206741"/>
                  </a:cubicBezTo>
                  <a:cubicBezTo>
                    <a:pt x="172720" y="208869"/>
                    <a:pt x="174847" y="211024"/>
                    <a:pt x="174137" y="211733"/>
                  </a:cubicBezTo>
                  <a:cubicBezTo>
                    <a:pt x="177712" y="217406"/>
                    <a:pt x="181966" y="223107"/>
                    <a:pt x="186930" y="227361"/>
                  </a:cubicBezTo>
                  <a:lnTo>
                    <a:pt x="193956" y="234039"/>
                  </a:lnTo>
                  <a:lnTo>
                    <a:pt x="193956" y="253730"/>
                  </a:lnTo>
                  <a:lnTo>
                    <a:pt x="190333" y="252859"/>
                  </a:lnTo>
                  <a:cubicBezTo>
                    <a:pt x="189681" y="252859"/>
                    <a:pt x="189028" y="252887"/>
                    <a:pt x="188348" y="252944"/>
                  </a:cubicBezTo>
                  <a:cubicBezTo>
                    <a:pt x="179130" y="252944"/>
                    <a:pt x="176265" y="253653"/>
                    <a:pt x="180548" y="255071"/>
                  </a:cubicBezTo>
                  <a:cubicBezTo>
                    <a:pt x="181257" y="255071"/>
                    <a:pt x="183569" y="255787"/>
                    <a:pt x="186589" y="256858"/>
                  </a:cubicBezTo>
                  <a:lnTo>
                    <a:pt x="193956" y="259659"/>
                  </a:lnTo>
                  <a:lnTo>
                    <a:pt x="193956" y="263399"/>
                  </a:lnTo>
                  <a:lnTo>
                    <a:pt x="115853" y="242989"/>
                  </a:lnTo>
                  <a:cubicBezTo>
                    <a:pt x="99516" y="239443"/>
                    <a:pt x="73905" y="234480"/>
                    <a:pt x="58986" y="230197"/>
                  </a:cubicBezTo>
                  <a:cubicBezTo>
                    <a:pt x="44777" y="226652"/>
                    <a:pt x="30567" y="224525"/>
                    <a:pt x="15620" y="223107"/>
                  </a:cubicBezTo>
                  <a:lnTo>
                    <a:pt x="0" y="223107"/>
                  </a:lnTo>
                  <a:lnTo>
                    <a:pt x="0" y="217227"/>
                  </a:lnTo>
                  <a:lnTo>
                    <a:pt x="4956" y="216697"/>
                  </a:lnTo>
                  <a:lnTo>
                    <a:pt x="16329" y="216697"/>
                  </a:lnTo>
                  <a:lnTo>
                    <a:pt x="10657" y="213860"/>
                  </a:lnTo>
                  <a:lnTo>
                    <a:pt x="0" y="208193"/>
                  </a:lnTo>
                  <a:lnTo>
                    <a:pt x="0" y="199944"/>
                  </a:lnTo>
                  <a:lnTo>
                    <a:pt x="51867" y="223107"/>
                  </a:lnTo>
                  <a:cubicBezTo>
                    <a:pt x="91376" y="234026"/>
                    <a:pt x="166679" y="247045"/>
                    <a:pt x="186873" y="247045"/>
                  </a:cubicBezTo>
                  <a:cubicBezTo>
                    <a:pt x="190276" y="247045"/>
                    <a:pt x="192120" y="246676"/>
                    <a:pt x="191922" y="245853"/>
                  </a:cubicBezTo>
                  <a:cubicBezTo>
                    <a:pt x="183385" y="242280"/>
                    <a:pt x="174137" y="239443"/>
                    <a:pt x="165601" y="238025"/>
                  </a:cubicBezTo>
                  <a:cubicBezTo>
                    <a:pt x="132218" y="228779"/>
                    <a:pt x="100225" y="217406"/>
                    <a:pt x="68232" y="205323"/>
                  </a:cubicBezTo>
                  <a:cubicBezTo>
                    <a:pt x="65737" y="203735"/>
                    <a:pt x="65339" y="202941"/>
                    <a:pt x="66900" y="202941"/>
                  </a:cubicBezTo>
                  <a:cubicBezTo>
                    <a:pt x="70275" y="202941"/>
                    <a:pt x="82697" y="206571"/>
                    <a:pt x="103062" y="213860"/>
                  </a:cubicBezTo>
                  <a:cubicBezTo>
                    <a:pt x="137579" y="226170"/>
                    <a:pt x="175273" y="237430"/>
                    <a:pt x="182392" y="237430"/>
                  </a:cubicBezTo>
                  <a:cubicBezTo>
                    <a:pt x="183498" y="237430"/>
                    <a:pt x="183866" y="237174"/>
                    <a:pt x="183385" y="236607"/>
                  </a:cubicBezTo>
                  <a:cubicBezTo>
                    <a:pt x="170593" y="230197"/>
                    <a:pt x="157093" y="225234"/>
                    <a:pt x="143591" y="220951"/>
                  </a:cubicBezTo>
                  <a:cubicBezTo>
                    <a:pt x="100935" y="206741"/>
                    <a:pt x="92397" y="203196"/>
                    <a:pt x="93816" y="201069"/>
                  </a:cubicBezTo>
                  <a:cubicBezTo>
                    <a:pt x="105898" y="203905"/>
                    <a:pt x="117980" y="207451"/>
                    <a:pt x="130063" y="212442"/>
                  </a:cubicBezTo>
                  <a:cubicBezTo>
                    <a:pt x="149265" y="218824"/>
                    <a:pt x="167047" y="225234"/>
                    <a:pt x="169883" y="225234"/>
                  </a:cubicBezTo>
                  <a:cubicBezTo>
                    <a:pt x="171245" y="225773"/>
                    <a:pt x="172210" y="226113"/>
                    <a:pt x="172692" y="226113"/>
                  </a:cubicBezTo>
                  <a:cubicBezTo>
                    <a:pt x="173457" y="226113"/>
                    <a:pt x="173032" y="225262"/>
                    <a:pt x="171302" y="223107"/>
                  </a:cubicBezTo>
                  <a:cubicBezTo>
                    <a:pt x="161346" y="217406"/>
                    <a:pt x="150682" y="213151"/>
                    <a:pt x="140018" y="210287"/>
                  </a:cubicBezTo>
                  <a:cubicBezTo>
                    <a:pt x="111599" y="201069"/>
                    <a:pt x="91688" y="192532"/>
                    <a:pt x="96651" y="191823"/>
                  </a:cubicBezTo>
                  <a:cubicBezTo>
                    <a:pt x="107316" y="194659"/>
                    <a:pt x="117980" y="198204"/>
                    <a:pt x="128645" y="201778"/>
                  </a:cubicBezTo>
                  <a:cubicBezTo>
                    <a:pt x="138600" y="206032"/>
                    <a:pt x="148555" y="208869"/>
                    <a:pt x="159220" y="211024"/>
                  </a:cubicBezTo>
                  <a:cubicBezTo>
                    <a:pt x="160637" y="208159"/>
                    <a:pt x="152809" y="204614"/>
                    <a:pt x="128645" y="195368"/>
                  </a:cubicBezTo>
                  <a:cubicBezTo>
                    <a:pt x="115144" y="191114"/>
                    <a:pt x="103062" y="186122"/>
                    <a:pt x="101643" y="185413"/>
                  </a:cubicBezTo>
                  <a:cubicBezTo>
                    <a:pt x="99460" y="183966"/>
                    <a:pt x="99091" y="183257"/>
                    <a:pt x="100423" y="183257"/>
                  </a:cubicBezTo>
                  <a:cubicBezTo>
                    <a:pt x="103005" y="183257"/>
                    <a:pt x="111968" y="185952"/>
                    <a:pt x="126517" y="191114"/>
                  </a:cubicBezTo>
                  <a:lnTo>
                    <a:pt x="149265" y="198913"/>
                  </a:lnTo>
                  <a:lnTo>
                    <a:pt x="144301" y="192532"/>
                  </a:lnTo>
                  <a:cubicBezTo>
                    <a:pt x="141436" y="188277"/>
                    <a:pt x="136473" y="186122"/>
                    <a:pt x="131480" y="186122"/>
                  </a:cubicBezTo>
                  <a:cubicBezTo>
                    <a:pt x="96651" y="179031"/>
                    <a:pt x="63241" y="167658"/>
                    <a:pt x="31276" y="153420"/>
                  </a:cubicBezTo>
                  <a:cubicBezTo>
                    <a:pt x="25589" y="150938"/>
                    <a:pt x="18835" y="147611"/>
                    <a:pt x="11926" y="143982"/>
                  </a:cubicBezTo>
                  <a:lnTo>
                    <a:pt x="0" y="137371"/>
                  </a:lnTo>
                  <a:lnTo>
                    <a:pt x="0" y="132685"/>
                  </a:lnTo>
                  <a:lnTo>
                    <a:pt x="18205" y="142593"/>
                  </a:lnTo>
                  <a:cubicBezTo>
                    <a:pt x="26646" y="146861"/>
                    <a:pt x="35176" y="150952"/>
                    <a:pt x="41941" y="154157"/>
                  </a:cubicBezTo>
                  <a:cubicBezTo>
                    <a:pt x="71296" y="166637"/>
                    <a:pt x="120420" y="181329"/>
                    <a:pt x="130914" y="181329"/>
                  </a:cubicBezTo>
                  <a:cubicBezTo>
                    <a:pt x="132360" y="181329"/>
                    <a:pt x="133098" y="181045"/>
                    <a:pt x="132928" y="180449"/>
                  </a:cubicBezTo>
                  <a:cubicBezTo>
                    <a:pt x="130772" y="176167"/>
                    <a:pt x="127936" y="172621"/>
                    <a:pt x="124390" y="169076"/>
                  </a:cubicBezTo>
                  <a:cubicBezTo>
                    <a:pt x="117924" y="161447"/>
                    <a:pt x="116307" y="159631"/>
                    <a:pt x="113953" y="159631"/>
                  </a:cubicBezTo>
                  <a:cubicBezTo>
                    <a:pt x="113443" y="159631"/>
                    <a:pt x="112931" y="159716"/>
                    <a:pt x="112308" y="159830"/>
                  </a:cubicBezTo>
                  <a:cubicBezTo>
                    <a:pt x="111939" y="159943"/>
                    <a:pt x="111458" y="160000"/>
                    <a:pt x="110861" y="160000"/>
                  </a:cubicBezTo>
                  <a:cubicBezTo>
                    <a:pt x="100119" y="160000"/>
                    <a:pt x="50705" y="142690"/>
                    <a:pt x="12286" y="126557"/>
                  </a:cubicBezTo>
                  <a:lnTo>
                    <a:pt x="0" y="120936"/>
                  </a:lnTo>
                  <a:lnTo>
                    <a:pt x="0" y="113839"/>
                  </a:lnTo>
                  <a:lnTo>
                    <a:pt x="17747" y="122165"/>
                  </a:lnTo>
                  <a:cubicBezTo>
                    <a:pt x="36949" y="130673"/>
                    <a:pt x="56859" y="137792"/>
                    <a:pt x="76770" y="143493"/>
                  </a:cubicBezTo>
                  <a:cubicBezTo>
                    <a:pt x="69651" y="138501"/>
                    <a:pt x="62531" y="134956"/>
                    <a:pt x="55441" y="131411"/>
                  </a:cubicBezTo>
                  <a:cubicBezTo>
                    <a:pt x="42635" y="125355"/>
                    <a:pt x="21661" y="114336"/>
                    <a:pt x="3800" y="104562"/>
                  </a:cubicBezTo>
                  <a:lnTo>
                    <a:pt x="0" y="102427"/>
                  </a:lnTo>
                  <a:lnTo>
                    <a:pt x="0" y="97638"/>
                  </a:lnTo>
                  <a:lnTo>
                    <a:pt x="84569" y="140628"/>
                  </a:lnTo>
                  <a:cubicBezTo>
                    <a:pt x="91688" y="142784"/>
                    <a:pt x="97362" y="145620"/>
                    <a:pt x="103062" y="149875"/>
                  </a:cubicBezTo>
                  <a:cubicBezTo>
                    <a:pt x="103062" y="151293"/>
                    <a:pt x="105188" y="152711"/>
                    <a:pt x="108025" y="153420"/>
                  </a:cubicBezTo>
                  <a:cubicBezTo>
                    <a:pt x="109358" y="153930"/>
                    <a:pt x="110351" y="154242"/>
                    <a:pt x="110946" y="154242"/>
                  </a:cubicBezTo>
                  <a:cubicBezTo>
                    <a:pt x="112847" y="154242"/>
                    <a:pt x="110521" y="150981"/>
                    <a:pt x="102353" y="140628"/>
                  </a:cubicBezTo>
                  <a:cubicBezTo>
                    <a:pt x="93816" y="129964"/>
                    <a:pt x="93107" y="129964"/>
                    <a:pt x="77478" y="122874"/>
                  </a:cubicBezTo>
                  <a:cubicBezTo>
                    <a:pt x="65396" y="117173"/>
                    <a:pt x="15620" y="93008"/>
                    <a:pt x="11366" y="89462"/>
                  </a:cubicBezTo>
                  <a:cubicBezTo>
                    <a:pt x="10657" y="89462"/>
                    <a:pt x="9948" y="89462"/>
                    <a:pt x="11366" y="88044"/>
                  </a:cubicBezTo>
                  <a:cubicBezTo>
                    <a:pt x="11537" y="87562"/>
                    <a:pt x="11678" y="87222"/>
                    <a:pt x="12302" y="87222"/>
                  </a:cubicBezTo>
                  <a:cubicBezTo>
                    <a:pt x="14400" y="87222"/>
                    <a:pt x="21803" y="91136"/>
                    <a:pt x="52577" y="106508"/>
                  </a:cubicBezTo>
                  <a:cubicBezTo>
                    <a:pt x="72344" y="116378"/>
                    <a:pt x="81336" y="120775"/>
                    <a:pt x="83718" y="120775"/>
                  </a:cubicBezTo>
                  <a:cubicBezTo>
                    <a:pt x="85619" y="120775"/>
                    <a:pt x="83321" y="117967"/>
                    <a:pt x="78897" y="112918"/>
                  </a:cubicBezTo>
                  <a:cubicBezTo>
                    <a:pt x="71778" y="102963"/>
                    <a:pt x="70359" y="102254"/>
                    <a:pt x="36239" y="84471"/>
                  </a:cubicBezTo>
                  <a:cubicBezTo>
                    <a:pt x="23448" y="78798"/>
                    <a:pt x="11366" y="71679"/>
                    <a:pt x="702" y="63880"/>
                  </a:cubicBezTo>
                  <a:cubicBezTo>
                    <a:pt x="361" y="63170"/>
                    <a:pt x="417" y="62773"/>
                    <a:pt x="1127" y="62773"/>
                  </a:cubicBezTo>
                  <a:cubicBezTo>
                    <a:pt x="3282" y="62773"/>
                    <a:pt x="11281" y="66489"/>
                    <a:pt x="30567" y="76671"/>
                  </a:cubicBezTo>
                  <a:cubicBezTo>
                    <a:pt x="41941" y="83053"/>
                    <a:pt x="54023" y="89462"/>
                    <a:pt x="56859" y="90881"/>
                  </a:cubicBezTo>
                  <a:cubicBezTo>
                    <a:pt x="58589" y="91533"/>
                    <a:pt x="59809" y="91930"/>
                    <a:pt x="60433" y="91930"/>
                  </a:cubicBezTo>
                  <a:cubicBezTo>
                    <a:pt x="61879" y="91930"/>
                    <a:pt x="60376" y="89916"/>
                    <a:pt x="55441" y="84471"/>
                  </a:cubicBezTo>
                  <a:cubicBezTo>
                    <a:pt x="51158" y="78089"/>
                    <a:pt x="47613" y="75253"/>
                    <a:pt x="45486" y="75253"/>
                  </a:cubicBezTo>
                  <a:lnTo>
                    <a:pt x="0" y="57059"/>
                  </a:lnTo>
                  <a:lnTo>
                    <a:pt x="0" y="54989"/>
                  </a:lnTo>
                  <a:lnTo>
                    <a:pt x="3577" y="55998"/>
                  </a:lnTo>
                  <a:cubicBezTo>
                    <a:pt x="7465" y="57363"/>
                    <a:pt x="13139" y="59469"/>
                    <a:pt x="21321" y="62433"/>
                  </a:cubicBezTo>
                  <a:lnTo>
                    <a:pt x="44777" y="71679"/>
                  </a:lnTo>
                  <a:lnTo>
                    <a:pt x="31276" y="53924"/>
                  </a:lnTo>
                  <a:lnTo>
                    <a:pt x="17747" y="36141"/>
                  </a:lnTo>
                  <a:lnTo>
                    <a:pt x="0" y="29119"/>
                  </a:lnTo>
                  <a:lnTo>
                    <a:pt x="0" y="24967"/>
                  </a:lnTo>
                  <a:lnTo>
                    <a:pt x="12784" y="29759"/>
                  </a:lnTo>
                  <a:lnTo>
                    <a:pt x="3538" y="17649"/>
                  </a:lnTo>
                  <a:lnTo>
                    <a:pt x="0" y="12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356865" y="247240"/>
              <a:ext cx="193956" cy="478153"/>
            </a:xfrm>
            <a:custGeom>
              <a:avLst/>
              <a:gdLst/>
              <a:ahLst/>
              <a:cxnLst/>
              <a:rect l="l" t="t" r="r" b="b"/>
              <a:pathLst>
                <a:path w="193956" h="478153" extrusionOk="0">
                  <a:moveTo>
                    <a:pt x="0" y="0"/>
                  </a:moveTo>
                  <a:lnTo>
                    <a:pt x="3246" y="3708"/>
                  </a:lnTo>
                  <a:cubicBezTo>
                    <a:pt x="7975" y="9407"/>
                    <a:pt x="13288" y="16071"/>
                    <a:pt x="19194" y="23707"/>
                  </a:cubicBezTo>
                  <a:cubicBezTo>
                    <a:pt x="29830" y="36499"/>
                    <a:pt x="38367" y="47872"/>
                    <a:pt x="39076" y="47872"/>
                  </a:cubicBezTo>
                  <a:cubicBezTo>
                    <a:pt x="39189" y="47985"/>
                    <a:pt x="39274" y="48014"/>
                    <a:pt x="39360" y="48014"/>
                  </a:cubicBezTo>
                  <a:cubicBezTo>
                    <a:pt x="39984" y="48014"/>
                    <a:pt x="40608" y="46085"/>
                    <a:pt x="41204" y="43618"/>
                  </a:cubicBezTo>
                  <a:cubicBezTo>
                    <a:pt x="42848" y="37690"/>
                    <a:pt x="44465" y="35024"/>
                    <a:pt x="46393" y="35024"/>
                  </a:cubicBezTo>
                  <a:cubicBezTo>
                    <a:pt x="46989" y="35024"/>
                    <a:pt x="47641" y="35279"/>
                    <a:pt x="48322" y="35790"/>
                  </a:cubicBezTo>
                  <a:cubicBezTo>
                    <a:pt x="62531" y="50737"/>
                    <a:pt x="74614" y="67073"/>
                    <a:pt x="85988" y="84148"/>
                  </a:cubicBezTo>
                  <a:cubicBezTo>
                    <a:pt x="95319" y="97535"/>
                    <a:pt x="98438" y="100910"/>
                    <a:pt x="100821" y="100910"/>
                  </a:cubicBezTo>
                  <a:cubicBezTo>
                    <a:pt x="101332" y="100910"/>
                    <a:pt x="101843" y="100740"/>
                    <a:pt x="102353" y="100484"/>
                  </a:cubicBezTo>
                  <a:cubicBezTo>
                    <a:pt x="103062" y="100172"/>
                    <a:pt x="103799" y="100031"/>
                    <a:pt x="104565" y="100031"/>
                  </a:cubicBezTo>
                  <a:cubicBezTo>
                    <a:pt x="109075" y="100031"/>
                    <a:pt x="114549" y="105675"/>
                    <a:pt x="123682" y="119686"/>
                  </a:cubicBezTo>
                  <a:cubicBezTo>
                    <a:pt x="131480" y="130350"/>
                    <a:pt x="134345" y="133895"/>
                    <a:pt x="136473" y="133895"/>
                  </a:cubicBezTo>
                  <a:cubicBezTo>
                    <a:pt x="137096" y="133697"/>
                    <a:pt x="137664" y="133612"/>
                    <a:pt x="138202" y="133612"/>
                  </a:cubicBezTo>
                  <a:cubicBezTo>
                    <a:pt x="139507" y="133612"/>
                    <a:pt x="140642" y="134094"/>
                    <a:pt x="142146" y="134605"/>
                  </a:cubicBezTo>
                  <a:cubicBezTo>
                    <a:pt x="152100" y="145978"/>
                    <a:pt x="159928" y="159478"/>
                    <a:pt x="165601" y="173716"/>
                  </a:cubicBezTo>
                  <a:cubicBezTo>
                    <a:pt x="168466" y="181516"/>
                    <a:pt x="172011" y="187926"/>
                    <a:pt x="176265" y="194308"/>
                  </a:cubicBezTo>
                  <a:cubicBezTo>
                    <a:pt x="178420" y="196463"/>
                    <a:pt x="179839" y="199299"/>
                    <a:pt x="180548" y="201427"/>
                  </a:cubicBezTo>
                  <a:cubicBezTo>
                    <a:pt x="181257" y="204972"/>
                    <a:pt x="183385" y="207836"/>
                    <a:pt x="185511" y="207836"/>
                  </a:cubicBezTo>
                  <a:cubicBezTo>
                    <a:pt x="188348" y="208546"/>
                    <a:pt x="190503" y="210673"/>
                    <a:pt x="191922" y="213509"/>
                  </a:cubicBezTo>
                  <a:lnTo>
                    <a:pt x="193956" y="219069"/>
                  </a:lnTo>
                  <a:lnTo>
                    <a:pt x="193956" y="242397"/>
                  </a:lnTo>
                  <a:lnTo>
                    <a:pt x="188348" y="223464"/>
                  </a:lnTo>
                  <a:cubicBezTo>
                    <a:pt x="186930" y="219919"/>
                    <a:pt x="185511" y="217763"/>
                    <a:pt x="185511" y="217763"/>
                  </a:cubicBezTo>
                  <a:cubicBezTo>
                    <a:pt x="184803" y="218472"/>
                    <a:pt x="186930" y="229137"/>
                    <a:pt x="189794" y="241957"/>
                  </a:cubicBezTo>
                  <a:lnTo>
                    <a:pt x="193956" y="288691"/>
                  </a:lnTo>
                  <a:lnTo>
                    <a:pt x="193956" y="388549"/>
                  </a:lnTo>
                  <a:lnTo>
                    <a:pt x="192022" y="363712"/>
                  </a:lnTo>
                  <a:cubicBezTo>
                    <a:pt x="191212" y="349286"/>
                    <a:pt x="190503" y="332227"/>
                    <a:pt x="189794" y="311615"/>
                  </a:cubicBezTo>
                  <a:cubicBezTo>
                    <a:pt x="187638" y="259002"/>
                    <a:pt x="183385" y="225591"/>
                    <a:pt x="177712" y="222046"/>
                  </a:cubicBezTo>
                  <a:cubicBezTo>
                    <a:pt x="171302" y="212800"/>
                    <a:pt x="167047" y="202136"/>
                    <a:pt x="162765" y="192180"/>
                  </a:cubicBezTo>
                  <a:cubicBezTo>
                    <a:pt x="152809" y="165888"/>
                    <a:pt x="144301" y="148814"/>
                    <a:pt x="140018" y="145978"/>
                  </a:cubicBezTo>
                  <a:cubicBezTo>
                    <a:pt x="139819" y="145779"/>
                    <a:pt x="139592" y="145694"/>
                    <a:pt x="139337" y="145694"/>
                  </a:cubicBezTo>
                  <a:cubicBezTo>
                    <a:pt x="138600" y="145694"/>
                    <a:pt x="137692" y="146347"/>
                    <a:pt x="137182" y="147396"/>
                  </a:cubicBezTo>
                  <a:cubicBezTo>
                    <a:pt x="136132" y="148843"/>
                    <a:pt x="135055" y="149580"/>
                    <a:pt x="133863" y="149580"/>
                  </a:cubicBezTo>
                  <a:cubicBezTo>
                    <a:pt x="131027" y="149580"/>
                    <a:pt x="127708" y="145297"/>
                    <a:pt x="123682" y="136732"/>
                  </a:cubicBezTo>
                  <a:cubicBezTo>
                    <a:pt x="118689" y="126067"/>
                    <a:pt x="112308" y="116821"/>
                    <a:pt x="105898" y="107603"/>
                  </a:cubicBezTo>
                  <a:cubicBezTo>
                    <a:pt x="105188" y="107603"/>
                    <a:pt x="104480" y="108312"/>
                    <a:pt x="100935" y="109022"/>
                  </a:cubicBezTo>
                  <a:cubicBezTo>
                    <a:pt x="98098" y="110440"/>
                    <a:pt x="98098" y="111858"/>
                    <a:pt x="101643" y="121813"/>
                  </a:cubicBezTo>
                  <a:cubicBezTo>
                    <a:pt x="111599" y="151679"/>
                    <a:pt x="120107" y="182225"/>
                    <a:pt x="125808" y="212800"/>
                  </a:cubicBezTo>
                  <a:cubicBezTo>
                    <a:pt x="127936" y="224882"/>
                    <a:pt x="132928" y="261839"/>
                    <a:pt x="137182" y="295959"/>
                  </a:cubicBezTo>
                  <a:cubicBezTo>
                    <a:pt x="149265" y="389810"/>
                    <a:pt x="152809" y="405438"/>
                    <a:pt x="162765" y="415393"/>
                  </a:cubicBezTo>
                  <a:lnTo>
                    <a:pt x="167756" y="421066"/>
                  </a:lnTo>
                  <a:lnTo>
                    <a:pt x="163474" y="404020"/>
                  </a:lnTo>
                  <a:cubicBezTo>
                    <a:pt x="160637" y="395483"/>
                    <a:pt x="159928" y="387655"/>
                    <a:pt x="160637" y="387655"/>
                  </a:cubicBezTo>
                  <a:cubicBezTo>
                    <a:pt x="164183" y="393356"/>
                    <a:pt x="167047" y="399737"/>
                    <a:pt x="168466" y="406856"/>
                  </a:cubicBezTo>
                  <a:cubicBezTo>
                    <a:pt x="169883" y="416102"/>
                    <a:pt x="173429" y="423930"/>
                    <a:pt x="177712" y="431730"/>
                  </a:cubicBezTo>
                  <a:cubicBezTo>
                    <a:pt x="178789" y="432836"/>
                    <a:pt x="179612" y="433517"/>
                    <a:pt x="180123" y="433517"/>
                  </a:cubicBezTo>
                  <a:cubicBezTo>
                    <a:pt x="181569" y="433517"/>
                    <a:pt x="180491" y="427986"/>
                    <a:pt x="176265" y="411111"/>
                  </a:cubicBezTo>
                  <a:cubicBezTo>
                    <a:pt x="167332" y="375969"/>
                    <a:pt x="163049" y="354187"/>
                    <a:pt x="165374" y="354187"/>
                  </a:cubicBezTo>
                  <a:cubicBezTo>
                    <a:pt x="165459" y="354187"/>
                    <a:pt x="165515" y="354215"/>
                    <a:pt x="165601" y="354244"/>
                  </a:cubicBezTo>
                  <a:cubicBezTo>
                    <a:pt x="169174" y="361363"/>
                    <a:pt x="171302" y="369191"/>
                    <a:pt x="172720" y="376281"/>
                  </a:cubicBezTo>
                  <a:cubicBezTo>
                    <a:pt x="178060" y="403488"/>
                    <a:pt x="184595" y="427871"/>
                    <a:pt x="189923" y="440767"/>
                  </a:cubicBezTo>
                  <a:lnTo>
                    <a:pt x="193956" y="448065"/>
                  </a:lnTo>
                  <a:lnTo>
                    <a:pt x="193956" y="478153"/>
                  </a:lnTo>
                  <a:lnTo>
                    <a:pt x="183491" y="467156"/>
                  </a:lnTo>
                  <a:cubicBezTo>
                    <a:pt x="153038" y="434900"/>
                    <a:pt x="108393" y="386251"/>
                    <a:pt x="94524" y="369191"/>
                  </a:cubicBezTo>
                  <a:cubicBezTo>
                    <a:pt x="77819" y="349635"/>
                    <a:pt x="40856" y="303425"/>
                    <a:pt x="2027" y="254021"/>
                  </a:cubicBezTo>
                  <a:lnTo>
                    <a:pt x="0" y="251420"/>
                  </a:lnTo>
                  <a:lnTo>
                    <a:pt x="0" y="218317"/>
                  </a:lnTo>
                  <a:lnTo>
                    <a:pt x="3538" y="225591"/>
                  </a:lnTo>
                  <a:lnTo>
                    <a:pt x="6373" y="229137"/>
                  </a:lnTo>
                  <a:lnTo>
                    <a:pt x="4247" y="222755"/>
                  </a:lnTo>
                  <a:cubicBezTo>
                    <a:pt x="3893" y="221330"/>
                    <a:pt x="2517" y="213908"/>
                    <a:pt x="553" y="202899"/>
                  </a:cubicBezTo>
                  <a:lnTo>
                    <a:pt x="0" y="199766"/>
                  </a:lnTo>
                  <a:lnTo>
                    <a:pt x="0" y="160969"/>
                  </a:lnTo>
                  <a:lnTo>
                    <a:pt x="572" y="164683"/>
                  </a:lnTo>
                  <a:cubicBezTo>
                    <a:pt x="7938" y="209072"/>
                    <a:pt x="14202" y="236263"/>
                    <a:pt x="18456" y="242666"/>
                  </a:cubicBezTo>
                  <a:cubicBezTo>
                    <a:pt x="22172" y="248650"/>
                    <a:pt x="24582" y="252337"/>
                    <a:pt x="25717" y="252337"/>
                  </a:cubicBezTo>
                  <a:cubicBezTo>
                    <a:pt x="28099" y="252337"/>
                    <a:pt x="24980" y="236369"/>
                    <a:pt x="16329" y="192180"/>
                  </a:cubicBezTo>
                  <a:cubicBezTo>
                    <a:pt x="11011" y="165527"/>
                    <a:pt x="4480" y="128870"/>
                    <a:pt x="52" y="99620"/>
                  </a:cubicBezTo>
                  <a:lnTo>
                    <a:pt x="0" y="99243"/>
                  </a:lnTo>
                  <a:lnTo>
                    <a:pt x="0" y="38547"/>
                  </a:lnTo>
                  <a:lnTo>
                    <a:pt x="2717" y="56285"/>
                  </a:lnTo>
                  <a:cubicBezTo>
                    <a:pt x="3891" y="64003"/>
                    <a:pt x="5132" y="72221"/>
                    <a:pt x="6373" y="80574"/>
                  </a:cubicBezTo>
                  <a:cubicBezTo>
                    <a:pt x="19194" y="170852"/>
                    <a:pt x="43359" y="279622"/>
                    <a:pt x="51867" y="284585"/>
                  </a:cubicBezTo>
                  <a:cubicBezTo>
                    <a:pt x="51867" y="284018"/>
                    <a:pt x="51867" y="280104"/>
                    <a:pt x="51867" y="274630"/>
                  </a:cubicBezTo>
                  <a:cubicBezTo>
                    <a:pt x="51158" y="268958"/>
                    <a:pt x="51158" y="263966"/>
                    <a:pt x="52577" y="263966"/>
                  </a:cubicBezTo>
                  <a:cubicBezTo>
                    <a:pt x="54023" y="263966"/>
                    <a:pt x="55441" y="270376"/>
                    <a:pt x="56150" y="278204"/>
                  </a:cubicBezTo>
                  <a:cubicBezTo>
                    <a:pt x="55441" y="285294"/>
                    <a:pt x="57568" y="292414"/>
                    <a:pt x="61823" y="298086"/>
                  </a:cubicBezTo>
                  <a:cubicBezTo>
                    <a:pt x="63241" y="300242"/>
                    <a:pt x="65396" y="302369"/>
                    <a:pt x="67524" y="304496"/>
                  </a:cubicBezTo>
                  <a:cubicBezTo>
                    <a:pt x="68232" y="304496"/>
                    <a:pt x="66106" y="288868"/>
                    <a:pt x="63950" y="270376"/>
                  </a:cubicBezTo>
                  <a:cubicBezTo>
                    <a:pt x="61823" y="258293"/>
                    <a:pt x="60404" y="246920"/>
                    <a:pt x="61113" y="234838"/>
                  </a:cubicBezTo>
                  <a:cubicBezTo>
                    <a:pt x="61171" y="234809"/>
                    <a:pt x="61199" y="234781"/>
                    <a:pt x="61226" y="234781"/>
                  </a:cubicBezTo>
                  <a:cubicBezTo>
                    <a:pt x="62759" y="234781"/>
                    <a:pt x="66928" y="260591"/>
                    <a:pt x="71069" y="293122"/>
                  </a:cubicBezTo>
                  <a:cubicBezTo>
                    <a:pt x="71069" y="300951"/>
                    <a:pt x="73196" y="308041"/>
                    <a:pt x="76060" y="314451"/>
                  </a:cubicBezTo>
                  <a:cubicBezTo>
                    <a:pt x="77478" y="317287"/>
                    <a:pt x="80315" y="318706"/>
                    <a:pt x="80315" y="318706"/>
                  </a:cubicBezTo>
                  <a:cubicBezTo>
                    <a:pt x="79606" y="299532"/>
                    <a:pt x="77478" y="281040"/>
                    <a:pt x="73905" y="262548"/>
                  </a:cubicBezTo>
                  <a:cubicBezTo>
                    <a:pt x="72487" y="256166"/>
                    <a:pt x="71778" y="249756"/>
                    <a:pt x="72487" y="243375"/>
                  </a:cubicBezTo>
                  <a:cubicBezTo>
                    <a:pt x="74614" y="243375"/>
                    <a:pt x="81024" y="277495"/>
                    <a:pt x="83860" y="305205"/>
                  </a:cubicBezTo>
                  <a:cubicBezTo>
                    <a:pt x="85279" y="326534"/>
                    <a:pt x="85279" y="327952"/>
                    <a:pt x="92397" y="336489"/>
                  </a:cubicBezTo>
                  <a:lnTo>
                    <a:pt x="99516" y="345026"/>
                  </a:lnTo>
                  <a:lnTo>
                    <a:pt x="99516" y="340034"/>
                  </a:lnTo>
                  <a:cubicBezTo>
                    <a:pt x="98098" y="331497"/>
                    <a:pt x="91688" y="288868"/>
                    <a:pt x="90270" y="279622"/>
                  </a:cubicBezTo>
                  <a:cubicBezTo>
                    <a:pt x="89561" y="275339"/>
                    <a:pt x="90270" y="271794"/>
                    <a:pt x="90979" y="271794"/>
                  </a:cubicBezTo>
                  <a:cubicBezTo>
                    <a:pt x="95234" y="283876"/>
                    <a:pt x="98098" y="297377"/>
                    <a:pt x="98807" y="310197"/>
                  </a:cubicBezTo>
                  <a:cubicBezTo>
                    <a:pt x="100935" y="324406"/>
                    <a:pt x="103062" y="338616"/>
                    <a:pt x="106607" y="352117"/>
                  </a:cubicBezTo>
                  <a:cubicBezTo>
                    <a:pt x="108224" y="355350"/>
                    <a:pt x="109386" y="356910"/>
                    <a:pt x="110068" y="356910"/>
                  </a:cubicBezTo>
                  <a:cubicBezTo>
                    <a:pt x="111542" y="356910"/>
                    <a:pt x="110918" y="349961"/>
                    <a:pt x="108025" y="336489"/>
                  </a:cubicBezTo>
                  <a:cubicBezTo>
                    <a:pt x="101643" y="306623"/>
                    <a:pt x="95234" y="235547"/>
                    <a:pt x="95942" y="235547"/>
                  </a:cubicBezTo>
                  <a:cubicBezTo>
                    <a:pt x="96056" y="235490"/>
                    <a:pt x="96170" y="235462"/>
                    <a:pt x="96255" y="235462"/>
                  </a:cubicBezTo>
                  <a:cubicBezTo>
                    <a:pt x="97588" y="235462"/>
                    <a:pt x="98835" y="239574"/>
                    <a:pt x="99516" y="245502"/>
                  </a:cubicBezTo>
                  <a:cubicBezTo>
                    <a:pt x="106607" y="312324"/>
                    <a:pt x="115853" y="364908"/>
                    <a:pt x="122972" y="372736"/>
                  </a:cubicBezTo>
                  <a:lnTo>
                    <a:pt x="127227" y="377728"/>
                  </a:lnTo>
                  <a:lnTo>
                    <a:pt x="125808" y="365617"/>
                  </a:lnTo>
                  <a:cubicBezTo>
                    <a:pt x="125099" y="359236"/>
                    <a:pt x="123682" y="349280"/>
                    <a:pt x="122262" y="344317"/>
                  </a:cubicBezTo>
                  <a:cubicBezTo>
                    <a:pt x="120391" y="336886"/>
                    <a:pt x="120703" y="331100"/>
                    <a:pt x="122661" y="331100"/>
                  </a:cubicBezTo>
                  <a:cubicBezTo>
                    <a:pt x="122972" y="331100"/>
                    <a:pt x="123313" y="331242"/>
                    <a:pt x="123682" y="331497"/>
                  </a:cubicBezTo>
                  <a:cubicBezTo>
                    <a:pt x="126517" y="339325"/>
                    <a:pt x="127936" y="347862"/>
                    <a:pt x="129353" y="356399"/>
                  </a:cubicBezTo>
                  <a:cubicBezTo>
                    <a:pt x="132928" y="382691"/>
                    <a:pt x="135055" y="386237"/>
                    <a:pt x="142146" y="393356"/>
                  </a:cubicBezTo>
                  <a:lnTo>
                    <a:pt x="147137" y="398319"/>
                  </a:lnTo>
                  <a:lnTo>
                    <a:pt x="145010" y="391938"/>
                  </a:lnTo>
                  <a:cubicBezTo>
                    <a:pt x="142146" y="381982"/>
                    <a:pt x="138600" y="351407"/>
                    <a:pt x="129353" y="285294"/>
                  </a:cubicBezTo>
                  <a:cubicBezTo>
                    <a:pt x="123682" y="234838"/>
                    <a:pt x="114436" y="185090"/>
                    <a:pt x="100225" y="136732"/>
                  </a:cubicBezTo>
                  <a:cubicBezTo>
                    <a:pt x="94780" y="116991"/>
                    <a:pt x="84768" y="94670"/>
                    <a:pt x="82669" y="94670"/>
                  </a:cubicBezTo>
                  <a:cubicBezTo>
                    <a:pt x="82584" y="94670"/>
                    <a:pt x="82499" y="94698"/>
                    <a:pt x="82442" y="94812"/>
                  </a:cubicBezTo>
                  <a:cubicBezTo>
                    <a:pt x="83860" y="101193"/>
                    <a:pt x="85988" y="106894"/>
                    <a:pt x="88143" y="112567"/>
                  </a:cubicBezTo>
                  <a:cubicBezTo>
                    <a:pt x="95942" y="134605"/>
                    <a:pt x="122972" y="295959"/>
                    <a:pt x="120107" y="299532"/>
                  </a:cubicBezTo>
                  <a:cubicBezTo>
                    <a:pt x="119767" y="300100"/>
                    <a:pt x="119455" y="300412"/>
                    <a:pt x="119115" y="300412"/>
                  </a:cubicBezTo>
                  <a:cubicBezTo>
                    <a:pt x="117442" y="300412"/>
                    <a:pt x="115881" y="291960"/>
                    <a:pt x="112308" y="267540"/>
                  </a:cubicBezTo>
                  <a:cubicBezTo>
                    <a:pt x="103062" y="203554"/>
                    <a:pt x="88852" y="132477"/>
                    <a:pt x="81024" y="110440"/>
                  </a:cubicBezTo>
                  <a:cubicBezTo>
                    <a:pt x="73196" y="89111"/>
                    <a:pt x="57568" y="54282"/>
                    <a:pt x="53314" y="51446"/>
                  </a:cubicBezTo>
                  <a:cubicBezTo>
                    <a:pt x="51867" y="50737"/>
                    <a:pt x="50450" y="49319"/>
                    <a:pt x="49740" y="47872"/>
                  </a:cubicBezTo>
                  <a:cubicBezTo>
                    <a:pt x="49315" y="47220"/>
                    <a:pt x="48861" y="46908"/>
                    <a:pt x="48407" y="46908"/>
                  </a:cubicBezTo>
                  <a:cubicBezTo>
                    <a:pt x="47386" y="46908"/>
                    <a:pt x="46251" y="48496"/>
                    <a:pt x="44777" y="51446"/>
                  </a:cubicBezTo>
                  <a:cubicBezTo>
                    <a:pt x="42649" y="56409"/>
                    <a:pt x="41204" y="57827"/>
                    <a:pt x="39076" y="57827"/>
                  </a:cubicBezTo>
                  <a:cubicBezTo>
                    <a:pt x="29830" y="48581"/>
                    <a:pt x="22030" y="38654"/>
                    <a:pt x="14911" y="28699"/>
                  </a:cubicBezTo>
                  <a:lnTo>
                    <a:pt x="15620" y="28699"/>
                  </a:lnTo>
                  <a:cubicBezTo>
                    <a:pt x="9579" y="20871"/>
                    <a:pt x="4070" y="13759"/>
                    <a:pt x="71" y="8604"/>
                  </a:cubicBezTo>
                  <a:lnTo>
                    <a:pt x="0" y="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550821" y="466309"/>
              <a:ext cx="81357" cy="361277"/>
            </a:xfrm>
            <a:custGeom>
              <a:avLst/>
              <a:gdLst/>
              <a:ahLst/>
              <a:cxnLst/>
              <a:rect l="l" t="t" r="r" b="b"/>
              <a:pathLst>
                <a:path w="81357" h="361277" extrusionOk="0">
                  <a:moveTo>
                    <a:pt x="0" y="0"/>
                  </a:moveTo>
                  <a:lnTo>
                    <a:pt x="19294" y="52725"/>
                  </a:lnTo>
                  <a:cubicBezTo>
                    <a:pt x="21421" y="61971"/>
                    <a:pt x="24967" y="70508"/>
                    <a:pt x="29249" y="78308"/>
                  </a:cubicBezTo>
                  <a:cubicBezTo>
                    <a:pt x="37048" y="92546"/>
                    <a:pt x="47713" y="147285"/>
                    <a:pt x="52705" y="199160"/>
                  </a:cubicBezTo>
                  <a:cubicBezTo>
                    <a:pt x="56250" y="242526"/>
                    <a:pt x="62661" y="270237"/>
                    <a:pt x="73296" y="294430"/>
                  </a:cubicBezTo>
                  <a:cubicBezTo>
                    <a:pt x="74544" y="297089"/>
                    <a:pt x="75613" y="299218"/>
                    <a:pt x="77147" y="301482"/>
                  </a:cubicBezTo>
                  <a:lnTo>
                    <a:pt x="81357" y="306462"/>
                  </a:lnTo>
                  <a:lnTo>
                    <a:pt x="81357" y="336042"/>
                  </a:lnTo>
                  <a:lnTo>
                    <a:pt x="67981" y="324094"/>
                  </a:lnTo>
                  <a:cubicBezTo>
                    <a:pt x="48075" y="306144"/>
                    <a:pt x="30653" y="290147"/>
                    <a:pt x="27802" y="287311"/>
                  </a:cubicBezTo>
                  <a:cubicBezTo>
                    <a:pt x="26922" y="285950"/>
                    <a:pt x="25732" y="285467"/>
                    <a:pt x="24796" y="285467"/>
                  </a:cubicBezTo>
                  <a:cubicBezTo>
                    <a:pt x="24257" y="285467"/>
                    <a:pt x="23803" y="285637"/>
                    <a:pt x="23547" y="285893"/>
                  </a:cubicBezTo>
                  <a:lnTo>
                    <a:pt x="23547" y="286602"/>
                  </a:lnTo>
                  <a:cubicBezTo>
                    <a:pt x="23037" y="287112"/>
                    <a:pt x="21846" y="287594"/>
                    <a:pt x="20172" y="287594"/>
                  </a:cubicBezTo>
                  <a:cubicBezTo>
                    <a:pt x="19464" y="287594"/>
                    <a:pt x="18698" y="287509"/>
                    <a:pt x="17876" y="287311"/>
                  </a:cubicBezTo>
                  <a:cubicBezTo>
                    <a:pt x="16797" y="287056"/>
                    <a:pt x="16003" y="286885"/>
                    <a:pt x="15465" y="286885"/>
                  </a:cubicBezTo>
                  <a:cubicBezTo>
                    <a:pt x="13140" y="286885"/>
                    <a:pt x="16231" y="290090"/>
                    <a:pt x="27802" y="302230"/>
                  </a:cubicBezTo>
                  <a:lnTo>
                    <a:pt x="81357" y="348381"/>
                  </a:lnTo>
                  <a:lnTo>
                    <a:pt x="81357" y="361277"/>
                  </a:lnTo>
                  <a:lnTo>
                    <a:pt x="64787" y="347723"/>
                  </a:lnTo>
                  <a:lnTo>
                    <a:pt x="44876" y="329968"/>
                  </a:lnTo>
                  <a:lnTo>
                    <a:pt x="23547" y="329968"/>
                  </a:lnTo>
                  <a:lnTo>
                    <a:pt x="0" y="327688"/>
                  </a:lnTo>
                  <a:lnTo>
                    <a:pt x="0" y="321832"/>
                  </a:lnTo>
                  <a:lnTo>
                    <a:pt x="20712" y="323558"/>
                  </a:lnTo>
                  <a:cubicBezTo>
                    <a:pt x="37048" y="323558"/>
                    <a:pt x="37758" y="323558"/>
                    <a:pt x="34921" y="320013"/>
                  </a:cubicBezTo>
                  <a:cubicBezTo>
                    <a:pt x="28511" y="313603"/>
                    <a:pt x="20712" y="309348"/>
                    <a:pt x="801" y="302230"/>
                  </a:cubicBezTo>
                  <a:lnTo>
                    <a:pt x="0" y="302020"/>
                  </a:lnTo>
                  <a:lnTo>
                    <a:pt x="0" y="298280"/>
                  </a:lnTo>
                  <a:lnTo>
                    <a:pt x="2929" y="299393"/>
                  </a:lnTo>
                  <a:cubicBezTo>
                    <a:pt x="9140" y="301464"/>
                    <a:pt x="12713" y="302570"/>
                    <a:pt x="14301" y="302570"/>
                  </a:cubicBezTo>
                  <a:cubicBezTo>
                    <a:pt x="15465" y="302570"/>
                    <a:pt x="15606" y="302003"/>
                    <a:pt x="15011" y="300811"/>
                  </a:cubicBezTo>
                  <a:cubicBezTo>
                    <a:pt x="12742" y="297890"/>
                    <a:pt x="9870" y="295557"/>
                    <a:pt x="6672" y="293955"/>
                  </a:cubicBezTo>
                  <a:lnTo>
                    <a:pt x="0" y="292351"/>
                  </a:lnTo>
                  <a:lnTo>
                    <a:pt x="0" y="272661"/>
                  </a:lnTo>
                  <a:lnTo>
                    <a:pt x="5776" y="278150"/>
                  </a:lnTo>
                  <a:cubicBezTo>
                    <a:pt x="8799" y="280546"/>
                    <a:pt x="11111" y="281610"/>
                    <a:pt x="14301" y="282319"/>
                  </a:cubicBezTo>
                  <a:cubicBezTo>
                    <a:pt x="16826" y="282830"/>
                    <a:pt x="19322" y="283340"/>
                    <a:pt x="20853" y="283340"/>
                  </a:cubicBezTo>
                  <a:cubicBezTo>
                    <a:pt x="21478" y="283340"/>
                    <a:pt x="21931" y="283255"/>
                    <a:pt x="22130" y="283056"/>
                  </a:cubicBezTo>
                  <a:cubicBezTo>
                    <a:pt x="22130" y="282319"/>
                    <a:pt x="18584" y="278065"/>
                    <a:pt x="13593" y="273101"/>
                  </a:cubicBezTo>
                  <a:cubicBezTo>
                    <a:pt x="10927" y="270435"/>
                    <a:pt x="7450" y="266869"/>
                    <a:pt x="3371" y="262626"/>
                  </a:cubicBezTo>
                  <a:lnTo>
                    <a:pt x="0" y="259084"/>
                  </a:lnTo>
                  <a:lnTo>
                    <a:pt x="0" y="228996"/>
                  </a:lnTo>
                  <a:lnTo>
                    <a:pt x="801" y="230444"/>
                  </a:lnTo>
                  <a:lnTo>
                    <a:pt x="5765" y="235407"/>
                  </a:lnTo>
                  <a:lnTo>
                    <a:pt x="1510" y="221907"/>
                  </a:lnTo>
                  <a:lnTo>
                    <a:pt x="0" y="213977"/>
                  </a:lnTo>
                  <a:lnTo>
                    <a:pt x="0" y="196097"/>
                  </a:lnTo>
                  <a:lnTo>
                    <a:pt x="5499" y="217887"/>
                  </a:lnTo>
                  <a:cubicBezTo>
                    <a:pt x="9976" y="233869"/>
                    <a:pt x="14373" y="246242"/>
                    <a:pt x="16118" y="246242"/>
                  </a:cubicBezTo>
                  <a:cubicBezTo>
                    <a:pt x="16231" y="246242"/>
                    <a:pt x="16344" y="246185"/>
                    <a:pt x="16429" y="246072"/>
                  </a:cubicBezTo>
                  <a:cubicBezTo>
                    <a:pt x="15011" y="239690"/>
                    <a:pt x="12884" y="233989"/>
                    <a:pt x="10756" y="228317"/>
                  </a:cubicBezTo>
                  <a:cubicBezTo>
                    <a:pt x="6133" y="214448"/>
                    <a:pt x="3112" y="201117"/>
                    <a:pt x="894" y="180948"/>
                  </a:cubicBezTo>
                  <a:lnTo>
                    <a:pt x="0" y="169480"/>
                  </a:lnTo>
                  <a:lnTo>
                    <a:pt x="0" y="69622"/>
                  </a:lnTo>
                  <a:lnTo>
                    <a:pt x="2929" y="102501"/>
                  </a:lnTo>
                  <a:cubicBezTo>
                    <a:pt x="4346" y="133047"/>
                    <a:pt x="6503" y="168585"/>
                    <a:pt x="7211" y="180668"/>
                  </a:cubicBezTo>
                  <a:cubicBezTo>
                    <a:pt x="11466" y="215525"/>
                    <a:pt x="25675" y="257445"/>
                    <a:pt x="38467" y="268818"/>
                  </a:cubicBezTo>
                  <a:cubicBezTo>
                    <a:pt x="42041" y="272392"/>
                    <a:pt x="45586" y="275937"/>
                    <a:pt x="47004" y="277356"/>
                  </a:cubicBezTo>
                  <a:cubicBezTo>
                    <a:pt x="47117" y="277469"/>
                    <a:pt x="47230" y="277526"/>
                    <a:pt x="47288" y="277526"/>
                  </a:cubicBezTo>
                  <a:cubicBezTo>
                    <a:pt x="48053" y="277526"/>
                    <a:pt x="45983" y="270804"/>
                    <a:pt x="42749" y="261728"/>
                  </a:cubicBezTo>
                  <a:cubicBezTo>
                    <a:pt x="37048" y="247490"/>
                    <a:pt x="32794" y="233280"/>
                    <a:pt x="29249" y="218362"/>
                  </a:cubicBezTo>
                  <a:cubicBezTo>
                    <a:pt x="22839" y="190623"/>
                    <a:pt x="12884" y="107464"/>
                    <a:pt x="15720" y="105337"/>
                  </a:cubicBezTo>
                  <a:cubicBezTo>
                    <a:pt x="19294" y="121674"/>
                    <a:pt x="22130" y="138039"/>
                    <a:pt x="23547" y="154376"/>
                  </a:cubicBezTo>
                  <a:cubicBezTo>
                    <a:pt x="29958" y="201996"/>
                    <a:pt x="35630" y="229735"/>
                    <a:pt x="43459" y="251064"/>
                  </a:cubicBezTo>
                  <a:cubicBezTo>
                    <a:pt x="44565" y="254354"/>
                    <a:pt x="45217" y="256169"/>
                    <a:pt x="45529" y="256169"/>
                  </a:cubicBezTo>
                  <a:cubicBezTo>
                    <a:pt x="45983" y="256169"/>
                    <a:pt x="45472" y="251574"/>
                    <a:pt x="44167" y="241108"/>
                  </a:cubicBezTo>
                  <a:cubicBezTo>
                    <a:pt x="35630" y="182114"/>
                    <a:pt x="34213" y="170032"/>
                    <a:pt x="30667" y="145130"/>
                  </a:cubicBezTo>
                  <a:cubicBezTo>
                    <a:pt x="29249" y="135174"/>
                    <a:pt x="28511" y="125247"/>
                    <a:pt x="29249" y="116001"/>
                  </a:cubicBezTo>
                  <a:cubicBezTo>
                    <a:pt x="32085" y="112428"/>
                    <a:pt x="23547" y="82590"/>
                    <a:pt x="18584" y="79017"/>
                  </a:cubicBezTo>
                  <a:cubicBezTo>
                    <a:pt x="15720" y="77598"/>
                    <a:pt x="12884" y="69799"/>
                    <a:pt x="9338" y="54852"/>
                  </a:cubicBezTo>
                  <a:lnTo>
                    <a:pt x="0" y="23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632178" y="772771"/>
              <a:ext cx="86499" cy="96483"/>
            </a:xfrm>
            <a:custGeom>
              <a:avLst/>
              <a:gdLst/>
              <a:ahLst/>
              <a:cxnLst/>
              <a:rect l="l" t="t" r="r" b="b"/>
              <a:pathLst>
                <a:path w="86499" h="96483" extrusionOk="0">
                  <a:moveTo>
                    <a:pt x="0" y="0"/>
                  </a:moveTo>
                  <a:lnTo>
                    <a:pt x="2436" y="2883"/>
                  </a:lnTo>
                  <a:cubicBezTo>
                    <a:pt x="8658" y="9282"/>
                    <a:pt x="19323" y="18883"/>
                    <a:pt x="39588" y="37006"/>
                  </a:cubicBezTo>
                  <a:lnTo>
                    <a:pt x="82217" y="74672"/>
                  </a:lnTo>
                  <a:lnTo>
                    <a:pt x="84372" y="83209"/>
                  </a:lnTo>
                  <a:lnTo>
                    <a:pt x="86499" y="92455"/>
                  </a:lnTo>
                  <a:lnTo>
                    <a:pt x="77963" y="95291"/>
                  </a:lnTo>
                  <a:cubicBezTo>
                    <a:pt x="75040" y="96114"/>
                    <a:pt x="72148" y="96483"/>
                    <a:pt x="69227" y="96483"/>
                  </a:cubicBezTo>
                  <a:cubicBezTo>
                    <a:pt x="67156" y="96483"/>
                    <a:pt x="65086" y="96284"/>
                    <a:pt x="63043" y="96000"/>
                  </a:cubicBezTo>
                  <a:cubicBezTo>
                    <a:pt x="54514" y="93873"/>
                    <a:pt x="27987" y="76542"/>
                    <a:pt x="4764" y="58712"/>
                  </a:cubicBezTo>
                  <a:lnTo>
                    <a:pt x="0" y="54815"/>
                  </a:lnTo>
                  <a:lnTo>
                    <a:pt x="0" y="41918"/>
                  </a:lnTo>
                  <a:lnTo>
                    <a:pt x="28924" y="66844"/>
                  </a:lnTo>
                  <a:cubicBezTo>
                    <a:pt x="49260" y="81224"/>
                    <a:pt x="62533" y="89023"/>
                    <a:pt x="65822" y="89023"/>
                  </a:cubicBezTo>
                  <a:cubicBezTo>
                    <a:pt x="66447" y="89023"/>
                    <a:pt x="66702" y="88740"/>
                    <a:pt x="66589" y="88172"/>
                  </a:cubicBezTo>
                  <a:cubicBezTo>
                    <a:pt x="66589" y="87463"/>
                    <a:pt x="55216" y="77508"/>
                    <a:pt x="41715" y="66135"/>
                  </a:cubicBezTo>
                  <a:cubicBezTo>
                    <a:pt x="35319" y="60810"/>
                    <a:pt x="26523" y="53171"/>
                    <a:pt x="16838" y="44620"/>
                  </a:cubicBezTo>
                  <a:lnTo>
                    <a:pt x="0" y="29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7" name="Google Shape;29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852" y="7507817"/>
            <a:ext cx="1655233" cy="19134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3"/>
          <p:cNvGrpSpPr/>
          <p:nvPr/>
        </p:nvGrpSpPr>
        <p:grpSpPr>
          <a:xfrm>
            <a:off x="10205721" y="5440680"/>
            <a:ext cx="1064260" cy="1021080"/>
            <a:chOff x="0" y="0"/>
            <a:chExt cx="798472" cy="766140"/>
          </a:xfrm>
        </p:grpSpPr>
        <p:sp>
          <p:nvSpPr>
            <p:cNvPr id="299" name="Google Shape;299;p3"/>
            <p:cNvSpPr/>
            <p:nvPr/>
          </p:nvSpPr>
          <p:spPr>
            <a:xfrm>
              <a:off x="0" y="0"/>
              <a:ext cx="89815" cy="82055"/>
            </a:xfrm>
            <a:custGeom>
              <a:avLst/>
              <a:gdLst/>
              <a:ahLst/>
              <a:cxnLst/>
              <a:rect l="l" t="t" r="r" b="b"/>
              <a:pathLst>
                <a:path w="89815" h="82055" extrusionOk="0">
                  <a:moveTo>
                    <a:pt x="21601" y="0"/>
                  </a:moveTo>
                  <a:cubicBezTo>
                    <a:pt x="29961" y="1043"/>
                    <a:pt x="57916" y="15017"/>
                    <a:pt x="82536" y="29879"/>
                  </a:cubicBezTo>
                  <a:lnTo>
                    <a:pt x="89815" y="34605"/>
                  </a:lnTo>
                  <a:lnTo>
                    <a:pt x="89815" y="47032"/>
                  </a:lnTo>
                  <a:lnTo>
                    <a:pt x="57129" y="25076"/>
                  </a:lnTo>
                  <a:cubicBezTo>
                    <a:pt x="36613" y="13677"/>
                    <a:pt x="23074" y="7395"/>
                    <a:pt x="19599" y="7395"/>
                  </a:cubicBezTo>
                  <a:cubicBezTo>
                    <a:pt x="18821" y="7395"/>
                    <a:pt x="18543" y="7728"/>
                    <a:pt x="18793" y="8340"/>
                  </a:cubicBezTo>
                  <a:cubicBezTo>
                    <a:pt x="18793" y="9063"/>
                    <a:pt x="30636" y="17402"/>
                    <a:pt x="45286" y="27160"/>
                  </a:cubicBezTo>
                  <a:cubicBezTo>
                    <a:pt x="52076" y="31692"/>
                    <a:pt x="61525" y="38138"/>
                    <a:pt x="71965" y="45335"/>
                  </a:cubicBezTo>
                  <a:lnTo>
                    <a:pt x="89815" y="57740"/>
                  </a:lnTo>
                  <a:lnTo>
                    <a:pt x="89815" y="82055"/>
                  </a:lnTo>
                  <a:lnTo>
                    <a:pt x="77347" y="72835"/>
                  </a:lnTo>
                  <a:cubicBezTo>
                    <a:pt x="70878" y="68275"/>
                    <a:pt x="62515" y="62529"/>
                    <a:pt x="51541" y="55044"/>
                  </a:cubicBezTo>
                  <a:lnTo>
                    <a:pt x="5560" y="22990"/>
                  </a:lnTo>
                  <a:lnTo>
                    <a:pt x="2780" y="15318"/>
                  </a:lnTo>
                  <a:lnTo>
                    <a:pt x="0" y="6255"/>
                  </a:lnTo>
                  <a:lnTo>
                    <a:pt x="6950" y="2780"/>
                  </a:lnTo>
                  <a:cubicBezTo>
                    <a:pt x="11843" y="695"/>
                    <a:pt x="16708" y="0"/>
                    <a:pt x="2160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89815" y="34605"/>
              <a:ext cx="84045" cy="270537"/>
            </a:xfrm>
            <a:custGeom>
              <a:avLst/>
              <a:gdLst/>
              <a:ahLst/>
              <a:cxnLst/>
              <a:rect l="l" t="t" r="r" b="b"/>
              <a:pathLst>
                <a:path w="84045" h="270537" extrusionOk="0">
                  <a:moveTo>
                    <a:pt x="0" y="0"/>
                  </a:moveTo>
                  <a:lnTo>
                    <a:pt x="15381" y="9986"/>
                  </a:lnTo>
                  <a:lnTo>
                    <a:pt x="36981" y="24609"/>
                  </a:lnTo>
                  <a:lnTo>
                    <a:pt x="58582" y="22524"/>
                  </a:lnTo>
                  <a:lnTo>
                    <a:pt x="84045" y="21301"/>
                  </a:lnTo>
                  <a:lnTo>
                    <a:pt x="84045" y="27682"/>
                  </a:lnTo>
                  <a:lnTo>
                    <a:pt x="61362" y="28779"/>
                  </a:lnTo>
                  <a:cubicBezTo>
                    <a:pt x="45349" y="30197"/>
                    <a:pt x="43959" y="30892"/>
                    <a:pt x="47434" y="33672"/>
                  </a:cubicBezTo>
                  <a:cubicBezTo>
                    <a:pt x="54412" y="39232"/>
                    <a:pt x="62752" y="42735"/>
                    <a:pt x="83657" y="46905"/>
                  </a:cubicBezTo>
                  <a:lnTo>
                    <a:pt x="84045" y="46960"/>
                  </a:lnTo>
                  <a:lnTo>
                    <a:pt x="84045" y="50362"/>
                  </a:lnTo>
                  <a:lnTo>
                    <a:pt x="80877" y="49685"/>
                  </a:lnTo>
                  <a:cubicBezTo>
                    <a:pt x="74900" y="48573"/>
                    <a:pt x="71342" y="47850"/>
                    <a:pt x="69618" y="47850"/>
                  </a:cubicBezTo>
                  <a:cubicBezTo>
                    <a:pt x="68145" y="47850"/>
                    <a:pt x="68062" y="48406"/>
                    <a:pt x="69035" y="49685"/>
                  </a:cubicBezTo>
                  <a:lnTo>
                    <a:pt x="84045" y="56181"/>
                  </a:lnTo>
                  <a:lnTo>
                    <a:pt x="84045" y="72849"/>
                  </a:lnTo>
                  <a:lnTo>
                    <a:pt x="81312" y="70767"/>
                  </a:lnTo>
                  <a:cubicBezTo>
                    <a:pt x="78091" y="68853"/>
                    <a:pt x="75651" y="68158"/>
                    <a:pt x="72510" y="67810"/>
                  </a:cubicBezTo>
                  <a:cubicBezTo>
                    <a:pt x="70786" y="67449"/>
                    <a:pt x="69035" y="67282"/>
                    <a:pt x="67645" y="67282"/>
                  </a:cubicBezTo>
                  <a:cubicBezTo>
                    <a:pt x="66255" y="67282"/>
                    <a:pt x="65198" y="67449"/>
                    <a:pt x="64865" y="67810"/>
                  </a:cubicBezTo>
                  <a:cubicBezTo>
                    <a:pt x="64865" y="68505"/>
                    <a:pt x="68340" y="72675"/>
                    <a:pt x="73900" y="76873"/>
                  </a:cubicBezTo>
                  <a:lnTo>
                    <a:pt x="84045" y="85043"/>
                  </a:lnTo>
                  <a:lnTo>
                    <a:pt x="84045" y="119289"/>
                  </a:lnTo>
                  <a:lnTo>
                    <a:pt x="80652" y="111505"/>
                  </a:lnTo>
                  <a:cubicBezTo>
                    <a:pt x="78294" y="106700"/>
                    <a:pt x="76485" y="103783"/>
                    <a:pt x="75651" y="103783"/>
                  </a:cubicBezTo>
                  <a:cubicBezTo>
                    <a:pt x="75512" y="103783"/>
                    <a:pt x="75401" y="103867"/>
                    <a:pt x="75317" y="104034"/>
                  </a:cubicBezTo>
                  <a:cubicBezTo>
                    <a:pt x="77402" y="110317"/>
                    <a:pt x="79487" y="115181"/>
                    <a:pt x="82267" y="120769"/>
                  </a:cubicBezTo>
                  <a:lnTo>
                    <a:pt x="84045" y="125035"/>
                  </a:lnTo>
                  <a:lnTo>
                    <a:pt x="84045" y="147171"/>
                  </a:lnTo>
                  <a:lnTo>
                    <a:pt x="72520" y="115362"/>
                  </a:lnTo>
                  <a:cubicBezTo>
                    <a:pt x="65031" y="100204"/>
                    <a:pt x="56844" y="88007"/>
                    <a:pt x="50214" y="83128"/>
                  </a:cubicBezTo>
                  <a:cubicBezTo>
                    <a:pt x="46739" y="81043"/>
                    <a:pt x="42569" y="77568"/>
                    <a:pt x="41179" y="76178"/>
                  </a:cubicBezTo>
                  <a:cubicBezTo>
                    <a:pt x="40984" y="76039"/>
                    <a:pt x="40845" y="75983"/>
                    <a:pt x="40734" y="75983"/>
                  </a:cubicBezTo>
                  <a:cubicBezTo>
                    <a:pt x="39678" y="75983"/>
                    <a:pt x="42986" y="82517"/>
                    <a:pt x="47434" y="90801"/>
                  </a:cubicBezTo>
                  <a:cubicBezTo>
                    <a:pt x="54412" y="104034"/>
                    <a:pt x="59972" y="117961"/>
                    <a:pt x="65560" y="131222"/>
                  </a:cubicBezTo>
                  <a:cubicBezTo>
                    <a:pt x="70091" y="144802"/>
                    <a:pt x="77402" y="171448"/>
                    <a:pt x="83234" y="195051"/>
                  </a:cubicBezTo>
                  <a:lnTo>
                    <a:pt x="84045" y="198604"/>
                  </a:lnTo>
                  <a:lnTo>
                    <a:pt x="84045" y="213457"/>
                  </a:lnTo>
                  <a:lnTo>
                    <a:pt x="78097" y="193216"/>
                  </a:lnTo>
                  <a:cubicBezTo>
                    <a:pt x="66255" y="147930"/>
                    <a:pt x="57887" y="121464"/>
                    <a:pt x="47434" y="101254"/>
                  </a:cubicBezTo>
                  <a:cubicBezTo>
                    <a:pt x="46128" y="98613"/>
                    <a:pt x="45293" y="97084"/>
                    <a:pt x="45015" y="97084"/>
                  </a:cubicBezTo>
                  <a:cubicBezTo>
                    <a:pt x="44543" y="97084"/>
                    <a:pt x="45516" y="101281"/>
                    <a:pt x="48129" y="111706"/>
                  </a:cubicBezTo>
                  <a:cubicBezTo>
                    <a:pt x="63475" y="168140"/>
                    <a:pt x="66255" y="179288"/>
                    <a:pt x="71815" y="202974"/>
                  </a:cubicBezTo>
                  <a:cubicBezTo>
                    <a:pt x="75317" y="212037"/>
                    <a:pt x="76707" y="221795"/>
                    <a:pt x="76707" y="231553"/>
                  </a:cubicBezTo>
                  <a:cubicBezTo>
                    <a:pt x="75665" y="233290"/>
                    <a:pt x="78104" y="241129"/>
                    <a:pt x="81499" y="248882"/>
                  </a:cubicBezTo>
                  <a:lnTo>
                    <a:pt x="84045" y="253882"/>
                  </a:lnTo>
                  <a:lnTo>
                    <a:pt x="84045" y="270537"/>
                  </a:lnTo>
                  <a:lnTo>
                    <a:pt x="82267" y="267081"/>
                  </a:lnTo>
                  <a:cubicBezTo>
                    <a:pt x="72510" y="255238"/>
                    <a:pt x="55802" y="202974"/>
                    <a:pt x="45349" y="152823"/>
                  </a:cubicBezTo>
                  <a:cubicBezTo>
                    <a:pt x="36286" y="110317"/>
                    <a:pt x="27223" y="84518"/>
                    <a:pt x="13991" y="62222"/>
                  </a:cubicBezTo>
                  <a:cubicBezTo>
                    <a:pt x="10863" y="57357"/>
                    <a:pt x="8771" y="54397"/>
                    <a:pt x="1974" y="48910"/>
                  </a:cubicBezTo>
                  <a:lnTo>
                    <a:pt x="0" y="47450"/>
                  </a:lnTo>
                  <a:lnTo>
                    <a:pt x="0" y="23135"/>
                  </a:lnTo>
                  <a:lnTo>
                    <a:pt x="14779" y="33408"/>
                  </a:lnTo>
                  <a:cubicBezTo>
                    <a:pt x="36293" y="48475"/>
                    <a:pt x="55107" y="61889"/>
                    <a:pt x="57887" y="64335"/>
                  </a:cubicBezTo>
                  <a:cubicBezTo>
                    <a:pt x="59193" y="65197"/>
                    <a:pt x="60194" y="65781"/>
                    <a:pt x="60973" y="65781"/>
                  </a:cubicBezTo>
                  <a:cubicBezTo>
                    <a:pt x="61445" y="65781"/>
                    <a:pt x="61807" y="65558"/>
                    <a:pt x="62057" y="65030"/>
                  </a:cubicBezTo>
                  <a:cubicBezTo>
                    <a:pt x="62752" y="63640"/>
                    <a:pt x="64865" y="63640"/>
                    <a:pt x="67645" y="63640"/>
                  </a:cubicBezTo>
                  <a:cubicBezTo>
                    <a:pt x="68451" y="63724"/>
                    <a:pt x="69146" y="63779"/>
                    <a:pt x="69674" y="63779"/>
                  </a:cubicBezTo>
                  <a:cubicBezTo>
                    <a:pt x="73316" y="63779"/>
                    <a:pt x="70425" y="61305"/>
                    <a:pt x="56497" y="50380"/>
                  </a:cubicBezTo>
                  <a:lnTo>
                    <a:pt x="0" y="12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173860" y="233209"/>
              <a:ext cx="8675" cy="42011"/>
            </a:xfrm>
            <a:custGeom>
              <a:avLst/>
              <a:gdLst/>
              <a:ahLst/>
              <a:cxnLst/>
              <a:rect l="l" t="t" r="r" b="b"/>
              <a:pathLst>
                <a:path w="8675" h="42011" extrusionOk="0">
                  <a:moveTo>
                    <a:pt x="0" y="0"/>
                  </a:moveTo>
                  <a:lnTo>
                    <a:pt x="6292" y="27553"/>
                  </a:lnTo>
                  <a:cubicBezTo>
                    <a:pt x="7935" y="35818"/>
                    <a:pt x="8675" y="41309"/>
                    <a:pt x="7980" y="42011"/>
                  </a:cubicBezTo>
                  <a:lnTo>
                    <a:pt x="0" y="14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73860" y="159640"/>
              <a:ext cx="65541" cy="252049"/>
            </a:xfrm>
            <a:custGeom>
              <a:avLst/>
              <a:gdLst/>
              <a:ahLst/>
              <a:cxnLst/>
              <a:rect l="l" t="t" r="r" b="b"/>
              <a:pathLst>
                <a:path w="65541" h="252049" extrusionOk="0">
                  <a:moveTo>
                    <a:pt x="0" y="0"/>
                  </a:moveTo>
                  <a:lnTo>
                    <a:pt x="6540" y="15694"/>
                  </a:lnTo>
                  <a:cubicBezTo>
                    <a:pt x="13989" y="37179"/>
                    <a:pt x="19482" y="65915"/>
                    <a:pt x="28886" y="126005"/>
                  </a:cubicBezTo>
                  <a:cubicBezTo>
                    <a:pt x="36559" y="176879"/>
                    <a:pt x="44899" y="208237"/>
                    <a:pt x="51181" y="211712"/>
                  </a:cubicBezTo>
                  <a:lnTo>
                    <a:pt x="65541" y="234683"/>
                  </a:lnTo>
                  <a:lnTo>
                    <a:pt x="65541" y="252049"/>
                  </a:lnTo>
                  <a:lnTo>
                    <a:pt x="55351" y="236788"/>
                  </a:lnTo>
                  <a:cubicBezTo>
                    <a:pt x="53266" y="235398"/>
                    <a:pt x="51876" y="233313"/>
                    <a:pt x="50486" y="230533"/>
                  </a:cubicBezTo>
                  <a:cubicBezTo>
                    <a:pt x="49096" y="227058"/>
                    <a:pt x="47011" y="224945"/>
                    <a:pt x="44899" y="224945"/>
                  </a:cubicBezTo>
                  <a:cubicBezTo>
                    <a:pt x="42119" y="224945"/>
                    <a:pt x="39339" y="222860"/>
                    <a:pt x="37949" y="220775"/>
                  </a:cubicBezTo>
                  <a:cubicBezTo>
                    <a:pt x="26801" y="203345"/>
                    <a:pt x="17738" y="185247"/>
                    <a:pt x="10760" y="166426"/>
                  </a:cubicBezTo>
                  <a:lnTo>
                    <a:pt x="0" y="145502"/>
                  </a:lnTo>
                  <a:lnTo>
                    <a:pt x="0" y="128847"/>
                  </a:lnTo>
                  <a:lnTo>
                    <a:pt x="2948" y="134638"/>
                  </a:lnTo>
                  <a:cubicBezTo>
                    <a:pt x="4808" y="137697"/>
                    <a:pt x="6590" y="139961"/>
                    <a:pt x="7980" y="140656"/>
                  </a:cubicBezTo>
                  <a:cubicBezTo>
                    <a:pt x="10760" y="142046"/>
                    <a:pt x="14263" y="149023"/>
                    <a:pt x="19128" y="162951"/>
                  </a:cubicBezTo>
                  <a:cubicBezTo>
                    <a:pt x="24716" y="179659"/>
                    <a:pt x="31666" y="195700"/>
                    <a:pt x="40034" y="211017"/>
                  </a:cubicBezTo>
                  <a:cubicBezTo>
                    <a:pt x="42119" y="213797"/>
                    <a:pt x="43509" y="215910"/>
                    <a:pt x="43509" y="215910"/>
                  </a:cubicBezTo>
                  <a:cubicBezTo>
                    <a:pt x="43509" y="215215"/>
                    <a:pt x="40034" y="205458"/>
                    <a:pt x="35864" y="192920"/>
                  </a:cubicBezTo>
                  <a:cubicBezTo>
                    <a:pt x="28191" y="167816"/>
                    <a:pt x="23298" y="142741"/>
                    <a:pt x="19823" y="116970"/>
                  </a:cubicBezTo>
                  <a:cubicBezTo>
                    <a:pt x="15653" y="87002"/>
                    <a:pt x="9370" y="52168"/>
                    <a:pt x="6590" y="40325"/>
                  </a:cubicBezTo>
                  <a:lnTo>
                    <a:pt x="0" y="22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173860" y="119648"/>
              <a:ext cx="65541" cy="121489"/>
            </a:xfrm>
            <a:custGeom>
              <a:avLst/>
              <a:gdLst/>
              <a:ahLst/>
              <a:cxnLst/>
              <a:rect l="l" t="t" r="r" b="b"/>
              <a:pathLst>
                <a:path w="65541" h="121489" extrusionOk="0">
                  <a:moveTo>
                    <a:pt x="0" y="0"/>
                  </a:moveTo>
                  <a:lnTo>
                    <a:pt x="966" y="778"/>
                  </a:lnTo>
                  <a:cubicBezTo>
                    <a:pt x="14326" y="11695"/>
                    <a:pt x="33746" y="27944"/>
                    <a:pt x="53016" y="44340"/>
                  </a:cubicBezTo>
                  <a:lnTo>
                    <a:pt x="65541" y="55131"/>
                  </a:lnTo>
                  <a:lnTo>
                    <a:pt x="65541" y="80135"/>
                  </a:lnTo>
                  <a:lnTo>
                    <a:pt x="65109" y="79622"/>
                  </a:lnTo>
                  <a:lnTo>
                    <a:pt x="59549" y="76119"/>
                  </a:lnTo>
                  <a:lnTo>
                    <a:pt x="62329" y="81707"/>
                  </a:lnTo>
                  <a:lnTo>
                    <a:pt x="65541" y="92056"/>
                  </a:lnTo>
                  <a:lnTo>
                    <a:pt x="65541" y="115742"/>
                  </a:lnTo>
                  <a:lnTo>
                    <a:pt x="61673" y="102020"/>
                  </a:lnTo>
                  <a:cubicBezTo>
                    <a:pt x="53708" y="74997"/>
                    <a:pt x="49347" y="67161"/>
                    <a:pt x="42814" y="61497"/>
                  </a:cubicBezTo>
                  <a:lnTo>
                    <a:pt x="37254" y="57327"/>
                  </a:lnTo>
                  <a:lnTo>
                    <a:pt x="42814" y="72644"/>
                  </a:lnTo>
                  <a:cubicBezTo>
                    <a:pt x="45621" y="77537"/>
                    <a:pt x="47011" y="83097"/>
                    <a:pt x="47011" y="88685"/>
                  </a:cubicBezTo>
                  <a:cubicBezTo>
                    <a:pt x="42814" y="83097"/>
                    <a:pt x="40034" y="76814"/>
                    <a:pt x="37949" y="70560"/>
                  </a:cubicBezTo>
                  <a:cubicBezTo>
                    <a:pt x="35169" y="62192"/>
                    <a:pt x="30971" y="54519"/>
                    <a:pt x="25411" y="47569"/>
                  </a:cubicBezTo>
                  <a:cubicBezTo>
                    <a:pt x="24410" y="46735"/>
                    <a:pt x="23632" y="46206"/>
                    <a:pt x="23159" y="46206"/>
                  </a:cubicBezTo>
                  <a:cubicBezTo>
                    <a:pt x="21713" y="46206"/>
                    <a:pt x="23242" y="51350"/>
                    <a:pt x="29581" y="67780"/>
                  </a:cubicBezTo>
                  <a:cubicBezTo>
                    <a:pt x="42424" y="100194"/>
                    <a:pt x="48707" y="121489"/>
                    <a:pt x="46539" y="121489"/>
                  </a:cubicBezTo>
                  <a:cubicBezTo>
                    <a:pt x="46455" y="121489"/>
                    <a:pt x="46400" y="121461"/>
                    <a:pt x="46316" y="121406"/>
                  </a:cubicBezTo>
                  <a:cubicBezTo>
                    <a:pt x="42119" y="114456"/>
                    <a:pt x="39339" y="107478"/>
                    <a:pt x="37254" y="100528"/>
                  </a:cubicBezTo>
                  <a:cubicBezTo>
                    <a:pt x="26801" y="66389"/>
                    <a:pt x="13568" y="37116"/>
                    <a:pt x="7980" y="32223"/>
                  </a:cubicBezTo>
                  <a:lnTo>
                    <a:pt x="2420" y="28053"/>
                  </a:lnTo>
                  <a:lnTo>
                    <a:pt x="7285" y="41286"/>
                  </a:lnTo>
                  <a:cubicBezTo>
                    <a:pt x="16348" y="64277"/>
                    <a:pt x="24021" y="87962"/>
                    <a:pt x="30276" y="111676"/>
                  </a:cubicBezTo>
                  <a:cubicBezTo>
                    <a:pt x="30470" y="114150"/>
                    <a:pt x="30304" y="115317"/>
                    <a:pt x="29831" y="115317"/>
                  </a:cubicBezTo>
                  <a:cubicBezTo>
                    <a:pt x="28580" y="115317"/>
                    <a:pt x="25272" y="107033"/>
                    <a:pt x="21213" y="92855"/>
                  </a:cubicBezTo>
                  <a:cubicBezTo>
                    <a:pt x="17543" y="79136"/>
                    <a:pt x="10976" y="60607"/>
                    <a:pt x="4908" y="45508"/>
                  </a:cubicBezTo>
                  <a:lnTo>
                    <a:pt x="0" y="34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173860" y="81565"/>
              <a:ext cx="65541" cy="83076"/>
            </a:xfrm>
            <a:custGeom>
              <a:avLst/>
              <a:gdLst/>
              <a:ahLst/>
              <a:cxnLst/>
              <a:rect l="l" t="t" r="r" b="b"/>
              <a:pathLst>
                <a:path w="65541" h="83076" extrusionOk="0">
                  <a:moveTo>
                    <a:pt x="0" y="0"/>
                  </a:moveTo>
                  <a:lnTo>
                    <a:pt x="65541" y="9363"/>
                  </a:lnTo>
                  <a:lnTo>
                    <a:pt x="65541" y="16906"/>
                  </a:lnTo>
                  <a:lnTo>
                    <a:pt x="54736" y="16351"/>
                  </a:lnTo>
                  <a:cubicBezTo>
                    <a:pt x="44946" y="15985"/>
                    <a:pt x="35891" y="15791"/>
                    <a:pt x="28274" y="15791"/>
                  </a:cubicBezTo>
                  <a:cubicBezTo>
                    <a:pt x="13818" y="15791"/>
                    <a:pt x="4533" y="16485"/>
                    <a:pt x="5200" y="18070"/>
                  </a:cubicBezTo>
                  <a:cubicBezTo>
                    <a:pt x="13568" y="20155"/>
                    <a:pt x="22603" y="22240"/>
                    <a:pt x="31666" y="22935"/>
                  </a:cubicBezTo>
                  <a:lnTo>
                    <a:pt x="65541" y="29904"/>
                  </a:lnTo>
                  <a:lnTo>
                    <a:pt x="65541" y="33139"/>
                  </a:lnTo>
                  <a:lnTo>
                    <a:pt x="46890" y="29454"/>
                  </a:lnTo>
                  <a:cubicBezTo>
                    <a:pt x="32562" y="27021"/>
                    <a:pt x="21185" y="25520"/>
                    <a:pt x="16404" y="25520"/>
                  </a:cubicBezTo>
                  <a:cubicBezTo>
                    <a:pt x="14319" y="25520"/>
                    <a:pt x="13512" y="25798"/>
                    <a:pt x="14263" y="26410"/>
                  </a:cubicBezTo>
                  <a:cubicBezTo>
                    <a:pt x="27496" y="30608"/>
                    <a:pt x="40729" y="34083"/>
                    <a:pt x="54656" y="36863"/>
                  </a:cubicBezTo>
                  <a:lnTo>
                    <a:pt x="65541" y="39174"/>
                  </a:lnTo>
                  <a:lnTo>
                    <a:pt x="65541" y="42954"/>
                  </a:lnTo>
                  <a:lnTo>
                    <a:pt x="42299" y="37485"/>
                  </a:lnTo>
                  <a:cubicBezTo>
                    <a:pt x="34981" y="35827"/>
                    <a:pt x="29928" y="34778"/>
                    <a:pt x="28886" y="34778"/>
                  </a:cubicBezTo>
                  <a:cubicBezTo>
                    <a:pt x="24716" y="34778"/>
                    <a:pt x="24716" y="34778"/>
                    <a:pt x="27496" y="37558"/>
                  </a:cubicBezTo>
                  <a:cubicBezTo>
                    <a:pt x="37949" y="41755"/>
                    <a:pt x="48401" y="44536"/>
                    <a:pt x="59549" y="46621"/>
                  </a:cubicBezTo>
                  <a:lnTo>
                    <a:pt x="65541" y="47874"/>
                  </a:lnTo>
                  <a:lnTo>
                    <a:pt x="65541" y="51970"/>
                  </a:lnTo>
                  <a:lnTo>
                    <a:pt x="40729" y="48011"/>
                  </a:lnTo>
                  <a:cubicBezTo>
                    <a:pt x="39686" y="49595"/>
                    <a:pt x="44132" y="51946"/>
                    <a:pt x="56706" y="55368"/>
                  </a:cubicBezTo>
                  <a:lnTo>
                    <a:pt x="65541" y="57545"/>
                  </a:lnTo>
                  <a:lnTo>
                    <a:pt x="65541" y="61851"/>
                  </a:lnTo>
                  <a:lnTo>
                    <a:pt x="51181" y="58463"/>
                  </a:lnTo>
                  <a:lnTo>
                    <a:pt x="56769" y="64051"/>
                  </a:lnTo>
                  <a:lnTo>
                    <a:pt x="65541" y="67921"/>
                  </a:lnTo>
                  <a:lnTo>
                    <a:pt x="65541" y="83076"/>
                  </a:lnTo>
                  <a:lnTo>
                    <a:pt x="65465" y="83003"/>
                  </a:lnTo>
                  <a:cubicBezTo>
                    <a:pt x="45737" y="64394"/>
                    <a:pt x="34630" y="54728"/>
                    <a:pt x="30971" y="52903"/>
                  </a:cubicBezTo>
                  <a:cubicBezTo>
                    <a:pt x="27496" y="50818"/>
                    <a:pt x="25411" y="49428"/>
                    <a:pt x="25411" y="48011"/>
                  </a:cubicBezTo>
                  <a:cubicBezTo>
                    <a:pt x="21213" y="43145"/>
                    <a:pt x="16348" y="38280"/>
                    <a:pt x="10760" y="34083"/>
                  </a:cubicBezTo>
                  <a:lnTo>
                    <a:pt x="0" y="25888"/>
                  </a:lnTo>
                  <a:lnTo>
                    <a:pt x="0" y="9221"/>
                  </a:lnTo>
                  <a:lnTo>
                    <a:pt x="1948" y="10064"/>
                  </a:lnTo>
                  <a:cubicBezTo>
                    <a:pt x="3254" y="10064"/>
                    <a:pt x="4589" y="9952"/>
                    <a:pt x="5895" y="9702"/>
                  </a:cubicBezTo>
                  <a:lnTo>
                    <a:pt x="5895" y="9007"/>
                  </a:lnTo>
                  <a:cubicBezTo>
                    <a:pt x="15653" y="7617"/>
                    <a:pt x="17738" y="6922"/>
                    <a:pt x="12873" y="6227"/>
                  </a:cubicBezTo>
                  <a:cubicBezTo>
                    <a:pt x="12512" y="6227"/>
                    <a:pt x="10420" y="5699"/>
                    <a:pt x="7459" y="4997"/>
                  </a:cubicBezTo>
                  <a:lnTo>
                    <a:pt x="0" y="3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173860" y="54849"/>
              <a:ext cx="65541" cy="10088"/>
            </a:xfrm>
            <a:custGeom>
              <a:avLst/>
              <a:gdLst/>
              <a:ahLst/>
              <a:cxnLst/>
              <a:rect l="l" t="t" r="r" b="b"/>
              <a:pathLst>
                <a:path w="65541" h="10088" extrusionOk="0">
                  <a:moveTo>
                    <a:pt x="22019" y="0"/>
                  </a:moveTo>
                  <a:lnTo>
                    <a:pt x="65541" y="4019"/>
                  </a:lnTo>
                  <a:lnTo>
                    <a:pt x="65541" y="10088"/>
                  </a:lnTo>
                  <a:lnTo>
                    <a:pt x="20991" y="6422"/>
                  </a:lnTo>
                  <a:lnTo>
                    <a:pt x="0" y="7437"/>
                  </a:lnTo>
                  <a:lnTo>
                    <a:pt x="0" y="1057"/>
                  </a:lnTo>
                  <a:lnTo>
                    <a:pt x="2201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39400" y="211704"/>
              <a:ext cx="92601" cy="284080"/>
            </a:xfrm>
            <a:custGeom>
              <a:avLst/>
              <a:gdLst/>
              <a:ahLst/>
              <a:cxnLst/>
              <a:rect l="l" t="t" r="r" b="b"/>
              <a:pathLst>
                <a:path w="92601" h="284080" extrusionOk="0">
                  <a:moveTo>
                    <a:pt x="0" y="0"/>
                  </a:moveTo>
                  <a:lnTo>
                    <a:pt x="356" y="1146"/>
                  </a:lnTo>
                  <a:cubicBezTo>
                    <a:pt x="4927" y="16559"/>
                    <a:pt x="12642" y="44508"/>
                    <a:pt x="24672" y="92067"/>
                  </a:cubicBezTo>
                  <a:cubicBezTo>
                    <a:pt x="35820" y="140856"/>
                    <a:pt x="51138" y="187532"/>
                    <a:pt x="69958" y="233513"/>
                  </a:cubicBezTo>
                  <a:cubicBezTo>
                    <a:pt x="77826" y="251250"/>
                    <a:pt x="90030" y="272072"/>
                    <a:pt x="92004" y="272072"/>
                  </a:cubicBezTo>
                  <a:cubicBezTo>
                    <a:pt x="92115" y="272072"/>
                    <a:pt x="92198" y="271988"/>
                    <a:pt x="92254" y="271821"/>
                  </a:cubicBezTo>
                  <a:cubicBezTo>
                    <a:pt x="90141" y="266262"/>
                    <a:pt x="88056" y="260674"/>
                    <a:pt x="85276" y="255114"/>
                  </a:cubicBezTo>
                  <a:cubicBezTo>
                    <a:pt x="75518" y="234903"/>
                    <a:pt x="30232" y="80919"/>
                    <a:pt x="31622" y="77444"/>
                  </a:cubicBezTo>
                  <a:cubicBezTo>
                    <a:pt x="32011" y="76665"/>
                    <a:pt x="32400" y="76248"/>
                    <a:pt x="32790" y="76248"/>
                  </a:cubicBezTo>
                  <a:cubicBezTo>
                    <a:pt x="34652" y="76248"/>
                    <a:pt x="37210" y="84617"/>
                    <a:pt x="43465" y="107385"/>
                  </a:cubicBezTo>
                  <a:cubicBezTo>
                    <a:pt x="60200" y="168711"/>
                    <a:pt x="81801" y="235598"/>
                    <a:pt x="92254" y="256504"/>
                  </a:cubicBezTo>
                  <a:lnTo>
                    <a:pt x="92601" y="257130"/>
                  </a:lnTo>
                  <a:lnTo>
                    <a:pt x="92601" y="284080"/>
                  </a:lnTo>
                  <a:lnTo>
                    <a:pt x="90141" y="281579"/>
                  </a:lnTo>
                  <a:cubicBezTo>
                    <a:pt x="80244" y="270571"/>
                    <a:pt x="76853" y="266957"/>
                    <a:pt x="74490" y="266957"/>
                  </a:cubicBezTo>
                  <a:cubicBezTo>
                    <a:pt x="73878" y="266957"/>
                    <a:pt x="73322" y="267207"/>
                    <a:pt x="72738" y="267652"/>
                  </a:cubicBezTo>
                  <a:cubicBezTo>
                    <a:pt x="71932" y="268180"/>
                    <a:pt x="71070" y="268458"/>
                    <a:pt x="70069" y="268458"/>
                  </a:cubicBezTo>
                  <a:cubicBezTo>
                    <a:pt x="65927" y="268458"/>
                    <a:pt x="59895" y="263454"/>
                    <a:pt x="49748" y="251611"/>
                  </a:cubicBezTo>
                  <a:cubicBezTo>
                    <a:pt x="42075" y="242659"/>
                    <a:pt x="38489" y="238990"/>
                    <a:pt x="36348" y="238990"/>
                  </a:cubicBezTo>
                  <a:cubicBezTo>
                    <a:pt x="36153" y="238990"/>
                    <a:pt x="35987" y="239018"/>
                    <a:pt x="35820" y="239073"/>
                  </a:cubicBezTo>
                  <a:cubicBezTo>
                    <a:pt x="34763" y="239434"/>
                    <a:pt x="33902" y="239601"/>
                    <a:pt x="33012" y="239601"/>
                  </a:cubicBezTo>
                  <a:cubicBezTo>
                    <a:pt x="32150" y="239601"/>
                    <a:pt x="31288" y="239434"/>
                    <a:pt x="30232" y="239073"/>
                  </a:cubicBezTo>
                  <a:cubicBezTo>
                    <a:pt x="19084" y="229315"/>
                    <a:pt x="9326" y="217473"/>
                    <a:pt x="2376" y="203545"/>
                  </a:cubicBezTo>
                  <a:lnTo>
                    <a:pt x="0" y="199985"/>
                  </a:lnTo>
                  <a:lnTo>
                    <a:pt x="0" y="182619"/>
                  </a:lnTo>
                  <a:lnTo>
                    <a:pt x="3071" y="187532"/>
                  </a:lnTo>
                  <a:cubicBezTo>
                    <a:pt x="15609" y="211218"/>
                    <a:pt x="26757" y="227230"/>
                    <a:pt x="30927" y="229315"/>
                  </a:cubicBezTo>
                  <a:cubicBezTo>
                    <a:pt x="31622" y="229315"/>
                    <a:pt x="33012" y="228620"/>
                    <a:pt x="33707" y="227230"/>
                  </a:cubicBezTo>
                  <a:cubicBezTo>
                    <a:pt x="34597" y="225701"/>
                    <a:pt x="35597" y="224923"/>
                    <a:pt x="36821" y="224923"/>
                  </a:cubicBezTo>
                  <a:cubicBezTo>
                    <a:pt x="39462" y="224923"/>
                    <a:pt x="43076" y="228648"/>
                    <a:pt x="48358" y="236293"/>
                  </a:cubicBezTo>
                  <a:cubicBezTo>
                    <a:pt x="53862" y="245273"/>
                    <a:pt x="60756" y="254224"/>
                    <a:pt x="68318" y="261841"/>
                  </a:cubicBezTo>
                  <a:lnTo>
                    <a:pt x="72043" y="259979"/>
                  </a:lnTo>
                  <a:cubicBezTo>
                    <a:pt x="75518" y="258589"/>
                    <a:pt x="74823" y="256504"/>
                    <a:pt x="70653" y="248136"/>
                  </a:cubicBezTo>
                  <a:cubicBezTo>
                    <a:pt x="57393" y="219585"/>
                    <a:pt x="45550" y="191007"/>
                    <a:pt x="36515" y="161734"/>
                  </a:cubicBezTo>
                  <a:cubicBezTo>
                    <a:pt x="33012" y="151281"/>
                    <a:pt x="23254" y="115752"/>
                    <a:pt x="15609" y="83004"/>
                  </a:cubicBezTo>
                  <a:cubicBezTo>
                    <a:pt x="9862" y="60535"/>
                    <a:pt x="5245" y="42769"/>
                    <a:pt x="1390" y="28617"/>
                  </a:cubicBezTo>
                  <a:lnTo>
                    <a:pt x="0" y="23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239400" y="174779"/>
              <a:ext cx="92601" cy="172971"/>
            </a:xfrm>
            <a:custGeom>
              <a:avLst/>
              <a:gdLst/>
              <a:ahLst/>
              <a:cxnLst/>
              <a:rect l="l" t="t" r="r" b="b"/>
              <a:pathLst>
                <a:path w="92601" h="172971" extrusionOk="0">
                  <a:moveTo>
                    <a:pt x="0" y="0"/>
                  </a:moveTo>
                  <a:lnTo>
                    <a:pt x="23980" y="20660"/>
                  </a:lnTo>
                  <a:cubicBezTo>
                    <a:pt x="34856" y="30185"/>
                    <a:pt x="43826" y="38238"/>
                    <a:pt x="49053" y="43284"/>
                  </a:cubicBezTo>
                  <a:cubicBezTo>
                    <a:pt x="57129" y="50752"/>
                    <a:pt x="69573" y="62721"/>
                    <a:pt x="84665" y="77463"/>
                  </a:cubicBezTo>
                  <a:lnTo>
                    <a:pt x="92601" y="85296"/>
                  </a:lnTo>
                  <a:lnTo>
                    <a:pt x="92601" y="114487"/>
                  </a:lnTo>
                  <a:lnTo>
                    <a:pt x="89446" y="107390"/>
                  </a:lnTo>
                  <a:cubicBezTo>
                    <a:pt x="88056" y="105306"/>
                    <a:pt x="85971" y="103915"/>
                    <a:pt x="83886" y="102526"/>
                  </a:cubicBezTo>
                  <a:cubicBezTo>
                    <a:pt x="83191" y="102526"/>
                    <a:pt x="86666" y="117148"/>
                    <a:pt x="91559" y="135274"/>
                  </a:cubicBezTo>
                  <a:lnTo>
                    <a:pt x="92601" y="140964"/>
                  </a:lnTo>
                  <a:lnTo>
                    <a:pt x="92601" y="155371"/>
                  </a:lnTo>
                  <a:lnTo>
                    <a:pt x="91931" y="153171"/>
                  </a:lnTo>
                  <a:cubicBezTo>
                    <a:pt x="89092" y="143030"/>
                    <a:pt x="85526" y="128908"/>
                    <a:pt x="81801" y="112978"/>
                  </a:cubicBezTo>
                  <a:cubicBezTo>
                    <a:pt x="80411" y="106001"/>
                    <a:pt x="78298" y="99023"/>
                    <a:pt x="74128" y="92768"/>
                  </a:cubicBezTo>
                  <a:cubicBezTo>
                    <a:pt x="72405" y="91044"/>
                    <a:pt x="70681" y="89793"/>
                    <a:pt x="70125" y="89793"/>
                  </a:cubicBezTo>
                  <a:cubicBezTo>
                    <a:pt x="70014" y="89793"/>
                    <a:pt x="69958" y="89849"/>
                    <a:pt x="69958" y="89988"/>
                  </a:cubicBezTo>
                  <a:cubicBezTo>
                    <a:pt x="72738" y="108086"/>
                    <a:pt x="76908" y="126211"/>
                    <a:pt x="82496" y="143614"/>
                  </a:cubicBezTo>
                  <a:cubicBezTo>
                    <a:pt x="84581" y="149202"/>
                    <a:pt x="85971" y="156180"/>
                    <a:pt x="85971" y="162435"/>
                  </a:cubicBezTo>
                  <a:cubicBezTo>
                    <a:pt x="85943" y="162435"/>
                    <a:pt x="85915" y="162463"/>
                    <a:pt x="85915" y="162463"/>
                  </a:cubicBezTo>
                  <a:cubicBezTo>
                    <a:pt x="83664" y="162463"/>
                    <a:pt x="73378" y="130103"/>
                    <a:pt x="67845" y="103220"/>
                  </a:cubicBezTo>
                  <a:cubicBezTo>
                    <a:pt x="63675" y="83010"/>
                    <a:pt x="62980" y="81620"/>
                    <a:pt x="55308" y="73947"/>
                  </a:cubicBezTo>
                  <a:lnTo>
                    <a:pt x="46968" y="66997"/>
                  </a:lnTo>
                  <a:lnTo>
                    <a:pt x="48358" y="71862"/>
                  </a:lnTo>
                  <a:cubicBezTo>
                    <a:pt x="50443" y="80230"/>
                    <a:pt x="60895" y="120623"/>
                    <a:pt x="63675" y="129686"/>
                  </a:cubicBezTo>
                  <a:cubicBezTo>
                    <a:pt x="65065" y="133884"/>
                    <a:pt x="65065" y="137359"/>
                    <a:pt x="63675" y="137359"/>
                  </a:cubicBezTo>
                  <a:cubicBezTo>
                    <a:pt x="58115" y="125516"/>
                    <a:pt x="53918" y="112978"/>
                    <a:pt x="51833" y="100440"/>
                  </a:cubicBezTo>
                  <a:cubicBezTo>
                    <a:pt x="48358" y="87180"/>
                    <a:pt x="44160" y="73252"/>
                    <a:pt x="39295" y="60715"/>
                  </a:cubicBezTo>
                  <a:cubicBezTo>
                    <a:pt x="37321" y="57879"/>
                    <a:pt x="35959" y="56461"/>
                    <a:pt x="35236" y="56461"/>
                  </a:cubicBezTo>
                  <a:cubicBezTo>
                    <a:pt x="33651" y="56461"/>
                    <a:pt x="34986" y="63133"/>
                    <a:pt x="39295" y="76032"/>
                  </a:cubicBezTo>
                  <a:cubicBezTo>
                    <a:pt x="49053" y="105306"/>
                    <a:pt x="63675" y="172193"/>
                    <a:pt x="62980" y="172888"/>
                  </a:cubicBezTo>
                  <a:cubicBezTo>
                    <a:pt x="62869" y="172943"/>
                    <a:pt x="62758" y="172971"/>
                    <a:pt x="62675" y="172971"/>
                  </a:cubicBezTo>
                  <a:cubicBezTo>
                    <a:pt x="61285" y="172971"/>
                    <a:pt x="59450" y="168996"/>
                    <a:pt x="58810" y="163825"/>
                  </a:cubicBezTo>
                  <a:cubicBezTo>
                    <a:pt x="44160" y="99718"/>
                    <a:pt x="28147" y="49567"/>
                    <a:pt x="21169" y="42589"/>
                  </a:cubicBezTo>
                  <a:lnTo>
                    <a:pt x="16304" y="38419"/>
                  </a:lnTo>
                  <a:lnTo>
                    <a:pt x="19084" y="49567"/>
                  </a:lnTo>
                  <a:cubicBezTo>
                    <a:pt x="20474" y="55850"/>
                    <a:pt x="23254" y="64884"/>
                    <a:pt x="24672" y="70472"/>
                  </a:cubicBezTo>
                  <a:cubicBezTo>
                    <a:pt x="27813" y="77395"/>
                    <a:pt x="28119" y="83205"/>
                    <a:pt x="25562" y="83205"/>
                  </a:cubicBezTo>
                  <a:cubicBezTo>
                    <a:pt x="25284" y="83205"/>
                    <a:pt x="24978" y="83149"/>
                    <a:pt x="24672" y="83010"/>
                  </a:cubicBezTo>
                  <a:cubicBezTo>
                    <a:pt x="21864" y="75337"/>
                    <a:pt x="19084" y="67692"/>
                    <a:pt x="16999" y="59325"/>
                  </a:cubicBezTo>
                  <a:cubicBezTo>
                    <a:pt x="13163" y="46787"/>
                    <a:pt x="10723" y="39642"/>
                    <a:pt x="8284" y="34850"/>
                  </a:cubicBezTo>
                  <a:lnTo>
                    <a:pt x="0" y="25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239400" y="149486"/>
              <a:ext cx="92601" cy="105211"/>
            </a:xfrm>
            <a:custGeom>
              <a:avLst/>
              <a:gdLst/>
              <a:ahLst/>
              <a:cxnLst/>
              <a:rect l="l" t="t" r="r" b="b"/>
              <a:pathLst>
                <a:path w="92601" h="105211" extrusionOk="0">
                  <a:moveTo>
                    <a:pt x="0" y="0"/>
                  </a:moveTo>
                  <a:lnTo>
                    <a:pt x="2571" y="1134"/>
                  </a:lnTo>
                  <a:cubicBezTo>
                    <a:pt x="3183" y="1134"/>
                    <a:pt x="3822" y="1107"/>
                    <a:pt x="4461" y="996"/>
                  </a:cubicBezTo>
                  <a:cubicBezTo>
                    <a:pt x="21878" y="2399"/>
                    <a:pt x="38947" y="4665"/>
                    <a:pt x="55843" y="7800"/>
                  </a:cubicBezTo>
                  <a:lnTo>
                    <a:pt x="92601" y="16574"/>
                  </a:lnTo>
                  <a:lnTo>
                    <a:pt x="92601" y="21073"/>
                  </a:lnTo>
                  <a:lnTo>
                    <a:pt x="72313" y="15703"/>
                  </a:lnTo>
                  <a:cubicBezTo>
                    <a:pt x="47166" y="9827"/>
                    <a:pt x="19070" y="5276"/>
                    <a:pt x="8270" y="5276"/>
                  </a:cubicBezTo>
                  <a:cubicBezTo>
                    <a:pt x="5073" y="5276"/>
                    <a:pt x="3377" y="5694"/>
                    <a:pt x="3766" y="6583"/>
                  </a:cubicBezTo>
                  <a:cubicBezTo>
                    <a:pt x="6546" y="10058"/>
                    <a:pt x="10021" y="13533"/>
                    <a:pt x="13524" y="16341"/>
                  </a:cubicBezTo>
                  <a:cubicBezTo>
                    <a:pt x="19724" y="22040"/>
                    <a:pt x="22087" y="23875"/>
                    <a:pt x="24033" y="23875"/>
                  </a:cubicBezTo>
                  <a:cubicBezTo>
                    <a:pt x="24728" y="23875"/>
                    <a:pt x="25339" y="23652"/>
                    <a:pt x="26062" y="23291"/>
                  </a:cubicBezTo>
                  <a:cubicBezTo>
                    <a:pt x="26674" y="23041"/>
                    <a:pt x="27758" y="22902"/>
                    <a:pt x="29259" y="22902"/>
                  </a:cubicBezTo>
                  <a:cubicBezTo>
                    <a:pt x="38475" y="22902"/>
                    <a:pt x="63085" y="27628"/>
                    <a:pt x="89582" y="34046"/>
                  </a:cubicBezTo>
                  <a:lnTo>
                    <a:pt x="92601" y="34851"/>
                  </a:lnTo>
                  <a:lnTo>
                    <a:pt x="92601" y="41690"/>
                  </a:lnTo>
                  <a:lnTo>
                    <a:pt x="62980" y="35134"/>
                  </a:lnTo>
                  <a:cubicBezTo>
                    <a:pt x="70653" y="38637"/>
                    <a:pt x="77603" y="41417"/>
                    <a:pt x="85276" y="43502"/>
                  </a:cubicBezTo>
                  <a:lnTo>
                    <a:pt x="92601" y="46289"/>
                  </a:lnTo>
                  <a:lnTo>
                    <a:pt x="92601" y="52331"/>
                  </a:lnTo>
                  <a:lnTo>
                    <a:pt x="55308" y="38637"/>
                  </a:lnTo>
                  <a:cubicBezTo>
                    <a:pt x="49053" y="37247"/>
                    <a:pt x="42075" y="35134"/>
                    <a:pt x="36515" y="31659"/>
                  </a:cubicBezTo>
                  <a:cubicBezTo>
                    <a:pt x="36515" y="30269"/>
                    <a:pt x="34402" y="28879"/>
                    <a:pt x="31622" y="28184"/>
                  </a:cubicBezTo>
                  <a:cubicBezTo>
                    <a:pt x="30760" y="28073"/>
                    <a:pt x="30037" y="27989"/>
                    <a:pt x="29481" y="27989"/>
                  </a:cubicBezTo>
                  <a:cubicBezTo>
                    <a:pt x="26535" y="27989"/>
                    <a:pt x="28620" y="30158"/>
                    <a:pt x="38600" y="40722"/>
                  </a:cubicBezTo>
                  <a:cubicBezTo>
                    <a:pt x="47663" y="49784"/>
                    <a:pt x="49053" y="49784"/>
                    <a:pt x="65065" y="54649"/>
                  </a:cubicBezTo>
                  <a:cubicBezTo>
                    <a:pt x="68200" y="55699"/>
                    <a:pt x="73730" y="57617"/>
                    <a:pt x="80339" y="59937"/>
                  </a:cubicBezTo>
                  <a:lnTo>
                    <a:pt x="92601" y="64277"/>
                  </a:lnTo>
                  <a:lnTo>
                    <a:pt x="92601" y="68513"/>
                  </a:lnTo>
                  <a:lnTo>
                    <a:pt x="90836" y="67882"/>
                  </a:lnTo>
                  <a:cubicBezTo>
                    <a:pt x="71293" y="60877"/>
                    <a:pt x="61896" y="57596"/>
                    <a:pt x="59033" y="57596"/>
                  </a:cubicBezTo>
                  <a:cubicBezTo>
                    <a:pt x="56503" y="57596"/>
                    <a:pt x="59116" y="60182"/>
                    <a:pt x="64370" y="65102"/>
                  </a:cubicBezTo>
                  <a:cubicBezTo>
                    <a:pt x="70646" y="71378"/>
                    <a:pt x="72997" y="72947"/>
                    <a:pt x="88769" y="79215"/>
                  </a:cubicBezTo>
                  <a:lnTo>
                    <a:pt x="92601" y="80717"/>
                  </a:lnTo>
                  <a:lnTo>
                    <a:pt x="92601" y="85568"/>
                  </a:lnTo>
                  <a:lnTo>
                    <a:pt x="88056" y="83923"/>
                  </a:lnTo>
                  <a:cubicBezTo>
                    <a:pt x="86583" y="83562"/>
                    <a:pt x="85498" y="83339"/>
                    <a:pt x="84859" y="83339"/>
                  </a:cubicBezTo>
                  <a:cubicBezTo>
                    <a:pt x="83024" y="83339"/>
                    <a:pt x="84498" y="85063"/>
                    <a:pt x="90141" y="90178"/>
                  </a:cubicBezTo>
                  <a:lnTo>
                    <a:pt x="92601" y="92470"/>
                  </a:lnTo>
                  <a:lnTo>
                    <a:pt x="92601" y="105211"/>
                  </a:lnTo>
                  <a:lnTo>
                    <a:pt x="86148" y="98832"/>
                  </a:lnTo>
                  <a:cubicBezTo>
                    <a:pt x="67075" y="80036"/>
                    <a:pt x="50451" y="63751"/>
                    <a:pt x="36129" y="49838"/>
                  </a:cubicBezTo>
                  <a:lnTo>
                    <a:pt x="0" y="151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239400" y="139110"/>
              <a:ext cx="36265" cy="10565"/>
            </a:xfrm>
            <a:custGeom>
              <a:avLst/>
              <a:gdLst/>
              <a:ahLst/>
              <a:cxnLst/>
              <a:rect l="l" t="t" r="r" b="b"/>
              <a:pathLst>
                <a:path w="36265" h="10565" extrusionOk="0">
                  <a:moveTo>
                    <a:pt x="0" y="0"/>
                  </a:moveTo>
                  <a:lnTo>
                    <a:pt x="6546" y="1613"/>
                  </a:lnTo>
                  <a:cubicBezTo>
                    <a:pt x="19779" y="4421"/>
                    <a:pt x="32317" y="7896"/>
                    <a:pt x="33707" y="8591"/>
                  </a:cubicBezTo>
                  <a:cubicBezTo>
                    <a:pt x="36153" y="9953"/>
                    <a:pt x="36265" y="10565"/>
                    <a:pt x="34235" y="10565"/>
                  </a:cubicBezTo>
                  <a:cubicBezTo>
                    <a:pt x="31010" y="10565"/>
                    <a:pt x="22504" y="9064"/>
                    <a:pt x="9326" y="6506"/>
                  </a:cubicBezTo>
                  <a:lnTo>
                    <a:pt x="0" y="4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239400" y="129439"/>
              <a:ext cx="42249" cy="11284"/>
            </a:xfrm>
            <a:custGeom>
              <a:avLst/>
              <a:gdLst/>
              <a:ahLst/>
              <a:cxnLst/>
              <a:rect l="l" t="t" r="r" b="b"/>
              <a:pathLst>
                <a:path w="42249" h="11284" extrusionOk="0">
                  <a:moveTo>
                    <a:pt x="0" y="0"/>
                  </a:moveTo>
                  <a:lnTo>
                    <a:pt x="13705" y="2867"/>
                  </a:lnTo>
                  <a:cubicBezTo>
                    <a:pt x="31401" y="6853"/>
                    <a:pt x="42249" y="10242"/>
                    <a:pt x="38600" y="11284"/>
                  </a:cubicBezTo>
                  <a:cubicBezTo>
                    <a:pt x="27452" y="9894"/>
                    <a:pt x="16304" y="7809"/>
                    <a:pt x="5851" y="5029"/>
                  </a:cubicBezTo>
                  <a:lnTo>
                    <a:pt x="0" y="4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239400" y="120739"/>
              <a:ext cx="41032" cy="10950"/>
            </a:xfrm>
            <a:custGeom>
              <a:avLst/>
              <a:gdLst/>
              <a:ahLst/>
              <a:cxnLst/>
              <a:rect l="l" t="t" r="r" b="b"/>
              <a:pathLst>
                <a:path w="41032" h="10950" extrusionOk="0">
                  <a:moveTo>
                    <a:pt x="0" y="0"/>
                  </a:moveTo>
                  <a:lnTo>
                    <a:pt x="15486" y="3288"/>
                  </a:lnTo>
                  <a:cubicBezTo>
                    <a:pt x="36195" y="7796"/>
                    <a:pt x="41032" y="9365"/>
                    <a:pt x="39990" y="10950"/>
                  </a:cubicBezTo>
                  <a:cubicBezTo>
                    <a:pt x="27452" y="10255"/>
                    <a:pt x="15609" y="8142"/>
                    <a:pt x="3766" y="4667"/>
                  </a:cubicBezTo>
                  <a:lnTo>
                    <a:pt x="0" y="3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239400" y="111469"/>
              <a:ext cx="67289" cy="15605"/>
            </a:xfrm>
            <a:custGeom>
              <a:avLst/>
              <a:gdLst/>
              <a:ahLst/>
              <a:cxnLst/>
              <a:rect l="l" t="t" r="r" b="b"/>
              <a:pathLst>
                <a:path w="67289" h="15605" extrusionOk="0">
                  <a:moveTo>
                    <a:pt x="0" y="0"/>
                  </a:moveTo>
                  <a:lnTo>
                    <a:pt x="64370" y="13242"/>
                  </a:lnTo>
                  <a:cubicBezTo>
                    <a:pt x="67234" y="14799"/>
                    <a:pt x="67289" y="15605"/>
                    <a:pt x="64621" y="15605"/>
                  </a:cubicBezTo>
                  <a:cubicBezTo>
                    <a:pt x="60173" y="15605"/>
                    <a:pt x="48274" y="13409"/>
                    <a:pt x="29537" y="9072"/>
                  </a:cubicBezTo>
                  <a:lnTo>
                    <a:pt x="0" y="3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239400" y="90928"/>
              <a:ext cx="92601" cy="18774"/>
            </a:xfrm>
            <a:custGeom>
              <a:avLst/>
              <a:gdLst/>
              <a:ahLst/>
              <a:cxnLst/>
              <a:rect l="l" t="t" r="r" b="b"/>
              <a:pathLst>
                <a:path w="92601" h="18774" extrusionOk="0">
                  <a:moveTo>
                    <a:pt x="0" y="0"/>
                  </a:moveTo>
                  <a:lnTo>
                    <a:pt x="12106" y="1729"/>
                  </a:lnTo>
                  <a:cubicBezTo>
                    <a:pt x="28842" y="2424"/>
                    <a:pt x="53918" y="5204"/>
                    <a:pt x="69263" y="7317"/>
                  </a:cubicBezTo>
                  <a:lnTo>
                    <a:pt x="92601" y="9023"/>
                  </a:lnTo>
                  <a:lnTo>
                    <a:pt x="92601" y="18774"/>
                  </a:lnTo>
                  <a:lnTo>
                    <a:pt x="78298" y="14267"/>
                  </a:lnTo>
                  <a:cubicBezTo>
                    <a:pt x="62480" y="11904"/>
                    <a:pt x="41206" y="9944"/>
                    <a:pt x="20078" y="8575"/>
                  </a:cubicBezTo>
                  <a:lnTo>
                    <a:pt x="0" y="7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39400" y="58868"/>
              <a:ext cx="92601" cy="24119"/>
            </a:xfrm>
            <a:custGeom>
              <a:avLst/>
              <a:gdLst/>
              <a:ahLst/>
              <a:cxnLst/>
              <a:rect l="l" t="t" r="r" b="b"/>
              <a:pathLst>
                <a:path w="92601" h="24119" extrusionOk="0">
                  <a:moveTo>
                    <a:pt x="0" y="0"/>
                  </a:moveTo>
                  <a:lnTo>
                    <a:pt x="41380" y="3821"/>
                  </a:lnTo>
                  <a:cubicBezTo>
                    <a:pt x="51311" y="5565"/>
                    <a:pt x="62678" y="8137"/>
                    <a:pt x="74174" y="11100"/>
                  </a:cubicBezTo>
                  <a:lnTo>
                    <a:pt x="92601" y="16384"/>
                  </a:lnTo>
                  <a:lnTo>
                    <a:pt x="92601" y="24119"/>
                  </a:lnTo>
                  <a:lnTo>
                    <a:pt x="30145" y="8550"/>
                  </a:lnTo>
                  <a:lnTo>
                    <a:pt x="0" y="6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332002" y="315743"/>
              <a:ext cx="5213" cy="28504"/>
            </a:xfrm>
            <a:custGeom>
              <a:avLst/>
              <a:gdLst/>
              <a:ahLst/>
              <a:cxnLst/>
              <a:rect l="l" t="t" r="r" b="b"/>
              <a:pathLst>
                <a:path w="5213" h="28504" extrusionOk="0">
                  <a:moveTo>
                    <a:pt x="0" y="0"/>
                  </a:moveTo>
                  <a:lnTo>
                    <a:pt x="5213" y="28449"/>
                  </a:lnTo>
                  <a:cubicBezTo>
                    <a:pt x="5185" y="28476"/>
                    <a:pt x="5129" y="28504"/>
                    <a:pt x="5101" y="28504"/>
                  </a:cubicBezTo>
                  <a:cubicBezTo>
                    <a:pt x="4691" y="28504"/>
                    <a:pt x="3958" y="26965"/>
                    <a:pt x="2972" y="24158"/>
                  </a:cubicBezTo>
                  <a:lnTo>
                    <a:pt x="0" y="14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332002" y="260075"/>
              <a:ext cx="174633" cy="360378"/>
            </a:xfrm>
            <a:custGeom>
              <a:avLst/>
              <a:gdLst/>
              <a:ahLst/>
              <a:cxnLst/>
              <a:rect l="l" t="t" r="r" b="b"/>
              <a:pathLst>
                <a:path w="174633" h="360378" extrusionOk="0">
                  <a:moveTo>
                    <a:pt x="0" y="0"/>
                  </a:moveTo>
                  <a:lnTo>
                    <a:pt x="43558" y="42984"/>
                  </a:lnTo>
                  <a:cubicBezTo>
                    <a:pt x="80886" y="80102"/>
                    <a:pt x="121917" y="121396"/>
                    <a:pt x="152877" y="153036"/>
                  </a:cubicBezTo>
                  <a:lnTo>
                    <a:pt x="174633" y="175418"/>
                  </a:lnTo>
                  <a:lnTo>
                    <a:pt x="174633" y="207681"/>
                  </a:lnTo>
                  <a:lnTo>
                    <a:pt x="150829" y="180944"/>
                  </a:lnTo>
                  <a:cubicBezTo>
                    <a:pt x="150134" y="180944"/>
                    <a:pt x="160587" y="213693"/>
                    <a:pt x="173820" y="252724"/>
                  </a:cubicBezTo>
                  <a:lnTo>
                    <a:pt x="174633" y="254842"/>
                  </a:lnTo>
                  <a:lnTo>
                    <a:pt x="174633" y="273516"/>
                  </a:lnTo>
                  <a:lnTo>
                    <a:pt x="170293" y="260563"/>
                  </a:lnTo>
                  <a:cubicBezTo>
                    <a:pt x="167578" y="252378"/>
                    <a:pt x="164593" y="243310"/>
                    <a:pt x="161282" y="233208"/>
                  </a:cubicBezTo>
                  <a:lnTo>
                    <a:pt x="138986" y="166322"/>
                  </a:lnTo>
                  <a:lnTo>
                    <a:pt x="122973" y="149614"/>
                  </a:lnTo>
                  <a:cubicBezTo>
                    <a:pt x="117386" y="144026"/>
                    <a:pt x="111131" y="138466"/>
                    <a:pt x="105543" y="132878"/>
                  </a:cubicBezTo>
                  <a:cubicBezTo>
                    <a:pt x="106933" y="143331"/>
                    <a:pt x="109741" y="153089"/>
                    <a:pt x="113910" y="162152"/>
                  </a:cubicBezTo>
                  <a:cubicBezTo>
                    <a:pt x="117386" y="172604"/>
                    <a:pt x="120166" y="183057"/>
                    <a:pt x="121583" y="193510"/>
                  </a:cubicBezTo>
                  <a:cubicBezTo>
                    <a:pt x="115995" y="183057"/>
                    <a:pt x="111825" y="171909"/>
                    <a:pt x="109018" y="160067"/>
                  </a:cubicBezTo>
                  <a:cubicBezTo>
                    <a:pt x="97870" y="124510"/>
                    <a:pt x="97175" y="123120"/>
                    <a:pt x="87445" y="113362"/>
                  </a:cubicBezTo>
                  <a:lnTo>
                    <a:pt x="76992" y="102910"/>
                  </a:lnTo>
                  <a:lnTo>
                    <a:pt x="83247" y="118255"/>
                  </a:lnTo>
                  <a:cubicBezTo>
                    <a:pt x="100678" y="163542"/>
                    <a:pt x="139681" y="291033"/>
                    <a:pt x="135511" y="291033"/>
                  </a:cubicBezTo>
                  <a:cubicBezTo>
                    <a:pt x="129228" y="277800"/>
                    <a:pt x="125058" y="264567"/>
                    <a:pt x="121583" y="250639"/>
                  </a:cubicBezTo>
                  <a:cubicBezTo>
                    <a:pt x="94395" y="155174"/>
                    <a:pt x="74184" y="99435"/>
                    <a:pt x="61646" y="87592"/>
                  </a:cubicBezTo>
                  <a:lnTo>
                    <a:pt x="58171" y="84812"/>
                  </a:lnTo>
                  <a:lnTo>
                    <a:pt x="60952" y="90372"/>
                  </a:lnTo>
                  <a:cubicBezTo>
                    <a:pt x="63037" y="95265"/>
                    <a:pt x="91615" y="192815"/>
                    <a:pt x="103458" y="233903"/>
                  </a:cubicBezTo>
                  <a:cubicBezTo>
                    <a:pt x="105737" y="242994"/>
                    <a:pt x="105682" y="247914"/>
                    <a:pt x="102957" y="247914"/>
                  </a:cubicBezTo>
                  <a:cubicBezTo>
                    <a:pt x="102318" y="247914"/>
                    <a:pt x="101567" y="247664"/>
                    <a:pt x="100678" y="247136"/>
                  </a:cubicBezTo>
                  <a:cubicBezTo>
                    <a:pt x="93700" y="229733"/>
                    <a:pt x="88835" y="212303"/>
                    <a:pt x="84637" y="193510"/>
                  </a:cubicBezTo>
                  <a:cubicBezTo>
                    <a:pt x="65149" y="123120"/>
                    <a:pt x="51194" y="81337"/>
                    <a:pt x="44939" y="72274"/>
                  </a:cubicBezTo>
                  <a:cubicBezTo>
                    <a:pt x="40769" y="67020"/>
                    <a:pt x="37989" y="63823"/>
                    <a:pt x="36738" y="63823"/>
                  </a:cubicBezTo>
                  <a:cubicBezTo>
                    <a:pt x="34069" y="63823"/>
                    <a:pt x="38739" y="79002"/>
                    <a:pt x="52584" y="121035"/>
                  </a:cubicBezTo>
                  <a:cubicBezTo>
                    <a:pt x="63731" y="155174"/>
                    <a:pt x="79077" y="206048"/>
                    <a:pt x="86027" y="234598"/>
                  </a:cubicBezTo>
                  <a:cubicBezTo>
                    <a:pt x="97870" y="281997"/>
                    <a:pt x="108323" y="314746"/>
                    <a:pt x="112521" y="316831"/>
                  </a:cubicBezTo>
                  <a:cubicBezTo>
                    <a:pt x="112826" y="316969"/>
                    <a:pt x="113077" y="317053"/>
                    <a:pt x="113327" y="317053"/>
                  </a:cubicBezTo>
                  <a:cubicBezTo>
                    <a:pt x="114244" y="317053"/>
                    <a:pt x="114911" y="315913"/>
                    <a:pt x="115995" y="312633"/>
                  </a:cubicBezTo>
                  <a:cubicBezTo>
                    <a:pt x="117080" y="309352"/>
                    <a:pt x="118192" y="308241"/>
                    <a:pt x="119610" y="308241"/>
                  </a:cubicBezTo>
                  <a:cubicBezTo>
                    <a:pt x="119999" y="308241"/>
                    <a:pt x="120416" y="308324"/>
                    <a:pt x="120888" y="308463"/>
                  </a:cubicBezTo>
                  <a:cubicBezTo>
                    <a:pt x="121055" y="308518"/>
                    <a:pt x="121194" y="308518"/>
                    <a:pt x="121333" y="308518"/>
                  </a:cubicBezTo>
                  <a:cubicBezTo>
                    <a:pt x="123474" y="308518"/>
                    <a:pt x="121917" y="303542"/>
                    <a:pt x="116691" y="292450"/>
                  </a:cubicBezTo>
                  <a:cubicBezTo>
                    <a:pt x="106933" y="270850"/>
                    <a:pt x="108323" y="271545"/>
                    <a:pt x="110436" y="270850"/>
                  </a:cubicBezTo>
                  <a:cubicBezTo>
                    <a:pt x="110519" y="270794"/>
                    <a:pt x="110602" y="270794"/>
                    <a:pt x="110714" y="270794"/>
                  </a:cubicBezTo>
                  <a:cubicBezTo>
                    <a:pt x="112910" y="270794"/>
                    <a:pt x="117108" y="277966"/>
                    <a:pt x="125753" y="295925"/>
                  </a:cubicBezTo>
                  <a:cubicBezTo>
                    <a:pt x="137596" y="321001"/>
                    <a:pt x="138291" y="323086"/>
                    <a:pt x="151524" y="334233"/>
                  </a:cubicBezTo>
                  <a:cubicBezTo>
                    <a:pt x="155159" y="337521"/>
                    <a:pt x="162145" y="343215"/>
                    <a:pt x="170605" y="349906"/>
                  </a:cubicBezTo>
                  <a:lnTo>
                    <a:pt x="174633" y="353031"/>
                  </a:lnTo>
                  <a:lnTo>
                    <a:pt x="174633" y="360378"/>
                  </a:lnTo>
                  <a:lnTo>
                    <a:pt x="169650" y="356529"/>
                  </a:lnTo>
                  <a:cubicBezTo>
                    <a:pt x="153192" y="344019"/>
                    <a:pt x="145436" y="338376"/>
                    <a:pt x="142878" y="338376"/>
                  </a:cubicBezTo>
                  <a:cubicBezTo>
                    <a:pt x="142711" y="338376"/>
                    <a:pt x="142600" y="338376"/>
                    <a:pt x="142461" y="338431"/>
                  </a:cubicBezTo>
                  <a:cubicBezTo>
                    <a:pt x="142016" y="338876"/>
                    <a:pt x="141627" y="339126"/>
                    <a:pt x="141238" y="339126"/>
                  </a:cubicBezTo>
                  <a:cubicBezTo>
                    <a:pt x="140460" y="339126"/>
                    <a:pt x="139681" y="338181"/>
                    <a:pt x="138291" y="336318"/>
                  </a:cubicBezTo>
                  <a:cubicBezTo>
                    <a:pt x="133232" y="326755"/>
                    <a:pt x="125392" y="318082"/>
                    <a:pt x="122250" y="318082"/>
                  </a:cubicBezTo>
                  <a:cubicBezTo>
                    <a:pt x="121500" y="318082"/>
                    <a:pt x="120999" y="318554"/>
                    <a:pt x="120888" y="319611"/>
                  </a:cubicBezTo>
                  <a:cubicBezTo>
                    <a:pt x="120888" y="321696"/>
                    <a:pt x="118776" y="323086"/>
                    <a:pt x="117386" y="323086"/>
                  </a:cubicBezTo>
                  <a:cubicBezTo>
                    <a:pt x="117135" y="323169"/>
                    <a:pt x="116885" y="323197"/>
                    <a:pt x="116579" y="323197"/>
                  </a:cubicBezTo>
                  <a:cubicBezTo>
                    <a:pt x="110964" y="323197"/>
                    <a:pt x="95841" y="310548"/>
                    <a:pt x="70014" y="284082"/>
                  </a:cubicBezTo>
                  <a:cubicBezTo>
                    <a:pt x="58171" y="272935"/>
                    <a:pt x="48414" y="263177"/>
                    <a:pt x="47719" y="263177"/>
                  </a:cubicBezTo>
                  <a:cubicBezTo>
                    <a:pt x="47635" y="263093"/>
                    <a:pt x="47524" y="263037"/>
                    <a:pt x="47441" y="263037"/>
                  </a:cubicBezTo>
                  <a:cubicBezTo>
                    <a:pt x="46857" y="263037"/>
                    <a:pt x="46329" y="264928"/>
                    <a:pt x="46329" y="267346"/>
                  </a:cubicBezTo>
                  <a:cubicBezTo>
                    <a:pt x="45745" y="273769"/>
                    <a:pt x="44188" y="276771"/>
                    <a:pt x="41658" y="276771"/>
                  </a:cubicBezTo>
                  <a:cubicBezTo>
                    <a:pt x="41158" y="276771"/>
                    <a:pt x="40630" y="276632"/>
                    <a:pt x="40046" y="276410"/>
                  </a:cubicBezTo>
                  <a:lnTo>
                    <a:pt x="0" y="235709"/>
                  </a:lnTo>
                  <a:lnTo>
                    <a:pt x="0" y="208759"/>
                  </a:lnTo>
                  <a:lnTo>
                    <a:pt x="18449" y="242017"/>
                  </a:lnTo>
                  <a:cubicBezTo>
                    <a:pt x="25069" y="252731"/>
                    <a:pt x="30997" y="261092"/>
                    <a:pt x="33096" y="261787"/>
                  </a:cubicBezTo>
                  <a:cubicBezTo>
                    <a:pt x="34486" y="263177"/>
                    <a:pt x="35876" y="263872"/>
                    <a:pt x="37266" y="265262"/>
                  </a:cubicBezTo>
                  <a:cubicBezTo>
                    <a:pt x="37905" y="265901"/>
                    <a:pt x="38406" y="266207"/>
                    <a:pt x="38823" y="266207"/>
                  </a:cubicBezTo>
                  <a:cubicBezTo>
                    <a:pt x="39823" y="266207"/>
                    <a:pt x="40463" y="264511"/>
                    <a:pt x="41436" y="261092"/>
                  </a:cubicBezTo>
                  <a:cubicBezTo>
                    <a:pt x="42854" y="256199"/>
                    <a:pt x="44244" y="254809"/>
                    <a:pt x="46329" y="254809"/>
                  </a:cubicBezTo>
                  <a:cubicBezTo>
                    <a:pt x="56087" y="262482"/>
                    <a:pt x="65149" y="270850"/>
                    <a:pt x="73489" y="279884"/>
                  </a:cubicBezTo>
                  <a:lnTo>
                    <a:pt x="74184" y="279884"/>
                  </a:lnTo>
                  <a:cubicBezTo>
                    <a:pt x="88140" y="293840"/>
                    <a:pt x="98593" y="304293"/>
                    <a:pt x="98593" y="304293"/>
                  </a:cubicBezTo>
                  <a:cubicBezTo>
                    <a:pt x="97870" y="301485"/>
                    <a:pt x="97175" y="298010"/>
                    <a:pt x="95785" y="295230"/>
                  </a:cubicBezTo>
                  <a:cubicBezTo>
                    <a:pt x="94395" y="290337"/>
                    <a:pt x="86027" y="259702"/>
                    <a:pt x="76992" y="228343"/>
                  </a:cubicBezTo>
                  <a:cubicBezTo>
                    <a:pt x="54002" y="141246"/>
                    <a:pt x="17750" y="38136"/>
                    <a:pt x="9383" y="33938"/>
                  </a:cubicBezTo>
                  <a:cubicBezTo>
                    <a:pt x="8688" y="33938"/>
                    <a:pt x="8688" y="38136"/>
                    <a:pt x="10105" y="43696"/>
                  </a:cubicBezTo>
                  <a:cubicBezTo>
                    <a:pt x="11495" y="49979"/>
                    <a:pt x="11495" y="54844"/>
                    <a:pt x="10105" y="54844"/>
                  </a:cubicBezTo>
                  <a:cubicBezTo>
                    <a:pt x="8688" y="54844"/>
                    <a:pt x="6603" y="48588"/>
                    <a:pt x="5213" y="40916"/>
                  </a:cubicBezTo>
                  <a:lnTo>
                    <a:pt x="0" y="29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332002" y="241956"/>
              <a:ext cx="174633" cy="187594"/>
            </a:xfrm>
            <a:custGeom>
              <a:avLst/>
              <a:gdLst/>
              <a:ahLst/>
              <a:cxnLst/>
              <a:rect l="l" t="t" r="r" b="b"/>
              <a:pathLst>
                <a:path w="174633" h="187594" extrusionOk="0">
                  <a:moveTo>
                    <a:pt x="0" y="0"/>
                  </a:moveTo>
                  <a:lnTo>
                    <a:pt x="3906" y="3639"/>
                  </a:lnTo>
                  <a:cubicBezTo>
                    <a:pt x="5734" y="4859"/>
                    <a:pt x="7298" y="5380"/>
                    <a:pt x="8688" y="5380"/>
                  </a:cubicBezTo>
                  <a:cubicBezTo>
                    <a:pt x="26118" y="8160"/>
                    <a:pt x="42854" y="13053"/>
                    <a:pt x="59562" y="19308"/>
                  </a:cubicBezTo>
                  <a:cubicBezTo>
                    <a:pt x="59812" y="20309"/>
                    <a:pt x="59617" y="20865"/>
                    <a:pt x="58116" y="20865"/>
                  </a:cubicBezTo>
                  <a:cubicBezTo>
                    <a:pt x="55447" y="20865"/>
                    <a:pt x="48664" y="19141"/>
                    <a:pt x="33096" y="15138"/>
                  </a:cubicBezTo>
                  <a:lnTo>
                    <a:pt x="9383" y="8855"/>
                  </a:lnTo>
                  <a:lnTo>
                    <a:pt x="24728" y="24896"/>
                  </a:lnTo>
                  <a:lnTo>
                    <a:pt x="40046" y="40909"/>
                  </a:lnTo>
                  <a:lnTo>
                    <a:pt x="74879" y="49276"/>
                  </a:lnTo>
                  <a:cubicBezTo>
                    <a:pt x="93700" y="54142"/>
                    <a:pt x="115300" y="60425"/>
                    <a:pt x="122278" y="62509"/>
                  </a:cubicBezTo>
                  <a:cubicBezTo>
                    <a:pt x="126629" y="63907"/>
                    <a:pt x="136163" y="68002"/>
                    <a:pt x="148005" y="73370"/>
                  </a:cubicBezTo>
                  <a:lnTo>
                    <a:pt x="174633" y="85814"/>
                  </a:lnTo>
                  <a:lnTo>
                    <a:pt x="174633" y="89440"/>
                  </a:lnTo>
                  <a:lnTo>
                    <a:pt x="154046" y="79815"/>
                  </a:lnTo>
                  <a:cubicBezTo>
                    <a:pt x="127194" y="67703"/>
                    <a:pt x="114251" y="63914"/>
                    <a:pt x="73489" y="53446"/>
                  </a:cubicBezTo>
                  <a:lnTo>
                    <a:pt x="44939" y="46496"/>
                  </a:lnTo>
                  <a:lnTo>
                    <a:pt x="55391" y="56950"/>
                  </a:lnTo>
                  <a:lnTo>
                    <a:pt x="65844" y="66707"/>
                  </a:lnTo>
                  <a:lnTo>
                    <a:pt x="92310" y="75047"/>
                  </a:lnTo>
                  <a:cubicBezTo>
                    <a:pt x="110769" y="80968"/>
                    <a:pt x="129062" y="87766"/>
                    <a:pt x="147093" y="95258"/>
                  </a:cubicBezTo>
                  <a:lnTo>
                    <a:pt x="174633" y="107874"/>
                  </a:lnTo>
                  <a:lnTo>
                    <a:pt x="174633" y="113738"/>
                  </a:lnTo>
                  <a:lnTo>
                    <a:pt x="169650" y="111298"/>
                  </a:lnTo>
                  <a:cubicBezTo>
                    <a:pt x="140376" y="98038"/>
                    <a:pt x="110436" y="86195"/>
                    <a:pt x="80467" y="76437"/>
                  </a:cubicBezTo>
                  <a:cubicBezTo>
                    <a:pt x="79133" y="76159"/>
                    <a:pt x="78104" y="75964"/>
                    <a:pt x="77465" y="75964"/>
                  </a:cubicBezTo>
                  <a:cubicBezTo>
                    <a:pt x="75046" y="75964"/>
                    <a:pt x="77715" y="78717"/>
                    <a:pt x="88140" y="89698"/>
                  </a:cubicBezTo>
                  <a:cubicBezTo>
                    <a:pt x="102068" y="102931"/>
                    <a:pt x="102763" y="103626"/>
                    <a:pt x="109741" y="103626"/>
                  </a:cubicBezTo>
                  <a:cubicBezTo>
                    <a:pt x="120708" y="104147"/>
                    <a:pt x="134036" y="107811"/>
                    <a:pt x="154710" y="116366"/>
                  </a:cubicBezTo>
                  <a:lnTo>
                    <a:pt x="174633" y="125128"/>
                  </a:lnTo>
                  <a:lnTo>
                    <a:pt x="174633" y="129214"/>
                  </a:lnTo>
                  <a:lnTo>
                    <a:pt x="159541" y="121737"/>
                  </a:lnTo>
                  <a:cubicBezTo>
                    <a:pt x="146478" y="116511"/>
                    <a:pt x="133065" y="112327"/>
                    <a:pt x="119471" y="109186"/>
                  </a:cubicBezTo>
                  <a:lnTo>
                    <a:pt x="106933" y="107101"/>
                  </a:lnTo>
                  <a:lnTo>
                    <a:pt x="114606" y="114078"/>
                  </a:lnTo>
                  <a:cubicBezTo>
                    <a:pt x="118998" y="118443"/>
                    <a:pt x="121667" y="121140"/>
                    <a:pt x="123696" y="121140"/>
                  </a:cubicBezTo>
                  <a:cubicBezTo>
                    <a:pt x="123919" y="121140"/>
                    <a:pt x="124141" y="121112"/>
                    <a:pt x="124363" y="121028"/>
                  </a:cubicBezTo>
                  <a:cubicBezTo>
                    <a:pt x="124447" y="120972"/>
                    <a:pt x="124614" y="120945"/>
                    <a:pt x="124864" y="120945"/>
                  </a:cubicBezTo>
                  <a:cubicBezTo>
                    <a:pt x="128638" y="120945"/>
                    <a:pt x="150035" y="128670"/>
                    <a:pt x="167511" y="136180"/>
                  </a:cubicBezTo>
                  <a:lnTo>
                    <a:pt x="174633" y="139490"/>
                  </a:lnTo>
                  <a:lnTo>
                    <a:pt x="174633" y="143744"/>
                  </a:lnTo>
                  <a:lnTo>
                    <a:pt x="168260" y="141239"/>
                  </a:lnTo>
                  <a:cubicBezTo>
                    <a:pt x="155027" y="135679"/>
                    <a:pt x="139681" y="129396"/>
                    <a:pt x="134121" y="127311"/>
                  </a:cubicBezTo>
                  <a:lnTo>
                    <a:pt x="124363" y="123836"/>
                  </a:lnTo>
                  <a:lnTo>
                    <a:pt x="144574" y="144047"/>
                  </a:lnTo>
                  <a:cubicBezTo>
                    <a:pt x="150148" y="149968"/>
                    <a:pt x="157285" y="157280"/>
                    <a:pt x="164249" y="164417"/>
                  </a:cubicBezTo>
                  <a:lnTo>
                    <a:pt x="174633" y="175189"/>
                  </a:lnTo>
                  <a:lnTo>
                    <a:pt x="174633" y="187594"/>
                  </a:lnTo>
                  <a:lnTo>
                    <a:pt x="167033" y="179655"/>
                  </a:lnTo>
                  <a:cubicBezTo>
                    <a:pt x="150141" y="162325"/>
                    <a:pt x="124363" y="136374"/>
                    <a:pt x="83247" y="95258"/>
                  </a:cubicBezTo>
                  <a:cubicBezTo>
                    <a:pt x="66004" y="78102"/>
                    <a:pt x="49937" y="62143"/>
                    <a:pt x="35001" y="47340"/>
                  </a:cubicBezTo>
                  <a:lnTo>
                    <a:pt x="0" y="1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32002" y="230203"/>
              <a:ext cx="54391" cy="23973"/>
            </a:xfrm>
            <a:custGeom>
              <a:avLst/>
              <a:gdLst/>
              <a:ahLst/>
              <a:cxnLst/>
              <a:rect l="l" t="t" r="r" b="b"/>
              <a:pathLst>
                <a:path w="54391" h="23973" extrusionOk="0">
                  <a:moveTo>
                    <a:pt x="0" y="0"/>
                  </a:moveTo>
                  <a:lnTo>
                    <a:pt x="17055" y="6681"/>
                  </a:lnTo>
                  <a:cubicBezTo>
                    <a:pt x="29593" y="10851"/>
                    <a:pt x="42131" y="16439"/>
                    <a:pt x="54002" y="22722"/>
                  </a:cubicBezTo>
                  <a:cubicBezTo>
                    <a:pt x="54391" y="23500"/>
                    <a:pt x="54224" y="23973"/>
                    <a:pt x="53140" y="23973"/>
                  </a:cubicBezTo>
                  <a:cubicBezTo>
                    <a:pt x="50499" y="23973"/>
                    <a:pt x="42242" y="21109"/>
                    <a:pt x="23338" y="13659"/>
                  </a:cubicBezTo>
                  <a:cubicBezTo>
                    <a:pt x="17417" y="11212"/>
                    <a:pt x="11322" y="8947"/>
                    <a:pt x="6269" y="7119"/>
                  </a:cubicBezTo>
                  <a:lnTo>
                    <a:pt x="0" y="4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32002" y="213763"/>
              <a:ext cx="41436" cy="17728"/>
            </a:xfrm>
            <a:custGeom>
              <a:avLst/>
              <a:gdLst/>
              <a:ahLst/>
              <a:cxnLst/>
              <a:rect l="l" t="t" r="r" b="b"/>
              <a:pathLst>
                <a:path w="41436" h="17728" extrusionOk="0">
                  <a:moveTo>
                    <a:pt x="0" y="0"/>
                  </a:moveTo>
                  <a:lnTo>
                    <a:pt x="9480" y="3355"/>
                  </a:lnTo>
                  <a:cubicBezTo>
                    <a:pt x="24374" y="8665"/>
                    <a:pt x="38308" y="13711"/>
                    <a:pt x="40741" y="14753"/>
                  </a:cubicBezTo>
                  <a:cubicBezTo>
                    <a:pt x="40741" y="15448"/>
                    <a:pt x="41436" y="15448"/>
                    <a:pt x="40741" y="16866"/>
                  </a:cubicBezTo>
                  <a:cubicBezTo>
                    <a:pt x="40574" y="17367"/>
                    <a:pt x="40407" y="17728"/>
                    <a:pt x="39601" y="17728"/>
                  </a:cubicBezTo>
                  <a:cubicBezTo>
                    <a:pt x="37787" y="17728"/>
                    <a:pt x="32783" y="15961"/>
                    <a:pt x="17376" y="10445"/>
                  </a:cubicBezTo>
                  <a:lnTo>
                    <a:pt x="0" y="42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32002" y="195774"/>
              <a:ext cx="80161" cy="34215"/>
            </a:xfrm>
            <a:custGeom>
              <a:avLst/>
              <a:gdLst/>
              <a:ahLst/>
              <a:cxnLst/>
              <a:rect l="l" t="t" r="r" b="b"/>
              <a:pathLst>
                <a:path w="80161" h="34215" extrusionOk="0">
                  <a:moveTo>
                    <a:pt x="0" y="0"/>
                  </a:moveTo>
                  <a:lnTo>
                    <a:pt x="17058" y="6490"/>
                  </a:lnTo>
                  <a:cubicBezTo>
                    <a:pt x="45015" y="17203"/>
                    <a:pt x="79251" y="30656"/>
                    <a:pt x="79772" y="32741"/>
                  </a:cubicBezTo>
                  <a:cubicBezTo>
                    <a:pt x="80161" y="33742"/>
                    <a:pt x="79772" y="34215"/>
                    <a:pt x="78549" y="34215"/>
                  </a:cubicBezTo>
                  <a:cubicBezTo>
                    <a:pt x="75435" y="34215"/>
                    <a:pt x="66901" y="31101"/>
                    <a:pt x="51889" y="25097"/>
                  </a:cubicBezTo>
                  <a:lnTo>
                    <a:pt x="0" y="6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332002" y="184337"/>
              <a:ext cx="174633" cy="76726"/>
            </a:xfrm>
            <a:custGeom>
              <a:avLst/>
              <a:gdLst/>
              <a:ahLst/>
              <a:cxnLst/>
              <a:rect l="l" t="t" r="r" b="b"/>
              <a:pathLst>
                <a:path w="174633" h="76726" extrusionOk="0">
                  <a:moveTo>
                    <a:pt x="0" y="0"/>
                  </a:moveTo>
                  <a:lnTo>
                    <a:pt x="36452" y="9713"/>
                  </a:lnTo>
                  <a:cubicBezTo>
                    <a:pt x="48956" y="13389"/>
                    <a:pt x="60243" y="17109"/>
                    <a:pt x="68624" y="20493"/>
                  </a:cubicBezTo>
                  <a:lnTo>
                    <a:pt x="68624" y="21188"/>
                  </a:lnTo>
                  <a:cubicBezTo>
                    <a:pt x="81162" y="26081"/>
                    <a:pt x="126448" y="46987"/>
                    <a:pt x="169650" y="67864"/>
                  </a:cubicBezTo>
                  <a:lnTo>
                    <a:pt x="174633" y="70269"/>
                  </a:lnTo>
                  <a:lnTo>
                    <a:pt x="174633" y="76726"/>
                  </a:lnTo>
                  <a:lnTo>
                    <a:pt x="154145" y="66626"/>
                  </a:lnTo>
                  <a:cubicBezTo>
                    <a:pt x="87522" y="34034"/>
                    <a:pt x="56510" y="20841"/>
                    <a:pt x="30288" y="13543"/>
                  </a:cubicBezTo>
                  <a:lnTo>
                    <a:pt x="0" y="6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332002" y="166060"/>
              <a:ext cx="77687" cy="31125"/>
            </a:xfrm>
            <a:custGeom>
              <a:avLst/>
              <a:gdLst/>
              <a:ahLst/>
              <a:cxnLst/>
              <a:rect l="l" t="t" r="r" b="b"/>
              <a:pathLst>
                <a:path w="77687" h="31125" extrusionOk="0">
                  <a:moveTo>
                    <a:pt x="0" y="0"/>
                  </a:moveTo>
                  <a:lnTo>
                    <a:pt x="13580" y="3242"/>
                  </a:lnTo>
                  <a:cubicBezTo>
                    <a:pt x="35876" y="10915"/>
                    <a:pt x="77687" y="29013"/>
                    <a:pt x="76297" y="31125"/>
                  </a:cubicBezTo>
                  <a:cubicBezTo>
                    <a:pt x="67929" y="29707"/>
                    <a:pt x="59562" y="26233"/>
                    <a:pt x="51194" y="22758"/>
                  </a:cubicBezTo>
                  <a:cubicBezTo>
                    <a:pt x="35876" y="15780"/>
                    <a:pt x="19140" y="10220"/>
                    <a:pt x="3127" y="5327"/>
                  </a:cubicBezTo>
                  <a:lnTo>
                    <a:pt x="0" y="4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332002" y="75252"/>
              <a:ext cx="174633" cy="137634"/>
            </a:xfrm>
            <a:custGeom>
              <a:avLst/>
              <a:gdLst/>
              <a:ahLst/>
              <a:cxnLst/>
              <a:rect l="l" t="t" r="r" b="b"/>
              <a:pathLst>
                <a:path w="174633" h="137634" extrusionOk="0">
                  <a:moveTo>
                    <a:pt x="0" y="0"/>
                  </a:moveTo>
                  <a:lnTo>
                    <a:pt x="15144" y="4343"/>
                  </a:lnTo>
                  <a:cubicBezTo>
                    <a:pt x="36043" y="10963"/>
                    <a:pt x="52236" y="17405"/>
                    <a:pt x="53279" y="20185"/>
                  </a:cubicBezTo>
                  <a:cubicBezTo>
                    <a:pt x="54696" y="24383"/>
                    <a:pt x="48414" y="26468"/>
                    <a:pt x="32401" y="29248"/>
                  </a:cubicBezTo>
                  <a:lnTo>
                    <a:pt x="21253" y="30638"/>
                  </a:lnTo>
                  <a:lnTo>
                    <a:pt x="27508" y="32723"/>
                  </a:lnTo>
                  <a:cubicBezTo>
                    <a:pt x="51194" y="39701"/>
                    <a:pt x="74184" y="48764"/>
                    <a:pt x="95785" y="59217"/>
                  </a:cubicBezTo>
                  <a:cubicBezTo>
                    <a:pt x="112521" y="67584"/>
                    <a:pt x="128533" y="77314"/>
                    <a:pt x="143184" y="88462"/>
                  </a:cubicBezTo>
                  <a:cubicBezTo>
                    <a:pt x="146659" y="91270"/>
                    <a:pt x="143879" y="96135"/>
                    <a:pt x="138986" y="98220"/>
                  </a:cubicBezTo>
                  <a:cubicBezTo>
                    <a:pt x="134121" y="99638"/>
                    <a:pt x="132731" y="98915"/>
                    <a:pt x="165480" y="119821"/>
                  </a:cubicBezTo>
                  <a:lnTo>
                    <a:pt x="174633" y="126661"/>
                  </a:lnTo>
                  <a:lnTo>
                    <a:pt x="174633" y="137634"/>
                  </a:lnTo>
                  <a:lnTo>
                    <a:pt x="147354" y="117735"/>
                  </a:lnTo>
                  <a:cubicBezTo>
                    <a:pt x="122973" y="103113"/>
                    <a:pt x="119471" y="101028"/>
                    <a:pt x="120888" y="98220"/>
                  </a:cubicBezTo>
                  <a:cubicBezTo>
                    <a:pt x="122973" y="96135"/>
                    <a:pt x="125753" y="95440"/>
                    <a:pt x="128533" y="94745"/>
                  </a:cubicBezTo>
                  <a:cubicBezTo>
                    <a:pt x="132036" y="94050"/>
                    <a:pt x="134816" y="92660"/>
                    <a:pt x="134816" y="91965"/>
                  </a:cubicBezTo>
                  <a:cubicBezTo>
                    <a:pt x="134121" y="89185"/>
                    <a:pt x="92310" y="65472"/>
                    <a:pt x="74184" y="57826"/>
                  </a:cubicBezTo>
                  <a:lnTo>
                    <a:pt x="0" y="34450"/>
                  </a:lnTo>
                  <a:lnTo>
                    <a:pt x="0" y="24699"/>
                  </a:lnTo>
                  <a:lnTo>
                    <a:pt x="8604" y="25328"/>
                  </a:lnTo>
                  <a:cubicBezTo>
                    <a:pt x="12135" y="25328"/>
                    <a:pt x="15665" y="25245"/>
                    <a:pt x="19140" y="25078"/>
                  </a:cubicBezTo>
                  <a:lnTo>
                    <a:pt x="18445" y="25078"/>
                  </a:lnTo>
                  <a:cubicBezTo>
                    <a:pt x="27508" y="23688"/>
                    <a:pt x="36571" y="22993"/>
                    <a:pt x="38656" y="22298"/>
                  </a:cubicBezTo>
                  <a:cubicBezTo>
                    <a:pt x="44244" y="21575"/>
                    <a:pt x="46329" y="22298"/>
                    <a:pt x="10800" y="10428"/>
                  </a:cubicBezTo>
                  <a:lnTo>
                    <a:pt x="0" y="7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06635" y="514917"/>
              <a:ext cx="47419" cy="118923"/>
            </a:xfrm>
            <a:custGeom>
              <a:avLst/>
              <a:gdLst/>
              <a:ahLst/>
              <a:cxnLst/>
              <a:rect l="l" t="t" r="r" b="b"/>
              <a:pathLst>
                <a:path w="47419" h="118923" extrusionOk="0">
                  <a:moveTo>
                    <a:pt x="0" y="0"/>
                  </a:moveTo>
                  <a:lnTo>
                    <a:pt x="36132" y="94042"/>
                  </a:lnTo>
                  <a:cubicBezTo>
                    <a:pt x="44417" y="110249"/>
                    <a:pt x="47419" y="118923"/>
                    <a:pt x="45862" y="118923"/>
                  </a:cubicBezTo>
                  <a:cubicBezTo>
                    <a:pt x="44556" y="118923"/>
                    <a:pt x="39996" y="112696"/>
                    <a:pt x="32630" y="99602"/>
                  </a:cubicBezTo>
                  <a:cubicBezTo>
                    <a:pt x="22184" y="80274"/>
                    <a:pt x="16445" y="67201"/>
                    <a:pt x="3051" y="27779"/>
                  </a:cubicBezTo>
                  <a:lnTo>
                    <a:pt x="0" y="18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506635" y="435493"/>
              <a:ext cx="171991" cy="303820"/>
            </a:xfrm>
            <a:custGeom>
              <a:avLst/>
              <a:gdLst/>
              <a:ahLst/>
              <a:cxnLst/>
              <a:rect l="l" t="t" r="r" b="b"/>
              <a:pathLst>
                <a:path w="171991" h="303820" extrusionOk="0">
                  <a:moveTo>
                    <a:pt x="0" y="0"/>
                  </a:moveTo>
                  <a:lnTo>
                    <a:pt x="1994" y="2051"/>
                  </a:lnTo>
                  <a:cubicBezTo>
                    <a:pt x="29154" y="30630"/>
                    <a:pt x="61208" y="64073"/>
                    <a:pt x="73051" y="75916"/>
                  </a:cubicBezTo>
                  <a:cubicBezTo>
                    <a:pt x="84199" y="88454"/>
                    <a:pt x="107189" y="113530"/>
                    <a:pt x="123925" y="132350"/>
                  </a:cubicBezTo>
                  <a:cubicBezTo>
                    <a:pt x="132279" y="141413"/>
                    <a:pt x="142724" y="153082"/>
                    <a:pt x="152826" y="164490"/>
                  </a:cubicBezTo>
                  <a:lnTo>
                    <a:pt x="171991" y="186325"/>
                  </a:lnTo>
                  <a:lnTo>
                    <a:pt x="171991" y="217772"/>
                  </a:lnTo>
                  <a:lnTo>
                    <a:pt x="158226" y="202802"/>
                  </a:lnTo>
                  <a:cubicBezTo>
                    <a:pt x="147770" y="191223"/>
                    <a:pt x="138534" y="180777"/>
                    <a:pt x="132960" y="174161"/>
                  </a:cubicBezTo>
                  <a:cubicBezTo>
                    <a:pt x="108218" y="146083"/>
                    <a:pt x="90537" y="126957"/>
                    <a:pt x="89786" y="126095"/>
                  </a:cubicBezTo>
                  <a:cubicBezTo>
                    <a:pt x="92622" y="131822"/>
                    <a:pt x="137853" y="243133"/>
                    <a:pt x="140633" y="250111"/>
                  </a:cubicBezTo>
                  <a:cubicBezTo>
                    <a:pt x="141911" y="253919"/>
                    <a:pt x="142662" y="255671"/>
                    <a:pt x="143218" y="255671"/>
                  </a:cubicBezTo>
                  <a:cubicBezTo>
                    <a:pt x="143579" y="255671"/>
                    <a:pt x="143857" y="254948"/>
                    <a:pt x="144107" y="253586"/>
                  </a:cubicBezTo>
                  <a:cubicBezTo>
                    <a:pt x="142717" y="245218"/>
                    <a:pt x="140633" y="236850"/>
                    <a:pt x="136463" y="229900"/>
                  </a:cubicBezTo>
                  <a:cubicBezTo>
                    <a:pt x="127400" y="208300"/>
                    <a:pt x="116252" y="169963"/>
                    <a:pt x="118337" y="167183"/>
                  </a:cubicBezTo>
                  <a:cubicBezTo>
                    <a:pt x="118921" y="166600"/>
                    <a:pt x="119449" y="166238"/>
                    <a:pt x="119977" y="166238"/>
                  </a:cubicBezTo>
                  <a:cubicBezTo>
                    <a:pt x="121867" y="166238"/>
                    <a:pt x="123563" y="170909"/>
                    <a:pt x="127400" y="184614"/>
                  </a:cubicBezTo>
                  <a:cubicBezTo>
                    <a:pt x="130180" y="194372"/>
                    <a:pt x="135767" y="211775"/>
                    <a:pt x="140633" y="222922"/>
                  </a:cubicBezTo>
                  <a:lnTo>
                    <a:pt x="149000" y="244523"/>
                  </a:lnTo>
                  <a:lnTo>
                    <a:pt x="171991" y="258894"/>
                  </a:lnTo>
                  <a:lnTo>
                    <a:pt x="171991" y="268748"/>
                  </a:lnTo>
                  <a:lnTo>
                    <a:pt x="162233" y="262648"/>
                  </a:lnTo>
                  <a:lnTo>
                    <a:pt x="151780" y="255671"/>
                  </a:lnTo>
                  <a:lnTo>
                    <a:pt x="154560" y="266818"/>
                  </a:lnTo>
                  <a:cubicBezTo>
                    <a:pt x="155950" y="270989"/>
                    <a:pt x="155950" y="275881"/>
                    <a:pt x="155950" y="280051"/>
                  </a:cubicBezTo>
                  <a:cubicBezTo>
                    <a:pt x="155255" y="284249"/>
                    <a:pt x="156645" y="288419"/>
                    <a:pt x="158758" y="291894"/>
                  </a:cubicBezTo>
                  <a:cubicBezTo>
                    <a:pt x="161983" y="299650"/>
                    <a:pt x="162205" y="303820"/>
                    <a:pt x="158341" y="303820"/>
                  </a:cubicBezTo>
                  <a:cubicBezTo>
                    <a:pt x="158035" y="303820"/>
                    <a:pt x="157702" y="303793"/>
                    <a:pt x="157368" y="303737"/>
                  </a:cubicBezTo>
                  <a:cubicBezTo>
                    <a:pt x="154560" y="300262"/>
                    <a:pt x="152475" y="296787"/>
                    <a:pt x="151085" y="292589"/>
                  </a:cubicBezTo>
                  <a:cubicBezTo>
                    <a:pt x="148305" y="284249"/>
                    <a:pt x="142717" y="277271"/>
                    <a:pt x="135767" y="273101"/>
                  </a:cubicBezTo>
                  <a:cubicBezTo>
                    <a:pt x="123202" y="263343"/>
                    <a:pt x="86979" y="231985"/>
                    <a:pt x="83504" y="227092"/>
                  </a:cubicBezTo>
                  <a:cubicBezTo>
                    <a:pt x="82781" y="226370"/>
                    <a:pt x="82225" y="225980"/>
                    <a:pt x="81752" y="225980"/>
                  </a:cubicBezTo>
                  <a:cubicBezTo>
                    <a:pt x="80835" y="225980"/>
                    <a:pt x="80223" y="227398"/>
                    <a:pt x="79333" y="230595"/>
                  </a:cubicBezTo>
                  <a:cubicBezTo>
                    <a:pt x="77916" y="235460"/>
                    <a:pt x="77916" y="236155"/>
                    <a:pt x="72356" y="236155"/>
                  </a:cubicBezTo>
                  <a:cubicBezTo>
                    <a:pt x="68165" y="235634"/>
                    <a:pt x="57328" y="228842"/>
                    <a:pt x="29243" y="207546"/>
                  </a:cubicBezTo>
                  <a:lnTo>
                    <a:pt x="0" y="184960"/>
                  </a:lnTo>
                  <a:lnTo>
                    <a:pt x="0" y="177613"/>
                  </a:lnTo>
                  <a:lnTo>
                    <a:pt x="23893" y="196147"/>
                  </a:lnTo>
                  <a:cubicBezTo>
                    <a:pt x="42950" y="210704"/>
                    <a:pt x="60388" y="223617"/>
                    <a:pt x="61180" y="223617"/>
                  </a:cubicBezTo>
                  <a:cubicBezTo>
                    <a:pt x="61180" y="223617"/>
                    <a:pt x="61208" y="223617"/>
                    <a:pt x="61208" y="223617"/>
                  </a:cubicBezTo>
                  <a:cubicBezTo>
                    <a:pt x="60513" y="220142"/>
                    <a:pt x="59123" y="215945"/>
                    <a:pt x="57038" y="212470"/>
                  </a:cubicBezTo>
                  <a:cubicBezTo>
                    <a:pt x="45890" y="191564"/>
                    <a:pt x="24984" y="126762"/>
                    <a:pt x="29154" y="125372"/>
                  </a:cubicBezTo>
                  <a:cubicBezTo>
                    <a:pt x="34020" y="136520"/>
                    <a:pt x="38217" y="147668"/>
                    <a:pt x="41692" y="159510"/>
                  </a:cubicBezTo>
                  <a:cubicBezTo>
                    <a:pt x="46585" y="175551"/>
                    <a:pt x="52840" y="191564"/>
                    <a:pt x="59818" y="207605"/>
                  </a:cubicBezTo>
                  <a:cubicBezTo>
                    <a:pt x="63293" y="214555"/>
                    <a:pt x="67463" y="222228"/>
                    <a:pt x="68186" y="225008"/>
                  </a:cubicBezTo>
                  <a:cubicBezTo>
                    <a:pt x="69298" y="227231"/>
                    <a:pt x="70187" y="228260"/>
                    <a:pt x="70771" y="228260"/>
                  </a:cubicBezTo>
                  <a:cubicBezTo>
                    <a:pt x="71633" y="228260"/>
                    <a:pt x="71800" y="225980"/>
                    <a:pt x="70966" y="222228"/>
                  </a:cubicBezTo>
                  <a:cubicBezTo>
                    <a:pt x="69576" y="215945"/>
                    <a:pt x="70966" y="210384"/>
                    <a:pt x="74441" y="210384"/>
                  </a:cubicBezTo>
                  <a:cubicBezTo>
                    <a:pt x="80723" y="214555"/>
                    <a:pt x="86283" y="219447"/>
                    <a:pt x="91871" y="224312"/>
                  </a:cubicBezTo>
                  <a:cubicBezTo>
                    <a:pt x="100211" y="231985"/>
                    <a:pt x="113472" y="244523"/>
                    <a:pt x="121812" y="251501"/>
                  </a:cubicBezTo>
                  <a:lnTo>
                    <a:pt x="122507" y="252196"/>
                  </a:lnTo>
                  <a:cubicBezTo>
                    <a:pt x="127400" y="257061"/>
                    <a:pt x="132960" y="261258"/>
                    <a:pt x="138547" y="265428"/>
                  </a:cubicBezTo>
                  <a:cubicBezTo>
                    <a:pt x="139937" y="265428"/>
                    <a:pt x="119032" y="210384"/>
                    <a:pt x="89758" y="140023"/>
                  </a:cubicBezTo>
                  <a:cubicBezTo>
                    <a:pt x="81001" y="119090"/>
                    <a:pt x="68964" y="98851"/>
                    <a:pt x="65044" y="98851"/>
                  </a:cubicBezTo>
                  <a:cubicBezTo>
                    <a:pt x="64905" y="98851"/>
                    <a:pt x="64794" y="98851"/>
                    <a:pt x="64683" y="98907"/>
                  </a:cubicBezTo>
                  <a:cubicBezTo>
                    <a:pt x="63988" y="103772"/>
                    <a:pt x="64683" y="107969"/>
                    <a:pt x="66768" y="112140"/>
                  </a:cubicBezTo>
                  <a:cubicBezTo>
                    <a:pt x="68186" y="117032"/>
                    <a:pt x="68881" y="121897"/>
                    <a:pt x="68881" y="126762"/>
                  </a:cubicBezTo>
                  <a:cubicBezTo>
                    <a:pt x="68603" y="127429"/>
                    <a:pt x="68325" y="127763"/>
                    <a:pt x="67991" y="127763"/>
                  </a:cubicBezTo>
                  <a:cubicBezTo>
                    <a:pt x="66601" y="127763"/>
                    <a:pt x="64599" y="121647"/>
                    <a:pt x="61208" y="108664"/>
                  </a:cubicBezTo>
                  <a:cubicBezTo>
                    <a:pt x="59818" y="99602"/>
                    <a:pt x="56315" y="91234"/>
                    <a:pt x="50755" y="83589"/>
                  </a:cubicBezTo>
                  <a:cubicBezTo>
                    <a:pt x="48670" y="81476"/>
                    <a:pt x="46585" y="78696"/>
                    <a:pt x="43777" y="77306"/>
                  </a:cubicBezTo>
                  <a:cubicBezTo>
                    <a:pt x="47975" y="101686"/>
                    <a:pt x="54230" y="125372"/>
                    <a:pt x="61208" y="149058"/>
                  </a:cubicBezTo>
                  <a:cubicBezTo>
                    <a:pt x="66712" y="168657"/>
                    <a:pt x="67908" y="173717"/>
                    <a:pt x="65767" y="173717"/>
                  </a:cubicBezTo>
                  <a:cubicBezTo>
                    <a:pt x="65461" y="173717"/>
                    <a:pt x="65100" y="173633"/>
                    <a:pt x="64683" y="173466"/>
                  </a:cubicBezTo>
                  <a:cubicBezTo>
                    <a:pt x="63293" y="172771"/>
                    <a:pt x="47280" y="114919"/>
                    <a:pt x="40997" y="87064"/>
                  </a:cubicBezTo>
                  <a:cubicBezTo>
                    <a:pt x="39607" y="77306"/>
                    <a:pt x="36132" y="68243"/>
                    <a:pt x="29154" y="61293"/>
                  </a:cubicBezTo>
                  <a:cubicBezTo>
                    <a:pt x="24984" y="57095"/>
                    <a:pt x="22177" y="53620"/>
                    <a:pt x="20787" y="52925"/>
                  </a:cubicBezTo>
                  <a:cubicBezTo>
                    <a:pt x="20759" y="52898"/>
                    <a:pt x="20731" y="52898"/>
                    <a:pt x="20703" y="52898"/>
                  </a:cubicBezTo>
                  <a:cubicBezTo>
                    <a:pt x="19591" y="52898"/>
                    <a:pt x="23455" y="66631"/>
                    <a:pt x="45167" y="139328"/>
                  </a:cubicBezTo>
                  <a:cubicBezTo>
                    <a:pt x="51450" y="157425"/>
                    <a:pt x="56315" y="176246"/>
                    <a:pt x="59818" y="195067"/>
                  </a:cubicBezTo>
                  <a:cubicBezTo>
                    <a:pt x="57733" y="195067"/>
                    <a:pt x="14532" y="52925"/>
                    <a:pt x="15922" y="50145"/>
                  </a:cubicBezTo>
                  <a:lnTo>
                    <a:pt x="0" y="32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506635" y="417145"/>
              <a:ext cx="171991" cy="200322"/>
            </a:xfrm>
            <a:custGeom>
              <a:avLst/>
              <a:gdLst/>
              <a:ahLst/>
              <a:cxnLst/>
              <a:rect l="l" t="t" r="r" b="b"/>
              <a:pathLst>
                <a:path w="171991" h="200322" extrusionOk="0">
                  <a:moveTo>
                    <a:pt x="0" y="0"/>
                  </a:moveTo>
                  <a:lnTo>
                    <a:pt x="8249" y="8557"/>
                  </a:lnTo>
                  <a:lnTo>
                    <a:pt x="26374" y="27377"/>
                  </a:lnTo>
                  <a:lnTo>
                    <a:pt x="43777" y="33632"/>
                  </a:lnTo>
                  <a:cubicBezTo>
                    <a:pt x="64683" y="41305"/>
                    <a:pt x="72356" y="45475"/>
                    <a:pt x="72356" y="46892"/>
                  </a:cubicBezTo>
                  <a:cubicBezTo>
                    <a:pt x="72245" y="47004"/>
                    <a:pt x="71966" y="47060"/>
                    <a:pt x="71577" y="47060"/>
                  </a:cubicBezTo>
                  <a:cubicBezTo>
                    <a:pt x="69715" y="47060"/>
                    <a:pt x="64878" y="45697"/>
                    <a:pt x="59123" y="43390"/>
                  </a:cubicBezTo>
                  <a:cubicBezTo>
                    <a:pt x="52145" y="41305"/>
                    <a:pt x="43777" y="37830"/>
                    <a:pt x="39607" y="36440"/>
                  </a:cubicBezTo>
                  <a:lnTo>
                    <a:pt x="32630" y="34327"/>
                  </a:lnTo>
                  <a:lnTo>
                    <a:pt x="36132" y="39220"/>
                  </a:lnTo>
                  <a:cubicBezTo>
                    <a:pt x="38912" y="43390"/>
                    <a:pt x="44472" y="46892"/>
                    <a:pt x="63988" y="55233"/>
                  </a:cubicBezTo>
                  <a:cubicBezTo>
                    <a:pt x="83504" y="63600"/>
                    <a:pt x="89063" y="66380"/>
                    <a:pt x="89063" y="68493"/>
                  </a:cubicBezTo>
                  <a:cubicBezTo>
                    <a:pt x="89063" y="71274"/>
                    <a:pt x="98126" y="76138"/>
                    <a:pt x="129485" y="92179"/>
                  </a:cubicBezTo>
                  <a:cubicBezTo>
                    <a:pt x="162233" y="109582"/>
                    <a:pt x="169211" y="112362"/>
                    <a:pt x="167821" y="115170"/>
                  </a:cubicBezTo>
                  <a:cubicBezTo>
                    <a:pt x="167459" y="116031"/>
                    <a:pt x="167293" y="116755"/>
                    <a:pt x="166208" y="116755"/>
                  </a:cubicBezTo>
                  <a:cubicBezTo>
                    <a:pt x="163011" y="116755"/>
                    <a:pt x="151836" y="110555"/>
                    <a:pt x="104409" y="84506"/>
                  </a:cubicBezTo>
                  <a:cubicBezTo>
                    <a:pt x="77221" y="69883"/>
                    <a:pt x="54925" y="58736"/>
                    <a:pt x="54230" y="58736"/>
                  </a:cubicBezTo>
                  <a:cubicBezTo>
                    <a:pt x="62598" y="68493"/>
                    <a:pt x="71661" y="78224"/>
                    <a:pt x="81418" y="86591"/>
                  </a:cubicBezTo>
                  <a:cubicBezTo>
                    <a:pt x="105799" y="110972"/>
                    <a:pt x="112054" y="116560"/>
                    <a:pt x="126010" y="124232"/>
                  </a:cubicBezTo>
                  <a:cubicBezTo>
                    <a:pt x="135072" y="129792"/>
                    <a:pt x="151780" y="140940"/>
                    <a:pt x="162928" y="148613"/>
                  </a:cubicBezTo>
                  <a:lnTo>
                    <a:pt x="171991" y="155039"/>
                  </a:lnTo>
                  <a:lnTo>
                    <a:pt x="171991" y="164797"/>
                  </a:lnTo>
                  <a:lnTo>
                    <a:pt x="162742" y="158329"/>
                  </a:lnTo>
                  <a:cubicBezTo>
                    <a:pt x="137493" y="140593"/>
                    <a:pt x="133307" y="137465"/>
                    <a:pt x="132265" y="137465"/>
                  </a:cubicBezTo>
                  <a:cubicBezTo>
                    <a:pt x="134350" y="142330"/>
                    <a:pt x="137158" y="145805"/>
                    <a:pt x="140633" y="149308"/>
                  </a:cubicBezTo>
                  <a:cubicBezTo>
                    <a:pt x="149341" y="159580"/>
                    <a:pt x="159399" y="171640"/>
                    <a:pt x="169828" y="184279"/>
                  </a:cubicBezTo>
                  <a:lnTo>
                    <a:pt x="171991" y="186925"/>
                  </a:lnTo>
                  <a:lnTo>
                    <a:pt x="171991" y="200322"/>
                  </a:lnTo>
                  <a:lnTo>
                    <a:pt x="154560" y="179248"/>
                  </a:lnTo>
                  <a:cubicBezTo>
                    <a:pt x="139242" y="160456"/>
                    <a:pt x="112054" y="130488"/>
                    <a:pt x="94651" y="113085"/>
                  </a:cubicBezTo>
                  <a:cubicBezTo>
                    <a:pt x="64683" y="82421"/>
                    <a:pt x="28459" y="44085"/>
                    <a:pt x="22872" y="37135"/>
                  </a:cubicBezTo>
                  <a:cubicBezTo>
                    <a:pt x="20085" y="33820"/>
                    <a:pt x="16690" y="29985"/>
                    <a:pt x="11880" y="24813"/>
                  </a:cubicBezTo>
                  <a:lnTo>
                    <a:pt x="0" y="124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506635" y="381446"/>
              <a:ext cx="20314" cy="10423"/>
            </a:xfrm>
            <a:custGeom>
              <a:avLst/>
              <a:gdLst/>
              <a:ahLst/>
              <a:cxnLst/>
              <a:rect l="l" t="t" r="r" b="b"/>
              <a:pathLst>
                <a:path w="20314" h="10423" extrusionOk="0">
                  <a:moveTo>
                    <a:pt x="0" y="0"/>
                  </a:moveTo>
                  <a:lnTo>
                    <a:pt x="8249" y="3834"/>
                  </a:lnTo>
                  <a:cubicBezTo>
                    <a:pt x="17478" y="8310"/>
                    <a:pt x="20314" y="10423"/>
                    <a:pt x="18340" y="10423"/>
                  </a:cubicBezTo>
                  <a:cubicBezTo>
                    <a:pt x="17173" y="10423"/>
                    <a:pt x="14302" y="9672"/>
                    <a:pt x="10070" y="8212"/>
                  </a:cubicBezTo>
                  <a:lnTo>
                    <a:pt x="0" y="4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506635" y="367084"/>
              <a:ext cx="57038" cy="30761"/>
            </a:xfrm>
            <a:custGeom>
              <a:avLst/>
              <a:gdLst/>
              <a:ahLst/>
              <a:cxnLst/>
              <a:rect l="l" t="t" r="r" b="b"/>
              <a:pathLst>
                <a:path w="57038" h="30761" extrusionOk="0">
                  <a:moveTo>
                    <a:pt x="0" y="0"/>
                  </a:moveTo>
                  <a:lnTo>
                    <a:pt x="3384" y="1488"/>
                  </a:lnTo>
                  <a:cubicBezTo>
                    <a:pt x="36827" y="17501"/>
                    <a:pt x="57038" y="28649"/>
                    <a:pt x="55620" y="30761"/>
                  </a:cubicBezTo>
                  <a:cubicBezTo>
                    <a:pt x="44472" y="26564"/>
                    <a:pt x="33325" y="21003"/>
                    <a:pt x="22872" y="15416"/>
                  </a:cubicBezTo>
                  <a:lnTo>
                    <a:pt x="0" y="4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506635" y="349830"/>
              <a:ext cx="171991" cy="108862"/>
            </a:xfrm>
            <a:custGeom>
              <a:avLst/>
              <a:gdLst/>
              <a:ahLst/>
              <a:cxnLst/>
              <a:rect l="l" t="t" r="r" b="b"/>
              <a:pathLst>
                <a:path w="171991" h="108862" extrusionOk="0">
                  <a:moveTo>
                    <a:pt x="0" y="0"/>
                  </a:moveTo>
                  <a:lnTo>
                    <a:pt x="25679" y="11764"/>
                  </a:lnTo>
                  <a:cubicBezTo>
                    <a:pt x="57038" y="27110"/>
                    <a:pt x="86979" y="45208"/>
                    <a:pt x="114862" y="65418"/>
                  </a:cubicBezTo>
                  <a:cubicBezTo>
                    <a:pt x="136796" y="79534"/>
                    <a:pt x="158746" y="94040"/>
                    <a:pt x="171294" y="102170"/>
                  </a:cubicBezTo>
                  <a:lnTo>
                    <a:pt x="171991" y="102613"/>
                  </a:lnTo>
                  <a:lnTo>
                    <a:pt x="171991" y="108862"/>
                  </a:lnTo>
                  <a:lnTo>
                    <a:pt x="152743" y="96165"/>
                  </a:lnTo>
                  <a:cubicBezTo>
                    <a:pt x="134892" y="84406"/>
                    <a:pt x="114514" y="70992"/>
                    <a:pt x="103019" y="63333"/>
                  </a:cubicBezTo>
                  <a:cubicBezTo>
                    <a:pt x="85950" y="51491"/>
                    <a:pt x="68353" y="40517"/>
                    <a:pt x="50321" y="30502"/>
                  </a:cubicBezTo>
                  <a:lnTo>
                    <a:pt x="0" y="5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506635" y="327770"/>
              <a:ext cx="65030" cy="31906"/>
            </a:xfrm>
            <a:custGeom>
              <a:avLst/>
              <a:gdLst/>
              <a:ahLst/>
              <a:cxnLst/>
              <a:rect l="l" t="t" r="r" b="b"/>
              <a:pathLst>
                <a:path w="65030" h="31906" extrusionOk="0">
                  <a:moveTo>
                    <a:pt x="0" y="0"/>
                  </a:moveTo>
                  <a:lnTo>
                    <a:pt x="12951" y="6052"/>
                  </a:lnTo>
                  <a:cubicBezTo>
                    <a:pt x="40122" y="19028"/>
                    <a:pt x="65030" y="31391"/>
                    <a:pt x="64683" y="31739"/>
                  </a:cubicBezTo>
                  <a:cubicBezTo>
                    <a:pt x="64627" y="31850"/>
                    <a:pt x="64488" y="31906"/>
                    <a:pt x="64238" y="31906"/>
                  </a:cubicBezTo>
                  <a:cubicBezTo>
                    <a:pt x="61124" y="31906"/>
                    <a:pt x="42165" y="23677"/>
                    <a:pt x="12447" y="9444"/>
                  </a:cubicBezTo>
                  <a:lnTo>
                    <a:pt x="0" y="3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506635" y="201913"/>
              <a:ext cx="171991" cy="228689"/>
            </a:xfrm>
            <a:custGeom>
              <a:avLst/>
              <a:gdLst/>
              <a:ahLst/>
              <a:cxnLst/>
              <a:rect l="l" t="t" r="r" b="b"/>
              <a:pathLst>
                <a:path w="171991" h="228689" extrusionOk="0">
                  <a:moveTo>
                    <a:pt x="0" y="0"/>
                  </a:moveTo>
                  <a:lnTo>
                    <a:pt x="51450" y="38446"/>
                  </a:lnTo>
                  <a:cubicBezTo>
                    <a:pt x="56315" y="43338"/>
                    <a:pt x="54925" y="48899"/>
                    <a:pt x="47975" y="49593"/>
                  </a:cubicBezTo>
                  <a:cubicBezTo>
                    <a:pt x="43082" y="50288"/>
                    <a:pt x="45167" y="51707"/>
                    <a:pt x="62598" y="67024"/>
                  </a:cubicBezTo>
                  <a:cubicBezTo>
                    <a:pt x="96041" y="95603"/>
                    <a:pt x="130875" y="133216"/>
                    <a:pt x="131570" y="140889"/>
                  </a:cubicBezTo>
                  <a:cubicBezTo>
                    <a:pt x="131570" y="143669"/>
                    <a:pt x="131570" y="145059"/>
                    <a:pt x="127400" y="146449"/>
                  </a:cubicBezTo>
                  <a:cubicBezTo>
                    <a:pt x="123202" y="147839"/>
                    <a:pt x="123202" y="148534"/>
                    <a:pt x="134350" y="161072"/>
                  </a:cubicBezTo>
                  <a:lnTo>
                    <a:pt x="171991" y="215169"/>
                  </a:lnTo>
                  <a:lnTo>
                    <a:pt x="171991" y="228689"/>
                  </a:lnTo>
                  <a:lnTo>
                    <a:pt x="119727" y="156902"/>
                  </a:lnTo>
                  <a:cubicBezTo>
                    <a:pt x="113472" y="148534"/>
                    <a:pt x="111359" y="145059"/>
                    <a:pt x="112777" y="142279"/>
                  </a:cubicBezTo>
                  <a:cubicBezTo>
                    <a:pt x="113472" y="140194"/>
                    <a:pt x="115557" y="139499"/>
                    <a:pt x="117642" y="139499"/>
                  </a:cubicBezTo>
                  <a:cubicBezTo>
                    <a:pt x="118031" y="139527"/>
                    <a:pt x="118365" y="139555"/>
                    <a:pt x="118670" y="139555"/>
                  </a:cubicBezTo>
                  <a:cubicBezTo>
                    <a:pt x="122229" y="139555"/>
                    <a:pt x="120005" y="135468"/>
                    <a:pt x="106494" y="120678"/>
                  </a:cubicBezTo>
                  <a:lnTo>
                    <a:pt x="93261" y="106028"/>
                  </a:lnTo>
                  <a:lnTo>
                    <a:pt x="10334" y="64245"/>
                  </a:lnTo>
                  <a:lnTo>
                    <a:pt x="0" y="59150"/>
                  </a:lnTo>
                  <a:lnTo>
                    <a:pt x="0" y="52693"/>
                  </a:lnTo>
                  <a:lnTo>
                    <a:pt x="73051" y="87930"/>
                  </a:lnTo>
                  <a:lnTo>
                    <a:pt x="52840" y="70499"/>
                  </a:lnTo>
                  <a:cubicBezTo>
                    <a:pt x="45890" y="64245"/>
                    <a:pt x="38217" y="57962"/>
                    <a:pt x="31934" y="50288"/>
                  </a:cubicBezTo>
                  <a:cubicBezTo>
                    <a:pt x="29849" y="46119"/>
                    <a:pt x="31934" y="43338"/>
                    <a:pt x="38217" y="43338"/>
                  </a:cubicBezTo>
                  <a:lnTo>
                    <a:pt x="44472" y="43338"/>
                  </a:lnTo>
                  <a:lnTo>
                    <a:pt x="39607" y="39863"/>
                  </a:lnTo>
                  <a:lnTo>
                    <a:pt x="0" y="10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98444" y="755966"/>
              <a:ext cx="28" cy="695"/>
            </a:xfrm>
            <a:custGeom>
              <a:avLst/>
              <a:gdLst/>
              <a:ahLst/>
              <a:cxnLst/>
              <a:rect l="l" t="t" r="r" b="b"/>
              <a:pathLst>
                <a:path w="28" h="695" extrusionOk="0">
                  <a:moveTo>
                    <a:pt x="28" y="0"/>
                  </a:moveTo>
                  <a:lnTo>
                    <a:pt x="28" y="695"/>
                  </a:lnTo>
                  <a:cubicBezTo>
                    <a:pt x="0" y="667"/>
                    <a:pt x="0" y="667"/>
                    <a:pt x="0" y="639"/>
                  </a:cubicBezTo>
                  <a:cubicBezTo>
                    <a:pt x="0" y="445"/>
                    <a:pt x="28" y="222"/>
                    <a:pt x="2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678626" y="417082"/>
              <a:ext cx="119818" cy="349058"/>
            </a:xfrm>
            <a:custGeom>
              <a:avLst/>
              <a:gdLst/>
              <a:ahLst/>
              <a:cxnLst/>
              <a:rect l="l" t="t" r="r" b="b"/>
              <a:pathLst>
                <a:path w="119818" h="349058" extrusionOk="0">
                  <a:moveTo>
                    <a:pt x="0" y="0"/>
                  </a:moveTo>
                  <a:lnTo>
                    <a:pt x="18126" y="26050"/>
                  </a:lnTo>
                  <a:cubicBezTo>
                    <a:pt x="36918" y="58103"/>
                    <a:pt x="38308" y="60883"/>
                    <a:pt x="32053" y="62968"/>
                  </a:cubicBezTo>
                  <a:cubicBezTo>
                    <a:pt x="30997" y="63330"/>
                    <a:pt x="29774" y="63497"/>
                    <a:pt x="28551" y="63497"/>
                  </a:cubicBezTo>
                  <a:cubicBezTo>
                    <a:pt x="27355" y="63497"/>
                    <a:pt x="26132" y="63330"/>
                    <a:pt x="25076" y="62968"/>
                  </a:cubicBezTo>
                  <a:cubicBezTo>
                    <a:pt x="24742" y="62857"/>
                    <a:pt x="24464" y="62802"/>
                    <a:pt x="24214" y="62802"/>
                  </a:cubicBezTo>
                  <a:cubicBezTo>
                    <a:pt x="23046" y="62802"/>
                    <a:pt x="23324" y="64331"/>
                    <a:pt x="25076" y="67833"/>
                  </a:cubicBezTo>
                  <a:cubicBezTo>
                    <a:pt x="34138" y="85264"/>
                    <a:pt x="64107" y="152846"/>
                    <a:pt x="72447" y="173056"/>
                  </a:cubicBezTo>
                  <a:cubicBezTo>
                    <a:pt x="83595" y="200217"/>
                    <a:pt x="84290" y="205110"/>
                    <a:pt x="77340" y="206500"/>
                  </a:cubicBezTo>
                  <a:cubicBezTo>
                    <a:pt x="72447" y="207195"/>
                    <a:pt x="73142" y="209279"/>
                    <a:pt x="90572" y="265019"/>
                  </a:cubicBezTo>
                  <a:cubicBezTo>
                    <a:pt x="96855" y="287314"/>
                    <a:pt x="105195" y="308915"/>
                    <a:pt x="114258" y="329821"/>
                  </a:cubicBezTo>
                  <a:cubicBezTo>
                    <a:pt x="116343" y="332601"/>
                    <a:pt x="118428" y="336076"/>
                    <a:pt x="119818" y="339523"/>
                  </a:cubicBezTo>
                  <a:cubicBezTo>
                    <a:pt x="119596" y="344138"/>
                    <a:pt x="116871" y="347974"/>
                    <a:pt x="112868" y="348642"/>
                  </a:cubicBezTo>
                  <a:cubicBezTo>
                    <a:pt x="112117" y="348892"/>
                    <a:pt x="111367" y="349058"/>
                    <a:pt x="110477" y="349058"/>
                  </a:cubicBezTo>
                  <a:cubicBezTo>
                    <a:pt x="106585" y="349058"/>
                    <a:pt x="100108" y="345834"/>
                    <a:pt x="77340" y="333296"/>
                  </a:cubicBezTo>
                  <a:cubicBezTo>
                    <a:pt x="59909" y="324260"/>
                    <a:pt x="36223" y="310305"/>
                    <a:pt x="23686" y="301965"/>
                  </a:cubicBezTo>
                  <a:lnTo>
                    <a:pt x="0" y="287159"/>
                  </a:lnTo>
                  <a:lnTo>
                    <a:pt x="0" y="277305"/>
                  </a:lnTo>
                  <a:lnTo>
                    <a:pt x="16013" y="287314"/>
                  </a:lnTo>
                  <a:cubicBezTo>
                    <a:pt x="36918" y="301242"/>
                    <a:pt x="60604" y="315893"/>
                    <a:pt x="68277" y="320758"/>
                  </a:cubicBezTo>
                  <a:cubicBezTo>
                    <a:pt x="72447" y="323538"/>
                    <a:pt x="77340" y="326346"/>
                    <a:pt x="82205" y="328430"/>
                  </a:cubicBezTo>
                  <a:cubicBezTo>
                    <a:pt x="82205" y="327735"/>
                    <a:pt x="67582" y="311000"/>
                    <a:pt x="18821" y="256651"/>
                  </a:cubicBezTo>
                  <a:lnTo>
                    <a:pt x="0" y="236182"/>
                  </a:lnTo>
                  <a:lnTo>
                    <a:pt x="0" y="204736"/>
                  </a:lnTo>
                  <a:lnTo>
                    <a:pt x="7673" y="213478"/>
                  </a:lnTo>
                  <a:lnTo>
                    <a:pt x="8368" y="213478"/>
                  </a:lnTo>
                  <a:cubicBezTo>
                    <a:pt x="24325" y="231548"/>
                    <a:pt x="34472" y="242251"/>
                    <a:pt x="35111" y="242251"/>
                  </a:cubicBezTo>
                  <a:cubicBezTo>
                    <a:pt x="35528" y="242251"/>
                    <a:pt x="31831" y="237636"/>
                    <a:pt x="22991" y="227406"/>
                  </a:cubicBezTo>
                  <a:cubicBezTo>
                    <a:pt x="19502" y="223569"/>
                    <a:pt x="13233" y="216251"/>
                    <a:pt x="5918" y="207539"/>
                  </a:cubicBezTo>
                  <a:lnTo>
                    <a:pt x="0" y="200384"/>
                  </a:lnTo>
                  <a:lnTo>
                    <a:pt x="0" y="186988"/>
                  </a:lnTo>
                  <a:lnTo>
                    <a:pt x="29256" y="222784"/>
                  </a:lnTo>
                  <a:cubicBezTo>
                    <a:pt x="49637" y="247957"/>
                    <a:pt x="67582" y="270606"/>
                    <a:pt x="75255" y="281059"/>
                  </a:cubicBezTo>
                  <a:lnTo>
                    <a:pt x="74560" y="281754"/>
                  </a:lnTo>
                  <a:cubicBezTo>
                    <a:pt x="83789" y="294320"/>
                    <a:pt x="91796" y="306246"/>
                    <a:pt x="93186" y="306246"/>
                  </a:cubicBezTo>
                  <a:cubicBezTo>
                    <a:pt x="93269" y="306246"/>
                    <a:pt x="93325" y="306191"/>
                    <a:pt x="93352" y="306135"/>
                  </a:cubicBezTo>
                  <a:cubicBezTo>
                    <a:pt x="94047" y="304050"/>
                    <a:pt x="77340" y="251786"/>
                    <a:pt x="70362" y="230880"/>
                  </a:cubicBezTo>
                  <a:lnTo>
                    <a:pt x="61299" y="207195"/>
                  </a:lnTo>
                  <a:lnTo>
                    <a:pt x="23686" y="181424"/>
                  </a:lnTo>
                  <a:lnTo>
                    <a:pt x="0" y="164860"/>
                  </a:lnTo>
                  <a:lnTo>
                    <a:pt x="0" y="155101"/>
                  </a:lnTo>
                  <a:lnTo>
                    <a:pt x="11930" y="163559"/>
                  </a:lnTo>
                  <a:cubicBezTo>
                    <a:pt x="19682" y="168873"/>
                    <a:pt x="27522" y="174099"/>
                    <a:pt x="33443" y="177921"/>
                  </a:cubicBezTo>
                  <a:cubicBezTo>
                    <a:pt x="44591" y="186289"/>
                    <a:pt x="56434" y="193962"/>
                    <a:pt x="58519" y="196047"/>
                  </a:cubicBezTo>
                  <a:lnTo>
                    <a:pt x="57824" y="196047"/>
                  </a:lnTo>
                  <a:cubicBezTo>
                    <a:pt x="59853" y="197076"/>
                    <a:pt x="62272" y="197715"/>
                    <a:pt x="64524" y="197715"/>
                  </a:cubicBezTo>
                  <a:cubicBezTo>
                    <a:pt x="65330" y="197715"/>
                    <a:pt x="66136" y="197632"/>
                    <a:pt x="66887" y="197437"/>
                  </a:cubicBezTo>
                  <a:lnTo>
                    <a:pt x="72447" y="196742"/>
                  </a:lnTo>
                  <a:lnTo>
                    <a:pt x="65497" y="179311"/>
                  </a:lnTo>
                  <a:cubicBezTo>
                    <a:pt x="56434" y="156321"/>
                    <a:pt x="37613" y="112425"/>
                    <a:pt x="23686" y="83179"/>
                  </a:cubicBezTo>
                  <a:cubicBezTo>
                    <a:pt x="15318" y="65748"/>
                    <a:pt x="13928" y="58103"/>
                    <a:pt x="14623" y="55991"/>
                  </a:cubicBezTo>
                  <a:cubicBezTo>
                    <a:pt x="15318" y="53906"/>
                    <a:pt x="16013" y="51821"/>
                    <a:pt x="15318" y="51821"/>
                  </a:cubicBezTo>
                  <a:cubicBezTo>
                    <a:pt x="14623" y="51300"/>
                    <a:pt x="10444" y="48513"/>
                    <a:pt x="4208" y="44386"/>
                  </a:cubicBezTo>
                  <a:lnTo>
                    <a:pt x="0" y="41610"/>
                  </a:lnTo>
                  <a:lnTo>
                    <a:pt x="0" y="35361"/>
                  </a:lnTo>
                  <a:lnTo>
                    <a:pt x="8368" y="40673"/>
                  </a:lnTo>
                  <a:lnTo>
                    <a:pt x="8368" y="41368"/>
                  </a:lnTo>
                  <a:cubicBezTo>
                    <a:pt x="12538" y="44148"/>
                    <a:pt x="16708" y="46233"/>
                    <a:pt x="21601" y="48346"/>
                  </a:cubicBezTo>
                  <a:cubicBezTo>
                    <a:pt x="21601" y="48346"/>
                    <a:pt x="13928" y="35808"/>
                    <a:pt x="5560" y="21157"/>
                  </a:cubicBezTo>
                  <a:lnTo>
                    <a:pt x="0" y="13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4" name="Google Shape;33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7202" y="4658928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"/>
          <p:cNvGrpSpPr/>
          <p:nvPr/>
        </p:nvGrpSpPr>
        <p:grpSpPr>
          <a:xfrm>
            <a:off x="10737851" y="1"/>
            <a:ext cx="1104055" cy="1057487"/>
            <a:chOff x="0" y="0"/>
            <a:chExt cx="828650" cy="793641"/>
          </a:xfrm>
        </p:grpSpPr>
        <p:sp>
          <p:nvSpPr>
            <p:cNvPr id="336" name="Google Shape;336;p3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3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370" name="Google Shape;370;p3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3"/>
          <p:cNvSpPr/>
          <p:nvPr/>
        </p:nvSpPr>
        <p:spPr>
          <a:xfrm>
            <a:off x="1896533" y="710918"/>
            <a:ext cx="7632859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algn="ctr">
              <a:buClr>
                <a:srgbClr val="573E1B"/>
              </a:buClr>
              <a:buSzPts val="3600"/>
            </a:pPr>
            <a:r>
              <a:rPr lang="en-IN" sz="4800" b="1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Processing	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"/>
          <p:cNvSpPr/>
          <p:nvPr/>
        </p:nvSpPr>
        <p:spPr>
          <a:xfrm>
            <a:off x="643467" y="2151473"/>
            <a:ext cx="121920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rgbClr val="573E1B"/>
              </a:buClr>
              <a:buSzPts val="1800"/>
            </a:pPr>
            <a:br>
              <a:rPr lang="en-IN" sz="2400">
                <a:solidFill>
                  <a:srgbClr val="573E1B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"/>
          <p:cNvSpPr/>
          <p:nvPr/>
        </p:nvSpPr>
        <p:spPr>
          <a:xfrm>
            <a:off x="541093" y="2041717"/>
            <a:ext cx="246308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>
              <a:buClr>
                <a:srgbClr val="573E1B"/>
              </a:buClr>
              <a:buSzPts val="1800"/>
            </a:pPr>
            <a:br>
              <a:rPr lang="en-IN" sz="2400">
                <a:solidFill>
                  <a:srgbClr val="573E1B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p3" descr="A glass of milk with a splash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20666" y="2349234"/>
            <a:ext cx="1971335" cy="295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F21C83-FB6A-A982-42DD-6B798934F22D}"/>
              </a:ext>
            </a:extLst>
          </p:cNvPr>
          <p:cNvSpPr txBox="1"/>
          <p:nvPr/>
        </p:nvSpPr>
        <p:spPr>
          <a:xfrm>
            <a:off x="1324135" y="1956535"/>
            <a:ext cx="9094916" cy="3349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Based on the coagulation of milk casein by acid or enzymatic action.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Removal of whey and conversion into curd mass.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Controlled temperature, pH, and time influence texture and </a:t>
            </a:r>
            <a:r>
              <a:rPr lang="en-IN" sz="2400" dirty="0" err="1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flavor</a:t>
            </a: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Application of heat and mechanical operations ensures microbial safety.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Packaging and storage conditions maintain product stability</a:t>
            </a:r>
            <a:endParaRPr lang="en-IN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F502B-1E6E-685C-186D-9C87CB9A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93" y="710918"/>
            <a:ext cx="574886" cy="686573"/>
          </a:xfrm>
        </p:spPr>
        <p:txBody>
          <a:bodyPr/>
          <a:lstStyle/>
          <a:p>
            <a:r>
              <a:rPr lang="en-US" sz="2400" dirty="0"/>
              <a:t>03</a:t>
            </a:r>
            <a:endParaRPr lang="en-IN" sz="2400" dirty="0"/>
          </a:p>
        </p:txBody>
      </p:sp>
      <p:pic>
        <p:nvPicPr>
          <p:cNvPr id="5" name="Google Shape;562;p6">
            <a:extLst>
              <a:ext uri="{FF2B5EF4-FFF2-40B4-BE49-F238E27FC236}">
                <a16:creationId xmlns:a16="http://schemas.microsoft.com/office/drawing/2014/main" id="{D6001124-0D56-569D-C4CF-88ACFD846B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6422" y="207682"/>
            <a:ext cx="1361337" cy="169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F27211D1-3A81-E040-3EA1-9AD892C55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" descr="A plate of white cub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1557" y="4556214"/>
            <a:ext cx="3452561" cy="2301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" descr="A stack of white cubes with green leave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9698" y="357779"/>
            <a:ext cx="2740613" cy="27406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AEBE47-BC9A-EC81-5AF5-8C4E93B60599}"/>
              </a:ext>
            </a:extLst>
          </p:cNvPr>
          <p:cNvSpPr txBox="1"/>
          <p:nvPr/>
        </p:nvSpPr>
        <p:spPr>
          <a:xfrm>
            <a:off x="2102144" y="226947"/>
            <a:ext cx="4834978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5333" dirty="0">
                <a:solidFill>
                  <a:srgbClr val="573E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Ingredients Used</a:t>
            </a:r>
          </a:p>
        </p:txBody>
      </p:sp>
      <p:sp>
        <p:nvSpPr>
          <p:cNvPr id="5" name="Google Shape;231;p1">
            <a:extLst>
              <a:ext uri="{FF2B5EF4-FFF2-40B4-BE49-F238E27FC236}">
                <a16:creationId xmlns:a16="http://schemas.microsoft.com/office/drawing/2014/main" id="{286D3B8A-7200-0DAE-7146-537769726504}"/>
              </a:ext>
            </a:extLst>
          </p:cNvPr>
          <p:cNvSpPr/>
          <p:nvPr/>
        </p:nvSpPr>
        <p:spPr>
          <a:xfrm rot="16630940">
            <a:off x="2395526" y="1242265"/>
            <a:ext cx="4609941" cy="5514363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FF8EA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31;p1">
            <a:extLst>
              <a:ext uri="{FF2B5EF4-FFF2-40B4-BE49-F238E27FC236}">
                <a16:creationId xmlns:a16="http://schemas.microsoft.com/office/drawing/2014/main" id="{D40AAAD8-3BC1-49B4-B675-0C3AD2B28234}"/>
              </a:ext>
            </a:extLst>
          </p:cNvPr>
          <p:cNvSpPr/>
          <p:nvPr/>
        </p:nvSpPr>
        <p:spPr>
          <a:xfrm rot="16630940">
            <a:off x="1349540" y="1214120"/>
            <a:ext cx="4602848" cy="5570653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ADEAA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AA853-28AB-BB91-B2A0-1EE7ECE70DA4}"/>
              </a:ext>
            </a:extLst>
          </p:cNvPr>
          <p:cNvSpPr txBox="1"/>
          <p:nvPr/>
        </p:nvSpPr>
        <p:spPr>
          <a:xfrm>
            <a:off x="1243159" y="2576543"/>
            <a:ext cx="459869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573E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Paneer:</a:t>
            </a:r>
          </a:p>
          <a:p>
            <a:endParaRPr lang="en-IN" sz="2400" dirty="0">
              <a:solidFill>
                <a:srgbClr val="573E1B"/>
              </a:solidFill>
            </a:endParaRP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 milk (cow or buffalo)</a:t>
            </a: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Acid coagulant (citric/lactic acid,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vinegar, or lemon juice)</a:t>
            </a: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for cooling and washing</a:t>
            </a:r>
          </a:p>
          <a:p>
            <a:endParaRPr lang="en-IN" sz="2400" dirty="0">
              <a:solidFill>
                <a:srgbClr val="573E1B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AF502B-1E6E-685C-186D-9C87CB9A90C8}"/>
              </a:ext>
            </a:extLst>
          </p:cNvPr>
          <p:cNvSpPr>
            <a:spLocks noGrp="1"/>
          </p:cNvSpPr>
          <p:nvPr/>
        </p:nvSpPr>
        <p:spPr>
          <a:xfrm>
            <a:off x="725970" y="683450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04</a:t>
            </a:r>
            <a:endParaRPr lang="en-IN" sz="2400" dirty="0"/>
          </a:p>
        </p:txBody>
      </p:sp>
      <p:pic>
        <p:nvPicPr>
          <p:cNvPr id="4" name="Google Shape;562;p6">
            <a:extLst>
              <a:ext uri="{FF2B5EF4-FFF2-40B4-BE49-F238E27FC236}">
                <a16:creationId xmlns:a16="http://schemas.microsoft.com/office/drawing/2014/main" id="{15B8ACD9-6893-0E43-522C-184D8DCF8F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33484"/>
            <a:ext cx="1361337" cy="169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34;p3">
            <a:extLst>
              <a:ext uri="{FF2B5EF4-FFF2-40B4-BE49-F238E27FC236}">
                <a16:creationId xmlns:a16="http://schemas.microsoft.com/office/drawing/2014/main" id="{582F1144-9294-9DC4-0B4F-922636F97E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4643639"/>
            <a:ext cx="1110628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271;p3">
            <a:extLst>
              <a:ext uri="{FF2B5EF4-FFF2-40B4-BE49-F238E27FC236}">
                <a16:creationId xmlns:a16="http://schemas.microsoft.com/office/drawing/2014/main" id="{A127F1D3-06DF-FC4A-9DD6-4FB0B3208973}"/>
              </a:ext>
            </a:extLst>
          </p:cNvPr>
          <p:cNvGrpSpPr/>
          <p:nvPr/>
        </p:nvGrpSpPr>
        <p:grpSpPr>
          <a:xfrm>
            <a:off x="98189" y="2422354"/>
            <a:ext cx="957579" cy="1158240"/>
            <a:chOff x="0" y="0"/>
            <a:chExt cx="718677" cy="869254"/>
          </a:xfrm>
        </p:grpSpPr>
        <p:sp>
          <p:nvSpPr>
            <p:cNvPr id="10" name="Google Shape;272;p3">
              <a:extLst>
                <a:ext uri="{FF2B5EF4-FFF2-40B4-BE49-F238E27FC236}">
                  <a16:creationId xmlns:a16="http://schemas.microsoft.com/office/drawing/2014/main" id="{10A4683F-0DBE-C628-8483-3A7F62406BF8}"/>
                </a:ext>
              </a:extLst>
            </p:cNvPr>
            <p:cNvSpPr/>
            <p:nvPr/>
          </p:nvSpPr>
          <p:spPr>
            <a:xfrm>
              <a:off x="0" y="0"/>
              <a:ext cx="79950" cy="366113"/>
            </a:xfrm>
            <a:custGeom>
              <a:avLst/>
              <a:gdLst/>
              <a:ahLst/>
              <a:cxnLst/>
              <a:rect l="l" t="t" r="r" b="b"/>
              <a:pathLst>
                <a:path w="79950" h="366113" extrusionOk="0">
                  <a:moveTo>
                    <a:pt x="9644" y="0"/>
                  </a:moveTo>
                  <a:cubicBezTo>
                    <a:pt x="13047" y="0"/>
                    <a:pt x="18294" y="3403"/>
                    <a:pt x="41949" y="20024"/>
                  </a:cubicBezTo>
                  <a:cubicBezTo>
                    <a:pt x="50117" y="26065"/>
                    <a:pt x="59888" y="33354"/>
                    <a:pt x="69131" y="40285"/>
                  </a:cubicBezTo>
                  <a:lnTo>
                    <a:pt x="79950" y="48447"/>
                  </a:lnTo>
                  <a:lnTo>
                    <a:pt x="79950" y="58380"/>
                  </a:lnTo>
                  <a:lnTo>
                    <a:pt x="69666" y="50145"/>
                  </a:lnTo>
                  <a:cubicBezTo>
                    <a:pt x="60782" y="42948"/>
                    <a:pt x="53677" y="37084"/>
                    <a:pt x="50485" y="34234"/>
                  </a:cubicBezTo>
                  <a:cubicBezTo>
                    <a:pt x="46203" y="30688"/>
                    <a:pt x="41949" y="27852"/>
                    <a:pt x="36985" y="25016"/>
                  </a:cubicBezTo>
                  <a:cubicBezTo>
                    <a:pt x="36985" y="25548"/>
                    <a:pt x="44180" y="36066"/>
                    <a:pt x="66073" y="67090"/>
                  </a:cubicBezTo>
                  <a:lnTo>
                    <a:pt x="79950" y="86698"/>
                  </a:lnTo>
                  <a:lnTo>
                    <a:pt x="79950" y="125066"/>
                  </a:lnTo>
                  <a:lnTo>
                    <a:pt x="74282" y="118073"/>
                  </a:lnTo>
                  <a:cubicBezTo>
                    <a:pt x="74069" y="118073"/>
                    <a:pt x="74743" y="119357"/>
                    <a:pt x="76423" y="122047"/>
                  </a:cubicBezTo>
                  <a:lnTo>
                    <a:pt x="79950" y="127401"/>
                  </a:lnTo>
                  <a:lnTo>
                    <a:pt x="79950" y="141609"/>
                  </a:lnTo>
                  <a:lnTo>
                    <a:pt x="77848" y="138299"/>
                  </a:lnTo>
                  <a:cubicBezTo>
                    <a:pt x="60257" y="110309"/>
                    <a:pt x="44799" y="85073"/>
                    <a:pt x="38404" y="73345"/>
                  </a:cubicBezTo>
                  <a:cubicBezTo>
                    <a:pt x="30292" y="59136"/>
                    <a:pt x="24733" y="46231"/>
                    <a:pt x="23002" y="46231"/>
                  </a:cubicBezTo>
                  <a:cubicBezTo>
                    <a:pt x="22917" y="46231"/>
                    <a:pt x="22833" y="46259"/>
                    <a:pt x="22747" y="46316"/>
                  </a:cubicBezTo>
                  <a:cubicBezTo>
                    <a:pt x="22038" y="47762"/>
                    <a:pt x="31993" y="103183"/>
                    <a:pt x="36985" y="125220"/>
                  </a:cubicBezTo>
                  <a:lnTo>
                    <a:pt x="42657" y="150123"/>
                  </a:lnTo>
                  <a:lnTo>
                    <a:pt x="78196" y="181378"/>
                  </a:lnTo>
                  <a:lnTo>
                    <a:pt x="79950" y="182952"/>
                  </a:lnTo>
                  <a:lnTo>
                    <a:pt x="79950" y="193233"/>
                  </a:lnTo>
                  <a:lnTo>
                    <a:pt x="68240" y="182796"/>
                  </a:lnTo>
                  <a:cubicBezTo>
                    <a:pt x="57576" y="173579"/>
                    <a:pt x="46912" y="163623"/>
                    <a:pt x="44785" y="162205"/>
                  </a:cubicBezTo>
                  <a:lnTo>
                    <a:pt x="44785" y="162914"/>
                  </a:lnTo>
                  <a:cubicBezTo>
                    <a:pt x="41949" y="160787"/>
                    <a:pt x="39112" y="159341"/>
                    <a:pt x="35539" y="159341"/>
                  </a:cubicBezTo>
                  <a:lnTo>
                    <a:pt x="29866" y="159341"/>
                  </a:lnTo>
                  <a:lnTo>
                    <a:pt x="34830" y="177833"/>
                  </a:lnTo>
                  <a:cubicBezTo>
                    <a:pt x="41239" y="202707"/>
                    <a:pt x="55449" y="248909"/>
                    <a:pt x="66114" y="280193"/>
                  </a:cubicBezTo>
                  <a:cubicBezTo>
                    <a:pt x="72523" y="299395"/>
                    <a:pt x="73233" y="306485"/>
                    <a:pt x="71814" y="308641"/>
                  </a:cubicBezTo>
                  <a:cubicBezTo>
                    <a:pt x="70396" y="310768"/>
                    <a:pt x="70396" y="313604"/>
                    <a:pt x="70396" y="313604"/>
                  </a:cubicBezTo>
                  <a:cubicBezTo>
                    <a:pt x="70840" y="313870"/>
                    <a:pt x="72082" y="314814"/>
                    <a:pt x="73961" y="316297"/>
                  </a:cubicBezTo>
                  <a:lnTo>
                    <a:pt x="79950" y="321119"/>
                  </a:lnTo>
                  <a:lnTo>
                    <a:pt x="79950" y="327568"/>
                  </a:lnTo>
                  <a:lnTo>
                    <a:pt x="76777" y="324978"/>
                  </a:lnTo>
                  <a:lnTo>
                    <a:pt x="77487" y="324978"/>
                  </a:lnTo>
                  <a:cubicBezTo>
                    <a:pt x="73942" y="321432"/>
                    <a:pt x="69659" y="318568"/>
                    <a:pt x="65405" y="315731"/>
                  </a:cubicBezTo>
                  <a:cubicBezTo>
                    <a:pt x="65405" y="316440"/>
                    <a:pt x="71105" y="329941"/>
                    <a:pt x="78196" y="346306"/>
                  </a:cubicBezTo>
                  <a:lnTo>
                    <a:pt x="79950" y="349452"/>
                  </a:lnTo>
                  <a:lnTo>
                    <a:pt x="79950" y="366113"/>
                  </a:lnTo>
                  <a:lnTo>
                    <a:pt x="65405" y="339187"/>
                  </a:lnTo>
                  <a:cubicBezTo>
                    <a:pt x="50485" y="303649"/>
                    <a:pt x="49777" y="300813"/>
                    <a:pt x="56158" y="300104"/>
                  </a:cubicBezTo>
                  <a:cubicBezTo>
                    <a:pt x="57037" y="299792"/>
                    <a:pt x="58058" y="299621"/>
                    <a:pt x="59079" y="299621"/>
                  </a:cubicBezTo>
                  <a:cubicBezTo>
                    <a:pt x="60527" y="299621"/>
                    <a:pt x="62030" y="299990"/>
                    <a:pt x="63277" y="300813"/>
                  </a:cubicBezTo>
                  <a:cubicBezTo>
                    <a:pt x="63505" y="300926"/>
                    <a:pt x="63703" y="300983"/>
                    <a:pt x="63844" y="300983"/>
                  </a:cubicBezTo>
                  <a:cubicBezTo>
                    <a:pt x="64667" y="300983"/>
                    <a:pt x="64468" y="299395"/>
                    <a:pt x="63277" y="295821"/>
                  </a:cubicBezTo>
                  <a:cubicBezTo>
                    <a:pt x="56158" y="277357"/>
                    <a:pt x="33411" y="204834"/>
                    <a:pt x="27739" y="183534"/>
                  </a:cubicBezTo>
                  <a:cubicBezTo>
                    <a:pt x="19910" y="154377"/>
                    <a:pt x="19910" y="149414"/>
                    <a:pt x="27030" y="148676"/>
                  </a:cubicBezTo>
                  <a:cubicBezTo>
                    <a:pt x="31993" y="148676"/>
                    <a:pt x="31284" y="146549"/>
                    <a:pt x="20620" y="87555"/>
                  </a:cubicBezTo>
                  <a:cubicBezTo>
                    <a:pt x="17075" y="64808"/>
                    <a:pt x="11374" y="42062"/>
                    <a:pt x="4993" y="19315"/>
                  </a:cubicBezTo>
                  <a:cubicBezTo>
                    <a:pt x="2865" y="15770"/>
                    <a:pt x="1419" y="12905"/>
                    <a:pt x="710" y="9360"/>
                  </a:cubicBezTo>
                  <a:lnTo>
                    <a:pt x="0" y="9360"/>
                  </a:lnTo>
                  <a:cubicBezTo>
                    <a:pt x="0" y="5105"/>
                    <a:pt x="3574" y="823"/>
                    <a:pt x="8538" y="113"/>
                  </a:cubicBezTo>
                  <a:cubicBezTo>
                    <a:pt x="8906" y="57"/>
                    <a:pt x="9247" y="0"/>
                    <a:pt x="96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73;p3">
              <a:extLst>
                <a:ext uri="{FF2B5EF4-FFF2-40B4-BE49-F238E27FC236}">
                  <a16:creationId xmlns:a16="http://schemas.microsoft.com/office/drawing/2014/main" id="{00046C1A-84B6-359D-15EA-AFF71347E34D}"/>
                </a:ext>
              </a:extLst>
            </p:cNvPr>
            <p:cNvSpPr/>
            <p:nvPr/>
          </p:nvSpPr>
          <p:spPr>
            <a:xfrm>
              <a:off x="178784" y="550072"/>
              <a:ext cx="7152" cy="14719"/>
            </a:xfrm>
            <a:custGeom>
              <a:avLst/>
              <a:gdLst/>
              <a:ahLst/>
              <a:cxnLst/>
              <a:rect l="l" t="t" r="r" b="b"/>
              <a:pathLst>
                <a:path w="7152" h="14719" extrusionOk="0">
                  <a:moveTo>
                    <a:pt x="7152" y="0"/>
                  </a:moveTo>
                  <a:lnTo>
                    <a:pt x="7152" y="14719"/>
                  </a:lnTo>
                  <a:lnTo>
                    <a:pt x="3191" y="10910"/>
                  </a:lnTo>
                  <a:cubicBezTo>
                    <a:pt x="709" y="7705"/>
                    <a:pt x="0" y="4861"/>
                    <a:pt x="890" y="2819"/>
                  </a:cubicBezTo>
                  <a:lnTo>
                    <a:pt x="715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74;p3">
              <a:extLst>
                <a:ext uri="{FF2B5EF4-FFF2-40B4-BE49-F238E27FC236}">
                  <a16:creationId xmlns:a16="http://schemas.microsoft.com/office/drawing/2014/main" id="{C87393A7-27AF-7E1D-1EF1-60F1C4B0CF83}"/>
                </a:ext>
              </a:extLst>
            </p:cNvPr>
            <p:cNvSpPr/>
            <p:nvPr/>
          </p:nvSpPr>
          <p:spPr>
            <a:xfrm>
              <a:off x="181265" y="438683"/>
              <a:ext cx="4671" cy="3295"/>
            </a:xfrm>
            <a:custGeom>
              <a:avLst/>
              <a:gdLst/>
              <a:ahLst/>
              <a:cxnLst/>
              <a:rect l="l" t="t" r="r" b="b"/>
              <a:pathLst>
                <a:path w="4671" h="3295" extrusionOk="0">
                  <a:moveTo>
                    <a:pt x="142" y="0"/>
                  </a:moveTo>
                  <a:cubicBezTo>
                    <a:pt x="589" y="0"/>
                    <a:pt x="2108" y="661"/>
                    <a:pt x="4598" y="1944"/>
                  </a:cubicBezTo>
                  <a:lnTo>
                    <a:pt x="4671" y="1984"/>
                  </a:lnTo>
                  <a:lnTo>
                    <a:pt x="4671" y="3295"/>
                  </a:lnTo>
                  <a:lnTo>
                    <a:pt x="4127" y="2936"/>
                  </a:lnTo>
                  <a:cubicBezTo>
                    <a:pt x="1488" y="1161"/>
                    <a:pt x="0" y="117"/>
                    <a:pt x="0" y="28"/>
                  </a:cubicBezTo>
                  <a:cubicBezTo>
                    <a:pt x="29" y="0"/>
                    <a:pt x="85" y="0"/>
                    <a:pt x="14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75;p3">
              <a:extLst>
                <a:ext uri="{FF2B5EF4-FFF2-40B4-BE49-F238E27FC236}">
                  <a16:creationId xmlns:a16="http://schemas.microsoft.com/office/drawing/2014/main" id="{7859C79F-06D2-5975-373A-B00694750459}"/>
                </a:ext>
              </a:extLst>
            </p:cNvPr>
            <p:cNvSpPr/>
            <p:nvPr/>
          </p:nvSpPr>
          <p:spPr>
            <a:xfrm>
              <a:off x="79950" y="349452"/>
              <a:ext cx="105986" cy="194288"/>
            </a:xfrm>
            <a:custGeom>
              <a:avLst/>
              <a:gdLst/>
              <a:ahLst/>
              <a:cxnLst/>
              <a:rect l="l" t="t" r="r" b="b"/>
              <a:pathLst>
                <a:path w="105986" h="194288" extrusionOk="0">
                  <a:moveTo>
                    <a:pt x="0" y="0"/>
                  </a:moveTo>
                  <a:lnTo>
                    <a:pt x="46603" y="83586"/>
                  </a:lnTo>
                  <a:cubicBezTo>
                    <a:pt x="52276" y="92095"/>
                    <a:pt x="53694" y="96378"/>
                    <a:pt x="52276" y="98505"/>
                  </a:cubicBezTo>
                  <a:cubicBezTo>
                    <a:pt x="50858" y="100632"/>
                    <a:pt x="48730" y="101341"/>
                    <a:pt x="46603" y="101341"/>
                  </a:cubicBezTo>
                  <a:cubicBezTo>
                    <a:pt x="45951" y="101171"/>
                    <a:pt x="45413" y="101058"/>
                    <a:pt x="45015" y="101058"/>
                  </a:cubicBezTo>
                  <a:cubicBezTo>
                    <a:pt x="42151" y="101058"/>
                    <a:pt x="44676" y="105737"/>
                    <a:pt x="55821" y="121252"/>
                  </a:cubicBezTo>
                  <a:lnTo>
                    <a:pt x="67195" y="137589"/>
                  </a:lnTo>
                  <a:lnTo>
                    <a:pt x="105986" y="163105"/>
                  </a:lnTo>
                  <a:lnTo>
                    <a:pt x="105986" y="173749"/>
                  </a:lnTo>
                  <a:lnTo>
                    <a:pt x="84979" y="160335"/>
                  </a:lnTo>
                  <a:lnTo>
                    <a:pt x="104180" y="180246"/>
                  </a:lnTo>
                  <a:lnTo>
                    <a:pt x="105986" y="182388"/>
                  </a:lnTo>
                  <a:lnTo>
                    <a:pt x="105986" y="194288"/>
                  </a:lnTo>
                  <a:lnTo>
                    <a:pt x="103714" y="191457"/>
                  </a:lnTo>
                  <a:cubicBezTo>
                    <a:pt x="101416" y="188824"/>
                    <a:pt x="98309" y="185401"/>
                    <a:pt x="94224" y="180955"/>
                  </a:cubicBezTo>
                  <a:cubicBezTo>
                    <a:pt x="63650" y="148253"/>
                    <a:pt x="33075" y="106333"/>
                    <a:pt x="33075" y="97796"/>
                  </a:cubicBezTo>
                  <a:cubicBezTo>
                    <a:pt x="33075" y="94960"/>
                    <a:pt x="33075" y="94251"/>
                    <a:pt x="38067" y="92804"/>
                  </a:cubicBezTo>
                  <a:cubicBezTo>
                    <a:pt x="42321" y="92095"/>
                    <a:pt x="42321" y="91386"/>
                    <a:pt x="33075" y="77885"/>
                  </a:cubicBezTo>
                  <a:lnTo>
                    <a:pt x="0" y="16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76;p3">
              <a:extLst>
                <a:ext uri="{FF2B5EF4-FFF2-40B4-BE49-F238E27FC236}">
                  <a16:creationId xmlns:a16="http://schemas.microsoft.com/office/drawing/2014/main" id="{64129E39-C63C-0C18-1B26-41568BC1E818}"/>
                </a:ext>
              </a:extLst>
            </p:cNvPr>
            <p:cNvSpPr/>
            <p:nvPr/>
          </p:nvSpPr>
          <p:spPr>
            <a:xfrm>
              <a:off x="79950" y="321119"/>
              <a:ext cx="105986" cy="92374"/>
            </a:xfrm>
            <a:custGeom>
              <a:avLst/>
              <a:gdLst/>
              <a:ahLst/>
              <a:cxnLst/>
              <a:rect l="l" t="t" r="r" b="b"/>
              <a:pathLst>
                <a:path w="105986" h="92374" extrusionOk="0">
                  <a:moveTo>
                    <a:pt x="0" y="0"/>
                  </a:moveTo>
                  <a:lnTo>
                    <a:pt x="1382" y="1113"/>
                  </a:lnTo>
                  <a:cubicBezTo>
                    <a:pt x="19273" y="15672"/>
                    <a:pt x="54063" y="44729"/>
                    <a:pt x="70059" y="58599"/>
                  </a:cubicBezTo>
                  <a:lnTo>
                    <a:pt x="105986" y="87881"/>
                  </a:lnTo>
                  <a:lnTo>
                    <a:pt x="105986" y="92374"/>
                  </a:lnTo>
                  <a:lnTo>
                    <a:pt x="57977" y="55762"/>
                  </a:lnTo>
                  <a:cubicBezTo>
                    <a:pt x="37705" y="38170"/>
                    <a:pt x="17050" y="20563"/>
                    <a:pt x="5286" y="10764"/>
                  </a:cubicBezTo>
                  <a:lnTo>
                    <a:pt x="0" y="6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77;p3">
              <a:extLst>
                <a:ext uri="{FF2B5EF4-FFF2-40B4-BE49-F238E27FC236}">
                  <a16:creationId xmlns:a16="http://schemas.microsoft.com/office/drawing/2014/main" id="{7CFA097E-2F58-6C8B-5A8C-48BAD7489B71}"/>
                </a:ext>
              </a:extLst>
            </p:cNvPr>
            <p:cNvSpPr/>
            <p:nvPr/>
          </p:nvSpPr>
          <p:spPr>
            <a:xfrm>
              <a:off x="96688" y="249505"/>
              <a:ext cx="89248" cy="68856"/>
            </a:xfrm>
            <a:custGeom>
              <a:avLst/>
              <a:gdLst/>
              <a:ahLst/>
              <a:cxnLst/>
              <a:rect l="l" t="t" r="r" b="b"/>
              <a:pathLst>
                <a:path w="89248" h="68856" extrusionOk="0">
                  <a:moveTo>
                    <a:pt x="2837" y="0"/>
                  </a:moveTo>
                  <a:cubicBezTo>
                    <a:pt x="5559" y="0"/>
                    <a:pt x="14436" y="6070"/>
                    <a:pt x="61830" y="39934"/>
                  </a:cubicBezTo>
                  <a:cubicBezTo>
                    <a:pt x="68411" y="44557"/>
                    <a:pt x="74678" y="48957"/>
                    <a:pt x="80390" y="52956"/>
                  </a:cubicBezTo>
                  <a:lnTo>
                    <a:pt x="89248" y="59135"/>
                  </a:lnTo>
                  <a:lnTo>
                    <a:pt x="89248" y="68856"/>
                  </a:lnTo>
                  <a:lnTo>
                    <a:pt x="87759" y="68000"/>
                  </a:lnTo>
                  <a:cubicBezTo>
                    <a:pt x="78462" y="62369"/>
                    <a:pt x="76069" y="59838"/>
                    <a:pt x="76069" y="57689"/>
                  </a:cubicBezTo>
                  <a:cubicBezTo>
                    <a:pt x="76069" y="55562"/>
                    <a:pt x="67532" y="49181"/>
                    <a:pt x="38375" y="29270"/>
                  </a:cubicBezTo>
                  <a:cubicBezTo>
                    <a:pt x="7090" y="7942"/>
                    <a:pt x="0" y="3687"/>
                    <a:pt x="1419" y="823"/>
                  </a:cubicBezTo>
                  <a:cubicBezTo>
                    <a:pt x="1844" y="397"/>
                    <a:pt x="2156" y="0"/>
                    <a:pt x="283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78;p3">
              <a:extLst>
                <a:ext uri="{FF2B5EF4-FFF2-40B4-BE49-F238E27FC236}">
                  <a16:creationId xmlns:a16="http://schemas.microsoft.com/office/drawing/2014/main" id="{415E1A50-1C87-D448-B971-D763379A5F63}"/>
                </a:ext>
              </a:extLst>
            </p:cNvPr>
            <p:cNvSpPr/>
            <p:nvPr/>
          </p:nvSpPr>
          <p:spPr>
            <a:xfrm>
              <a:off x="79950" y="127401"/>
              <a:ext cx="105986" cy="167144"/>
            </a:xfrm>
            <a:custGeom>
              <a:avLst/>
              <a:gdLst/>
              <a:ahLst/>
              <a:cxnLst/>
              <a:rect l="l" t="t" r="r" b="b"/>
              <a:pathLst>
                <a:path w="105986" h="167144" extrusionOk="0">
                  <a:moveTo>
                    <a:pt x="0" y="0"/>
                  </a:moveTo>
                  <a:lnTo>
                    <a:pt x="4656" y="7066"/>
                  </a:lnTo>
                  <a:cubicBezTo>
                    <a:pt x="10328" y="15603"/>
                    <a:pt x="25984" y="39059"/>
                    <a:pt x="39484" y="60388"/>
                  </a:cubicBezTo>
                  <a:cubicBezTo>
                    <a:pt x="52985" y="81007"/>
                    <a:pt x="76441" y="114418"/>
                    <a:pt x="92097" y="134300"/>
                  </a:cubicBezTo>
                  <a:lnTo>
                    <a:pt x="105986" y="152042"/>
                  </a:lnTo>
                  <a:lnTo>
                    <a:pt x="105986" y="167144"/>
                  </a:lnTo>
                  <a:lnTo>
                    <a:pt x="102733" y="162748"/>
                  </a:lnTo>
                  <a:cubicBezTo>
                    <a:pt x="80724" y="135747"/>
                    <a:pt x="75023" y="129337"/>
                    <a:pt x="62232" y="119382"/>
                  </a:cubicBezTo>
                  <a:cubicBezTo>
                    <a:pt x="53694" y="113000"/>
                    <a:pt x="38067" y="100180"/>
                    <a:pt x="27402" y="90253"/>
                  </a:cubicBezTo>
                  <a:lnTo>
                    <a:pt x="0" y="65832"/>
                  </a:lnTo>
                  <a:lnTo>
                    <a:pt x="0" y="55551"/>
                  </a:lnTo>
                  <a:lnTo>
                    <a:pt x="28563" y="81169"/>
                  </a:lnTo>
                  <a:cubicBezTo>
                    <a:pt x="51922" y="101965"/>
                    <a:pt x="56176" y="105172"/>
                    <a:pt x="57239" y="105172"/>
                  </a:cubicBezTo>
                  <a:cubicBezTo>
                    <a:pt x="55821" y="100889"/>
                    <a:pt x="52985" y="96635"/>
                    <a:pt x="50149" y="92380"/>
                  </a:cubicBezTo>
                  <a:cubicBezTo>
                    <a:pt x="42683" y="81007"/>
                    <a:pt x="34018" y="67634"/>
                    <a:pt x="25021" y="53606"/>
                  </a:cubicBezTo>
                  <a:lnTo>
                    <a:pt x="0" y="1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79;p3">
              <a:extLst>
                <a:ext uri="{FF2B5EF4-FFF2-40B4-BE49-F238E27FC236}">
                  <a16:creationId xmlns:a16="http://schemas.microsoft.com/office/drawing/2014/main" id="{3DE58140-7FF6-D9A5-0016-95378B7726A3}"/>
                </a:ext>
              </a:extLst>
            </p:cNvPr>
            <p:cNvSpPr/>
            <p:nvPr/>
          </p:nvSpPr>
          <p:spPr>
            <a:xfrm>
              <a:off x="79950" y="41750"/>
              <a:ext cx="105986" cy="233790"/>
            </a:xfrm>
            <a:custGeom>
              <a:avLst/>
              <a:gdLst/>
              <a:ahLst/>
              <a:cxnLst/>
              <a:rect l="l" t="t" r="r" b="b"/>
              <a:pathLst>
                <a:path w="105986" h="233790" extrusionOk="0">
                  <a:moveTo>
                    <a:pt x="52787" y="0"/>
                  </a:moveTo>
                  <a:cubicBezTo>
                    <a:pt x="53269" y="0"/>
                    <a:pt x="53808" y="113"/>
                    <a:pt x="54404" y="312"/>
                  </a:cubicBezTo>
                  <a:cubicBezTo>
                    <a:pt x="57239" y="3857"/>
                    <a:pt x="58686" y="8140"/>
                    <a:pt x="59396" y="12394"/>
                  </a:cubicBezTo>
                  <a:cubicBezTo>
                    <a:pt x="61522" y="20932"/>
                    <a:pt x="66486" y="28760"/>
                    <a:pt x="72896" y="33723"/>
                  </a:cubicBezTo>
                  <a:cubicBezTo>
                    <a:pt x="78583" y="39410"/>
                    <a:pt x="89602" y="51315"/>
                    <a:pt x="99642" y="62422"/>
                  </a:cubicBezTo>
                  <a:lnTo>
                    <a:pt x="105986" y="69539"/>
                  </a:lnTo>
                  <a:lnTo>
                    <a:pt x="105986" y="83795"/>
                  </a:lnTo>
                  <a:lnTo>
                    <a:pt x="97327" y="73618"/>
                  </a:lnTo>
                  <a:cubicBezTo>
                    <a:pt x="92438" y="68020"/>
                    <a:pt x="87460" y="62511"/>
                    <a:pt x="83560" y="58597"/>
                  </a:cubicBezTo>
                  <a:lnTo>
                    <a:pt x="84269" y="57888"/>
                  </a:lnTo>
                  <a:cubicBezTo>
                    <a:pt x="79277" y="52215"/>
                    <a:pt x="74313" y="47224"/>
                    <a:pt x="69350" y="42969"/>
                  </a:cubicBezTo>
                  <a:cubicBezTo>
                    <a:pt x="67904" y="42969"/>
                    <a:pt x="82851" y="100545"/>
                    <a:pt x="104180" y="175904"/>
                  </a:cubicBezTo>
                  <a:lnTo>
                    <a:pt x="105986" y="181123"/>
                  </a:lnTo>
                  <a:lnTo>
                    <a:pt x="105986" y="233790"/>
                  </a:lnTo>
                  <a:lnTo>
                    <a:pt x="102784" y="229410"/>
                  </a:lnTo>
                  <a:cubicBezTo>
                    <a:pt x="92125" y="214722"/>
                    <a:pt x="77874" y="194737"/>
                    <a:pt x="67195" y="178740"/>
                  </a:cubicBezTo>
                  <a:cubicBezTo>
                    <a:pt x="52985" y="158121"/>
                    <a:pt x="30948" y="126128"/>
                    <a:pt x="18156" y="108373"/>
                  </a:cubicBezTo>
                  <a:cubicBezTo>
                    <a:pt x="11080" y="98290"/>
                    <a:pt x="5294" y="90278"/>
                    <a:pt x="1192" y="84786"/>
                  </a:cubicBezTo>
                  <a:lnTo>
                    <a:pt x="0" y="83316"/>
                  </a:lnTo>
                  <a:lnTo>
                    <a:pt x="0" y="44949"/>
                  </a:lnTo>
                  <a:lnTo>
                    <a:pt x="13192" y="63589"/>
                  </a:lnTo>
                  <a:cubicBezTo>
                    <a:pt x="30948" y="88463"/>
                    <a:pt x="53694" y="121165"/>
                    <a:pt x="63650" y="135374"/>
                  </a:cubicBezTo>
                  <a:cubicBezTo>
                    <a:pt x="86027" y="167566"/>
                    <a:pt x="100861" y="189405"/>
                    <a:pt x="101315" y="189405"/>
                  </a:cubicBezTo>
                  <a:cubicBezTo>
                    <a:pt x="99897" y="183704"/>
                    <a:pt x="67195" y="65007"/>
                    <a:pt x="65067" y="57888"/>
                  </a:cubicBezTo>
                  <a:cubicBezTo>
                    <a:pt x="64188" y="53492"/>
                    <a:pt x="63593" y="51535"/>
                    <a:pt x="62912" y="51535"/>
                  </a:cubicBezTo>
                  <a:cubicBezTo>
                    <a:pt x="62487" y="51535"/>
                    <a:pt x="62061" y="52272"/>
                    <a:pt x="61522" y="53633"/>
                  </a:cubicBezTo>
                  <a:cubicBezTo>
                    <a:pt x="62232" y="62142"/>
                    <a:pt x="63650" y="70679"/>
                    <a:pt x="66486" y="78507"/>
                  </a:cubicBezTo>
                  <a:cubicBezTo>
                    <a:pt x="72896" y="101254"/>
                    <a:pt x="79986" y="141784"/>
                    <a:pt x="77150" y="143911"/>
                  </a:cubicBezTo>
                  <a:cubicBezTo>
                    <a:pt x="76583" y="144479"/>
                    <a:pt x="76072" y="144791"/>
                    <a:pt x="75618" y="144791"/>
                  </a:cubicBezTo>
                  <a:cubicBezTo>
                    <a:pt x="73690" y="144791"/>
                    <a:pt x="72328" y="139657"/>
                    <a:pt x="70059" y="125419"/>
                  </a:cubicBezTo>
                  <a:cubicBezTo>
                    <a:pt x="68613" y="115464"/>
                    <a:pt x="64359" y="97000"/>
                    <a:pt x="61522" y="84917"/>
                  </a:cubicBezTo>
                  <a:lnTo>
                    <a:pt x="55821" y="62880"/>
                  </a:lnTo>
                  <a:lnTo>
                    <a:pt x="19575" y="32305"/>
                  </a:lnTo>
                  <a:lnTo>
                    <a:pt x="0" y="16630"/>
                  </a:lnTo>
                  <a:lnTo>
                    <a:pt x="0" y="6697"/>
                  </a:lnTo>
                  <a:lnTo>
                    <a:pt x="13192" y="16649"/>
                  </a:lnTo>
                  <a:cubicBezTo>
                    <a:pt x="24566" y="26604"/>
                    <a:pt x="38776" y="37977"/>
                    <a:pt x="43739" y="42260"/>
                  </a:cubicBezTo>
                  <a:lnTo>
                    <a:pt x="53694" y="50769"/>
                  </a:lnTo>
                  <a:lnTo>
                    <a:pt x="53694" y="37977"/>
                  </a:lnTo>
                  <a:cubicBezTo>
                    <a:pt x="52276" y="33014"/>
                    <a:pt x="52276" y="28760"/>
                    <a:pt x="53694" y="23768"/>
                  </a:cubicBezTo>
                  <a:cubicBezTo>
                    <a:pt x="54404" y="20222"/>
                    <a:pt x="53694" y="15940"/>
                    <a:pt x="52276" y="11685"/>
                  </a:cubicBezTo>
                  <a:cubicBezTo>
                    <a:pt x="49213" y="3744"/>
                    <a:pt x="49837" y="0"/>
                    <a:pt x="5278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80;p3">
              <a:extLst>
                <a:ext uri="{FF2B5EF4-FFF2-40B4-BE49-F238E27FC236}">
                  <a16:creationId xmlns:a16="http://schemas.microsoft.com/office/drawing/2014/main" id="{D625EEE8-F6BF-95F0-8844-4C856FA8BD0E}"/>
                </a:ext>
              </a:extLst>
            </p:cNvPr>
            <p:cNvSpPr/>
            <p:nvPr/>
          </p:nvSpPr>
          <p:spPr>
            <a:xfrm>
              <a:off x="339429" y="722158"/>
              <a:ext cx="17436" cy="17184"/>
            </a:xfrm>
            <a:custGeom>
              <a:avLst/>
              <a:gdLst/>
              <a:ahLst/>
              <a:cxnLst/>
              <a:rect l="l" t="t" r="r" b="b"/>
              <a:pathLst>
                <a:path w="17436" h="17184" extrusionOk="0">
                  <a:moveTo>
                    <a:pt x="17436" y="0"/>
                  </a:moveTo>
                  <a:lnTo>
                    <a:pt x="17436" y="5879"/>
                  </a:lnTo>
                  <a:lnTo>
                    <a:pt x="13146" y="5879"/>
                  </a:lnTo>
                  <a:cubicBezTo>
                    <a:pt x="12691" y="5879"/>
                    <a:pt x="12267" y="5851"/>
                    <a:pt x="11869" y="5851"/>
                  </a:cubicBezTo>
                  <a:cubicBezTo>
                    <a:pt x="9615" y="5851"/>
                    <a:pt x="8679" y="6007"/>
                    <a:pt x="12312" y="8042"/>
                  </a:cubicBezTo>
                  <a:lnTo>
                    <a:pt x="17436" y="10623"/>
                  </a:lnTo>
                  <a:lnTo>
                    <a:pt x="17436" y="17184"/>
                  </a:lnTo>
                  <a:lnTo>
                    <a:pt x="11240" y="14091"/>
                  </a:lnTo>
                  <a:cubicBezTo>
                    <a:pt x="4752" y="10405"/>
                    <a:pt x="708" y="7475"/>
                    <a:pt x="354" y="5879"/>
                  </a:cubicBezTo>
                  <a:cubicBezTo>
                    <a:pt x="0" y="3738"/>
                    <a:pt x="1425" y="2313"/>
                    <a:pt x="4981" y="1334"/>
                  </a:cubicBezTo>
                  <a:lnTo>
                    <a:pt x="1743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1;p3">
              <a:extLst>
                <a:ext uri="{FF2B5EF4-FFF2-40B4-BE49-F238E27FC236}">
                  <a16:creationId xmlns:a16="http://schemas.microsoft.com/office/drawing/2014/main" id="{0473AEF2-E562-82D9-8020-0135BC8421BD}"/>
                </a:ext>
              </a:extLst>
            </p:cNvPr>
            <p:cNvSpPr/>
            <p:nvPr/>
          </p:nvSpPr>
          <p:spPr>
            <a:xfrm>
              <a:off x="326282" y="622812"/>
              <a:ext cx="30583" cy="19490"/>
            </a:xfrm>
            <a:custGeom>
              <a:avLst/>
              <a:gdLst/>
              <a:ahLst/>
              <a:cxnLst/>
              <a:rect l="l" t="t" r="r" b="b"/>
              <a:pathLst>
                <a:path w="30583" h="19490" extrusionOk="0">
                  <a:moveTo>
                    <a:pt x="709" y="0"/>
                  </a:moveTo>
                  <a:cubicBezTo>
                    <a:pt x="9955" y="2865"/>
                    <a:pt x="17783" y="7119"/>
                    <a:pt x="25583" y="12082"/>
                  </a:cubicBezTo>
                  <a:lnTo>
                    <a:pt x="30583" y="14803"/>
                  </a:lnTo>
                  <a:lnTo>
                    <a:pt x="30583" y="19490"/>
                  </a:lnTo>
                  <a:lnTo>
                    <a:pt x="22222" y="14855"/>
                  </a:lnTo>
                  <a:cubicBezTo>
                    <a:pt x="9601" y="7481"/>
                    <a:pt x="0" y="1078"/>
                    <a:pt x="70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82;p3">
              <a:extLst>
                <a:ext uri="{FF2B5EF4-FFF2-40B4-BE49-F238E27FC236}">
                  <a16:creationId xmlns:a16="http://schemas.microsoft.com/office/drawing/2014/main" id="{E899CC6C-F5DD-8594-F3C0-4643FCBE22A7}"/>
                </a:ext>
              </a:extLst>
            </p:cNvPr>
            <p:cNvSpPr/>
            <p:nvPr/>
          </p:nvSpPr>
          <p:spPr>
            <a:xfrm>
              <a:off x="327531" y="588805"/>
              <a:ext cx="29334" cy="18551"/>
            </a:xfrm>
            <a:custGeom>
              <a:avLst/>
              <a:gdLst/>
              <a:ahLst/>
              <a:cxnLst/>
              <a:rect l="l" t="t" r="r" b="b"/>
              <a:pathLst>
                <a:path w="29334" h="18551" extrusionOk="0">
                  <a:moveTo>
                    <a:pt x="1360" y="0"/>
                  </a:moveTo>
                  <a:cubicBezTo>
                    <a:pt x="4338" y="0"/>
                    <a:pt x="12734" y="4113"/>
                    <a:pt x="27199" y="12678"/>
                  </a:cubicBezTo>
                  <a:lnTo>
                    <a:pt x="29334" y="13763"/>
                  </a:lnTo>
                  <a:lnTo>
                    <a:pt x="29334" y="18551"/>
                  </a:lnTo>
                  <a:lnTo>
                    <a:pt x="10086" y="7735"/>
                  </a:lnTo>
                  <a:cubicBezTo>
                    <a:pt x="4122" y="4246"/>
                    <a:pt x="346" y="1844"/>
                    <a:pt x="169" y="1305"/>
                  </a:cubicBezTo>
                  <a:cubicBezTo>
                    <a:pt x="0" y="454"/>
                    <a:pt x="397" y="0"/>
                    <a:pt x="13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83;p3">
              <a:extLst>
                <a:ext uri="{FF2B5EF4-FFF2-40B4-BE49-F238E27FC236}">
                  <a16:creationId xmlns:a16="http://schemas.microsoft.com/office/drawing/2014/main" id="{FF000BBB-FC24-AF25-01F5-BD95817E0BC9}"/>
                </a:ext>
              </a:extLst>
            </p:cNvPr>
            <p:cNvSpPr/>
            <p:nvPr/>
          </p:nvSpPr>
          <p:spPr>
            <a:xfrm>
              <a:off x="352376" y="558940"/>
              <a:ext cx="4489" cy="3049"/>
            </a:xfrm>
            <a:custGeom>
              <a:avLst/>
              <a:gdLst/>
              <a:ahLst/>
              <a:cxnLst/>
              <a:rect l="l" t="t" r="r" b="b"/>
              <a:pathLst>
                <a:path w="4489" h="3049" extrusionOk="0">
                  <a:moveTo>
                    <a:pt x="1021" y="0"/>
                  </a:moveTo>
                  <a:lnTo>
                    <a:pt x="4489" y="979"/>
                  </a:lnTo>
                  <a:lnTo>
                    <a:pt x="4489" y="3049"/>
                  </a:lnTo>
                  <a:lnTo>
                    <a:pt x="198" y="1333"/>
                  </a:lnTo>
                  <a:cubicBezTo>
                    <a:pt x="0" y="454"/>
                    <a:pt x="113" y="0"/>
                    <a:pt x="102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84;p3">
              <a:extLst>
                <a:ext uri="{FF2B5EF4-FFF2-40B4-BE49-F238E27FC236}">
                  <a16:creationId xmlns:a16="http://schemas.microsoft.com/office/drawing/2014/main" id="{598443FA-ACD5-1EC4-7437-101D9D975130}"/>
                </a:ext>
              </a:extLst>
            </p:cNvPr>
            <p:cNvSpPr/>
            <p:nvPr/>
          </p:nvSpPr>
          <p:spPr>
            <a:xfrm>
              <a:off x="185936" y="531841"/>
              <a:ext cx="170929" cy="181282"/>
            </a:xfrm>
            <a:custGeom>
              <a:avLst/>
              <a:gdLst/>
              <a:ahLst/>
              <a:cxnLst/>
              <a:rect l="l" t="t" r="r" b="b"/>
              <a:pathLst>
                <a:path w="170929" h="181282" extrusionOk="0">
                  <a:moveTo>
                    <a:pt x="0" y="0"/>
                  </a:moveTo>
                  <a:lnTo>
                    <a:pt x="17367" y="20604"/>
                  </a:lnTo>
                  <a:cubicBezTo>
                    <a:pt x="18614" y="24972"/>
                    <a:pt x="16601" y="27127"/>
                    <a:pt x="11779" y="27127"/>
                  </a:cubicBezTo>
                  <a:cubicBezTo>
                    <a:pt x="11099" y="27127"/>
                    <a:pt x="10361" y="27099"/>
                    <a:pt x="9567" y="27014"/>
                  </a:cubicBezTo>
                  <a:lnTo>
                    <a:pt x="3866" y="26305"/>
                  </a:lnTo>
                  <a:lnTo>
                    <a:pt x="8120" y="30559"/>
                  </a:lnTo>
                  <a:cubicBezTo>
                    <a:pt x="27322" y="51179"/>
                    <a:pt x="47942" y="70380"/>
                    <a:pt x="69979" y="88135"/>
                  </a:cubicBezTo>
                  <a:cubicBezTo>
                    <a:pt x="92726" y="105918"/>
                    <a:pt x="95562" y="108755"/>
                    <a:pt x="94144" y="110882"/>
                  </a:cubicBezTo>
                  <a:cubicBezTo>
                    <a:pt x="91308" y="112300"/>
                    <a:pt x="88471" y="113718"/>
                    <a:pt x="85606" y="113718"/>
                  </a:cubicBezTo>
                  <a:cubicBezTo>
                    <a:pt x="82062" y="113718"/>
                    <a:pt x="79225" y="114427"/>
                    <a:pt x="79225" y="115136"/>
                  </a:cubicBezTo>
                  <a:cubicBezTo>
                    <a:pt x="79935" y="118710"/>
                    <a:pt x="119018" y="147129"/>
                    <a:pt x="136801" y="157793"/>
                  </a:cubicBezTo>
                  <a:lnTo>
                    <a:pt x="170929" y="173034"/>
                  </a:lnTo>
                  <a:lnTo>
                    <a:pt x="170929" y="181282"/>
                  </a:lnTo>
                  <a:lnTo>
                    <a:pt x="114764" y="151412"/>
                  </a:lnTo>
                  <a:cubicBezTo>
                    <a:pt x="99137" y="141457"/>
                    <a:pt x="84189" y="129374"/>
                    <a:pt x="70689" y="116583"/>
                  </a:cubicBezTo>
                  <a:cubicBezTo>
                    <a:pt x="67852" y="113009"/>
                    <a:pt x="70689" y="108755"/>
                    <a:pt x="76360" y="107337"/>
                  </a:cubicBezTo>
                  <a:cubicBezTo>
                    <a:pt x="81352" y="105918"/>
                    <a:pt x="82771" y="107337"/>
                    <a:pt x="51487" y="82463"/>
                  </a:cubicBezTo>
                  <a:lnTo>
                    <a:pt x="0" y="32951"/>
                  </a:lnTo>
                  <a:lnTo>
                    <a:pt x="0" y="18231"/>
                  </a:lnTo>
                  <a:lnTo>
                    <a:pt x="1030" y="17768"/>
                  </a:lnTo>
                  <a:cubicBezTo>
                    <a:pt x="3158" y="17768"/>
                    <a:pt x="4044" y="17413"/>
                    <a:pt x="2356" y="14836"/>
                  </a:cubicBezTo>
                  <a:lnTo>
                    <a:pt x="0" y="11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85;p3">
              <a:extLst>
                <a:ext uri="{FF2B5EF4-FFF2-40B4-BE49-F238E27FC236}">
                  <a16:creationId xmlns:a16="http://schemas.microsoft.com/office/drawing/2014/main" id="{DF5D9F01-AAA4-6638-ECEA-6334404198B9}"/>
                </a:ext>
              </a:extLst>
            </p:cNvPr>
            <p:cNvSpPr/>
            <p:nvPr/>
          </p:nvSpPr>
          <p:spPr>
            <a:xfrm>
              <a:off x="185936" y="512557"/>
              <a:ext cx="170929" cy="113309"/>
            </a:xfrm>
            <a:custGeom>
              <a:avLst/>
              <a:gdLst/>
              <a:ahLst/>
              <a:cxnLst/>
              <a:rect l="l" t="t" r="r" b="b"/>
              <a:pathLst>
                <a:path w="170929" h="113309" extrusionOk="0">
                  <a:moveTo>
                    <a:pt x="0" y="0"/>
                  </a:moveTo>
                  <a:lnTo>
                    <a:pt x="40114" y="26387"/>
                  </a:lnTo>
                  <a:cubicBezTo>
                    <a:pt x="103568" y="67973"/>
                    <a:pt x="139023" y="89968"/>
                    <a:pt x="165073" y="103464"/>
                  </a:cubicBezTo>
                  <a:lnTo>
                    <a:pt x="170929" y="106212"/>
                  </a:lnTo>
                  <a:lnTo>
                    <a:pt x="170929" y="113309"/>
                  </a:lnTo>
                  <a:lnTo>
                    <a:pt x="150302" y="103873"/>
                  </a:lnTo>
                  <a:lnTo>
                    <a:pt x="150302" y="104582"/>
                  </a:lnTo>
                  <a:cubicBezTo>
                    <a:pt x="138219" y="98172"/>
                    <a:pt x="94853" y="71880"/>
                    <a:pt x="53615" y="44879"/>
                  </a:cubicBezTo>
                  <a:lnTo>
                    <a:pt x="0" y="10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86;p3">
              <a:extLst>
                <a:ext uri="{FF2B5EF4-FFF2-40B4-BE49-F238E27FC236}">
                  <a16:creationId xmlns:a16="http://schemas.microsoft.com/office/drawing/2014/main" id="{7622DED0-2BA5-C21C-059E-2EB1F1FC66B3}"/>
                </a:ext>
              </a:extLst>
            </p:cNvPr>
            <p:cNvSpPr/>
            <p:nvPr/>
          </p:nvSpPr>
          <p:spPr>
            <a:xfrm>
              <a:off x="185936" y="440667"/>
              <a:ext cx="170929" cy="93383"/>
            </a:xfrm>
            <a:custGeom>
              <a:avLst/>
              <a:gdLst/>
              <a:ahLst/>
              <a:cxnLst/>
              <a:rect l="l" t="t" r="r" b="b"/>
              <a:pathLst>
                <a:path w="170929" h="93383" extrusionOk="0">
                  <a:moveTo>
                    <a:pt x="0" y="0"/>
                  </a:moveTo>
                  <a:lnTo>
                    <a:pt x="10209" y="5631"/>
                  </a:lnTo>
                  <a:cubicBezTo>
                    <a:pt x="18870" y="10602"/>
                    <a:pt x="31009" y="17898"/>
                    <a:pt x="45814" y="27201"/>
                  </a:cubicBezTo>
                  <a:cubicBezTo>
                    <a:pt x="97689" y="59903"/>
                    <a:pt x="101972" y="62739"/>
                    <a:pt x="155265" y="83359"/>
                  </a:cubicBezTo>
                  <a:lnTo>
                    <a:pt x="170929" y="89231"/>
                  </a:lnTo>
                  <a:lnTo>
                    <a:pt x="170929" y="93383"/>
                  </a:lnTo>
                  <a:lnTo>
                    <a:pt x="154556" y="86904"/>
                  </a:lnTo>
                  <a:cubicBezTo>
                    <a:pt x="135383" y="79785"/>
                    <a:pt x="114764" y="71276"/>
                    <a:pt x="107645" y="68412"/>
                  </a:cubicBezTo>
                  <a:cubicBezTo>
                    <a:pt x="94861" y="62562"/>
                    <a:pt x="38075" y="26304"/>
                    <a:pt x="10482" y="8242"/>
                  </a:cubicBezTo>
                  <a:lnTo>
                    <a:pt x="0" y="1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87;p3">
              <a:extLst>
                <a:ext uri="{FF2B5EF4-FFF2-40B4-BE49-F238E27FC236}">
                  <a16:creationId xmlns:a16="http://schemas.microsoft.com/office/drawing/2014/main" id="{A3FAE49A-530B-212A-9BE4-B06089C7DD0E}"/>
                </a:ext>
              </a:extLst>
            </p:cNvPr>
            <p:cNvSpPr/>
            <p:nvPr/>
          </p:nvSpPr>
          <p:spPr>
            <a:xfrm>
              <a:off x="334422" y="305294"/>
              <a:ext cx="22443" cy="141712"/>
            </a:xfrm>
            <a:custGeom>
              <a:avLst/>
              <a:gdLst/>
              <a:ahLst/>
              <a:cxnLst/>
              <a:rect l="l" t="t" r="r" b="b"/>
              <a:pathLst>
                <a:path w="22443" h="141712" extrusionOk="0">
                  <a:moveTo>
                    <a:pt x="2893" y="0"/>
                  </a:moveTo>
                  <a:cubicBezTo>
                    <a:pt x="3574" y="0"/>
                    <a:pt x="4397" y="397"/>
                    <a:pt x="5361" y="1191"/>
                  </a:cubicBezTo>
                  <a:cubicBezTo>
                    <a:pt x="10352" y="18974"/>
                    <a:pt x="13189" y="38176"/>
                    <a:pt x="15316" y="56640"/>
                  </a:cubicBezTo>
                  <a:lnTo>
                    <a:pt x="22443" y="102915"/>
                  </a:lnTo>
                  <a:lnTo>
                    <a:pt x="22443" y="141712"/>
                  </a:lnTo>
                  <a:lnTo>
                    <a:pt x="19662" y="125943"/>
                  </a:lnTo>
                  <a:cubicBezTo>
                    <a:pt x="13550" y="90962"/>
                    <a:pt x="5113" y="41097"/>
                    <a:pt x="1106" y="14011"/>
                  </a:cubicBezTo>
                  <a:cubicBezTo>
                    <a:pt x="0" y="4651"/>
                    <a:pt x="596" y="0"/>
                    <a:pt x="28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88;p3">
              <a:extLst>
                <a:ext uri="{FF2B5EF4-FFF2-40B4-BE49-F238E27FC236}">
                  <a16:creationId xmlns:a16="http://schemas.microsoft.com/office/drawing/2014/main" id="{13341C31-4E09-343C-D4EB-E8D362E1B2D8}"/>
                </a:ext>
              </a:extLst>
            </p:cNvPr>
            <p:cNvSpPr/>
            <p:nvPr/>
          </p:nvSpPr>
          <p:spPr>
            <a:xfrm>
              <a:off x="185936" y="279442"/>
              <a:ext cx="170929" cy="238424"/>
            </a:xfrm>
            <a:custGeom>
              <a:avLst/>
              <a:gdLst/>
              <a:ahLst/>
              <a:cxnLst/>
              <a:rect l="l" t="t" r="r" b="b"/>
              <a:pathLst>
                <a:path w="170929" h="238424" extrusionOk="0">
                  <a:moveTo>
                    <a:pt x="0" y="0"/>
                  </a:moveTo>
                  <a:lnTo>
                    <a:pt x="7196" y="9194"/>
                  </a:lnTo>
                  <a:cubicBezTo>
                    <a:pt x="28084" y="36255"/>
                    <a:pt x="46878" y="61702"/>
                    <a:pt x="50069" y="67573"/>
                  </a:cubicBezTo>
                  <a:cubicBezTo>
                    <a:pt x="60023" y="83910"/>
                    <a:pt x="78516" y="107365"/>
                    <a:pt x="151720" y="201217"/>
                  </a:cubicBezTo>
                  <a:lnTo>
                    <a:pt x="170929" y="225488"/>
                  </a:lnTo>
                  <a:lnTo>
                    <a:pt x="170929" y="238424"/>
                  </a:lnTo>
                  <a:lnTo>
                    <a:pt x="165929" y="231763"/>
                  </a:lnTo>
                  <a:lnTo>
                    <a:pt x="140346" y="220390"/>
                  </a:lnTo>
                  <a:cubicBezTo>
                    <a:pt x="104100" y="203344"/>
                    <a:pt x="68562" y="184143"/>
                    <a:pt x="35859" y="161396"/>
                  </a:cubicBezTo>
                  <a:lnTo>
                    <a:pt x="0" y="134050"/>
                  </a:lnTo>
                  <a:lnTo>
                    <a:pt x="0" y="129557"/>
                  </a:lnTo>
                  <a:lnTo>
                    <a:pt x="13016" y="140167"/>
                  </a:lnTo>
                  <a:cubicBezTo>
                    <a:pt x="29988" y="152519"/>
                    <a:pt x="47587" y="163892"/>
                    <a:pt x="65725" y="174188"/>
                  </a:cubicBezTo>
                  <a:cubicBezTo>
                    <a:pt x="93435" y="191262"/>
                    <a:pt x="122592" y="206890"/>
                    <a:pt x="152429" y="219681"/>
                  </a:cubicBezTo>
                  <a:cubicBezTo>
                    <a:pt x="154018" y="220475"/>
                    <a:pt x="155152" y="220986"/>
                    <a:pt x="155691" y="220986"/>
                  </a:cubicBezTo>
                  <a:cubicBezTo>
                    <a:pt x="157137" y="220986"/>
                    <a:pt x="154585" y="217497"/>
                    <a:pt x="145338" y="206180"/>
                  </a:cubicBezTo>
                  <a:cubicBezTo>
                    <a:pt x="133256" y="189844"/>
                    <a:pt x="132518" y="189135"/>
                    <a:pt x="125428" y="188426"/>
                  </a:cubicBezTo>
                  <a:cubicBezTo>
                    <a:pt x="110509" y="186270"/>
                    <a:pt x="92726" y="177761"/>
                    <a:pt x="59315" y="157142"/>
                  </a:cubicBezTo>
                  <a:cubicBezTo>
                    <a:pt x="27322" y="137231"/>
                    <a:pt x="8120" y="123731"/>
                    <a:pt x="10276" y="120894"/>
                  </a:cubicBezTo>
                  <a:cubicBezTo>
                    <a:pt x="20231" y="127276"/>
                    <a:pt x="30868" y="133686"/>
                    <a:pt x="40114" y="141514"/>
                  </a:cubicBezTo>
                  <a:cubicBezTo>
                    <a:pt x="72815" y="163523"/>
                    <a:pt x="95562" y="176343"/>
                    <a:pt x="116181" y="182725"/>
                  </a:cubicBezTo>
                  <a:lnTo>
                    <a:pt x="128264" y="186270"/>
                  </a:lnTo>
                  <a:lnTo>
                    <a:pt x="121882" y="177761"/>
                  </a:lnTo>
                  <a:cubicBezTo>
                    <a:pt x="118025" y="172628"/>
                    <a:pt x="115359" y="169820"/>
                    <a:pt x="113288" y="169820"/>
                  </a:cubicBezTo>
                  <a:cubicBezTo>
                    <a:pt x="113062" y="169820"/>
                    <a:pt x="112835" y="169848"/>
                    <a:pt x="112637" y="169933"/>
                  </a:cubicBezTo>
                  <a:cubicBezTo>
                    <a:pt x="112580" y="169933"/>
                    <a:pt x="112551" y="169962"/>
                    <a:pt x="112495" y="169962"/>
                  </a:cubicBezTo>
                  <a:cubicBezTo>
                    <a:pt x="109176" y="169962"/>
                    <a:pt x="72532" y="150562"/>
                    <a:pt x="56479" y="140067"/>
                  </a:cubicBezTo>
                  <a:cubicBezTo>
                    <a:pt x="48027" y="134452"/>
                    <a:pt x="45219" y="131842"/>
                    <a:pt x="46722" y="131842"/>
                  </a:cubicBezTo>
                  <a:cubicBezTo>
                    <a:pt x="48651" y="131842"/>
                    <a:pt x="57557" y="136068"/>
                    <a:pt x="70689" y="143641"/>
                  </a:cubicBezTo>
                  <a:cubicBezTo>
                    <a:pt x="83480" y="151441"/>
                    <a:pt x="98399" y="159978"/>
                    <a:pt x="103391" y="162105"/>
                  </a:cubicBezTo>
                  <a:lnTo>
                    <a:pt x="113346" y="167097"/>
                  </a:lnTo>
                  <a:lnTo>
                    <a:pt x="95562" y="143641"/>
                  </a:lnTo>
                  <a:cubicBezTo>
                    <a:pt x="84898" y="130850"/>
                    <a:pt x="69979" y="110939"/>
                    <a:pt x="61442" y="98857"/>
                  </a:cubicBezTo>
                  <a:lnTo>
                    <a:pt x="45105" y="77528"/>
                  </a:lnTo>
                  <a:lnTo>
                    <a:pt x="28031" y="69700"/>
                  </a:lnTo>
                  <a:cubicBezTo>
                    <a:pt x="8120" y="59745"/>
                    <a:pt x="1030" y="53363"/>
                    <a:pt x="1030" y="52654"/>
                  </a:cubicBezTo>
                  <a:cubicBezTo>
                    <a:pt x="1087" y="52569"/>
                    <a:pt x="1229" y="52541"/>
                    <a:pt x="1399" y="52541"/>
                  </a:cubicBezTo>
                  <a:cubicBezTo>
                    <a:pt x="2959" y="52541"/>
                    <a:pt x="8093" y="55065"/>
                    <a:pt x="13822" y="57618"/>
                  </a:cubicBezTo>
                  <a:cubicBezTo>
                    <a:pt x="20231" y="60454"/>
                    <a:pt x="28740" y="64737"/>
                    <a:pt x="33023" y="66155"/>
                  </a:cubicBezTo>
                  <a:lnTo>
                    <a:pt x="39405" y="69700"/>
                  </a:lnTo>
                  <a:lnTo>
                    <a:pt x="36568" y="64028"/>
                  </a:lnTo>
                  <a:cubicBezTo>
                    <a:pt x="34441" y="59745"/>
                    <a:pt x="28740" y="56200"/>
                    <a:pt x="10276" y="44826"/>
                  </a:cubicBezTo>
                  <a:lnTo>
                    <a:pt x="0" y="38918"/>
                  </a:lnTo>
                  <a:lnTo>
                    <a:pt x="0" y="29197"/>
                  </a:lnTo>
                  <a:lnTo>
                    <a:pt x="6366" y="33637"/>
                  </a:lnTo>
                  <a:cubicBezTo>
                    <a:pt x="15077" y="39678"/>
                    <a:pt x="20586" y="43408"/>
                    <a:pt x="20941" y="43408"/>
                  </a:cubicBezTo>
                  <a:lnTo>
                    <a:pt x="0" y="15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89;p3">
              <a:extLst>
                <a:ext uri="{FF2B5EF4-FFF2-40B4-BE49-F238E27FC236}">
                  <a16:creationId xmlns:a16="http://schemas.microsoft.com/office/drawing/2014/main" id="{0259ED3F-41D3-3D05-C2E4-2457BDAE6DA2}"/>
                </a:ext>
              </a:extLst>
            </p:cNvPr>
            <p:cNvSpPr/>
            <p:nvPr/>
          </p:nvSpPr>
          <p:spPr>
            <a:xfrm>
              <a:off x="185936" y="164191"/>
              <a:ext cx="170929" cy="334470"/>
            </a:xfrm>
            <a:custGeom>
              <a:avLst/>
              <a:gdLst/>
              <a:ahLst/>
              <a:cxnLst/>
              <a:rect l="l" t="t" r="r" b="b"/>
              <a:pathLst>
                <a:path w="170929" h="334470" extrusionOk="0">
                  <a:moveTo>
                    <a:pt x="48679" y="0"/>
                  </a:moveTo>
                  <a:cubicBezTo>
                    <a:pt x="49984" y="0"/>
                    <a:pt x="53756" y="6665"/>
                    <a:pt x="59315" y="20761"/>
                  </a:cubicBezTo>
                  <a:cubicBezTo>
                    <a:pt x="70689" y="49181"/>
                    <a:pt x="74234" y="64099"/>
                    <a:pt x="91308" y="149414"/>
                  </a:cubicBezTo>
                  <a:lnTo>
                    <a:pt x="105518" y="219781"/>
                  </a:lnTo>
                  <a:lnTo>
                    <a:pt x="120436" y="238982"/>
                  </a:lnTo>
                  <a:cubicBezTo>
                    <a:pt x="124720" y="245364"/>
                    <a:pt x="130392" y="251774"/>
                    <a:pt x="136092" y="257475"/>
                  </a:cubicBezTo>
                  <a:cubicBezTo>
                    <a:pt x="134674" y="246810"/>
                    <a:pt x="133256" y="236855"/>
                    <a:pt x="131101" y="226900"/>
                  </a:cubicBezTo>
                  <a:cubicBezTo>
                    <a:pt x="128264" y="216236"/>
                    <a:pt x="126847" y="204862"/>
                    <a:pt x="126137" y="194198"/>
                  </a:cubicBezTo>
                  <a:cubicBezTo>
                    <a:pt x="130392" y="205571"/>
                    <a:pt x="133965" y="217654"/>
                    <a:pt x="135383" y="229736"/>
                  </a:cubicBezTo>
                  <a:cubicBezTo>
                    <a:pt x="142473" y="266693"/>
                    <a:pt x="142473" y="268139"/>
                    <a:pt x="151720" y="279512"/>
                  </a:cubicBezTo>
                  <a:lnTo>
                    <a:pt x="160258" y="290886"/>
                  </a:lnTo>
                  <a:lnTo>
                    <a:pt x="156003" y="275230"/>
                  </a:lnTo>
                  <a:cubicBezTo>
                    <a:pt x="143184" y="226900"/>
                    <a:pt x="119727" y="93256"/>
                    <a:pt x="124009" y="93256"/>
                  </a:cubicBezTo>
                  <a:cubicBezTo>
                    <a:pt x="128264" y="107465"/>
                    <a:pt x="131101" y="121703"/>
                    <a:pt x="133256" y="135913"/>
                  </a:cubicBezTo>
                  <a:cubicBezTo>
                    <a:pt x="144977" y="211088"/>
                    <a:pt x="155900" y="263066"/>
                    <a:pt x="165427" y="290052"/>
                  </a:cubicBezTo>
                  <a:lnTo>
                    <a:pt x="170929" y="301366"/>
                  </a:lnTo>
                  <a:lnTo>
                    <a:pt x="170929" y="334470"/>
                  </a:lnTo>
                  <a:lnTo>
                    <a:pt x="115615" y="263501"/>
                  </a:lnTo>
                  <a:cubicBezTo>
                    <a:pt x="97567" y="240135"/>
                    <a:pt x="81352" y="218902"/>
                    <a:pt x="69270" y="202735"/>
                  </a:cubicBezTo>
                  <a:cubicBezTo>
                    <a:pt x="45105" y="170742"/>
                    <a:pt x="16657" y="132368"/>
                    <a:pt x="5993" y="119548"/>
                  </a:cubicBezTo>
                  <a:lnTo>
                    <a:pt x="0" y="111349"/>
                  </a:lnTo>
                  <a:lnTo>
                    <a:pt x="0" y="58682"/>
                  </a:lnTo>
                  <a:lnTo>
                    <a:pt x="8848" y="84247"/>
                  </a:lnTo>
                  <a:cubicBezTo>
                    <a:pt x="12702" y="92646"/>
                    <a:pt x="16402" y="98248"/>
                    <a:pt x="18586" y="98248"/>
                  </a:cubicBezTo>
                  <a:cubicBezTo>
                    <a:pt x="18672" y="98248"/>
                    <a:pt x="18728" y="98248"/>
                    <a:pt x="18785" y="98219"/>
                  </a:cubicBezTo>
                  <a:cubicBezTo>
                    <a:pt x="19494" y="93256"/>
                    <a:pt x="18785" y="88292"/>
                    <a:pt x="18076" y="84010"/>
                  </a:cubicBezTo>
                  <a:cubicBezTo>
                    <a:pt x="17367" y="79046"/>
                    <a:pt x="16657" y="74054"/>
                    <a:pt x="17367" y="69091"/>
                  </a:cubicBezTo>
                  <a:cubicBezTo>
                    <a:pt x="17735" y="68609"/>
                    <a:pt x="18104" y="68325"/>
                    <a:pt x="18416" y="68325"/>
                  </a:cubicBezTo>
                  <a:cubicBezTo>
                    <a:pt x="20004" y="68325"/>
                    <a:pt x="21168" y="74196"/>
                    <a:pt x="22359" y="88292"/>
                  </a:cubicBezTo>
                  <a:cubicBezTo>
                    <a:pt x="22359" y="98219"/>
                    <a:pt x="25195" y="107465"/>
                    <a:pt x="30158" y="115294"/>
                  </a:cubicBezTo>
                  <a:cubicBezTo>
                    <a:pt x="31605" y="118130"/>
                    <a:pt x="33731" y="120257"/>
                    <a:pt x="36568" y="122413"/>
                  </a:cubicBezTo>
                  <a:cubicBezTo>
                    <a:pt x="35151" y="97510"/>
                    <a:pt x="32314" y="72636"/>
                    <a:pt x="28031" y="47762"/>
                  </a:cubicBezTo>
                  <a:cubicBezTo>
                    <a:pt x="24344" y="27427"/>
                    <a:pt x="24912" y="22577"/>
                    <a:pt x="26074" y="22577"/>
                  </a:cubicBezTo>
                  <a:cubicBezTo>
                    <a:pt x="26244" y="22577"/>
                    <a:pt x="26415" y="22690"/>
                    <a:pt x="26613" y="22889"/>
                  </a:cubicBezTo>
                  <a:cubicBezTo>
                    <a:pt x="28740" y="24307"/>
                    <a:pt x="37986" y="84010"/>
                    <a:pt x="40822" y="113166"/>
                  </a:cubicBezTo>
                  <a:cubicBezTo>
                    <a:pt x="40822" y="123122"/>
                    <a:pt x="43687" y="132368"/>
                    <a:pt x="49360" y="140168"/>
                  </a:cubicBezTo>
                  <a:cubicBezTo>
                    <a:pt x="51487" y="143741"/>
                    <a:pt x="54351" y="146577"/>
                    <a:pt x="56479" y="150123"/>
                  </a:cubicBezTo>
                  <a:cubicBezTo>
                    <a:pt x="56507" y="150151"/>
                    <a:pt x="56535" y="150151"/>
                    <a:pt x="56564" y="150151"/>
                  </a:cubicBezTo>
                  <a:cubicBezTo>
                    <a:pt x="57783" y="150151"/>
                    <a:pt x="55429" y="135459"/>
                    <a:pt x="42241" y="59136"/>
                  </a:cubicBezTo>
                  <a:cubicBezTo>
                    <a:pt x="37986" y="39934"/>
                    <a:pt x="35859" y="20761"/>
                    <a:pt x="34441" y="851"/>
                  </a:cubicBezTo>
                  <a:cubicBezTo>
                    <a:pt x="35859" y="851"/>
                    <a:pt x="62861" y="150832"/>
                    <a:pt x="60734" y="153668"/>
                  </a:cubicBezTo>
                  <a:cubicBezTo>
                    <a:pt x="71397" y="170742"/>
                    <a:pt x="82771" y="187788"/>
                    <a:pt x="96272" y="203444"/>
                  </a:cubicBezTo>
                  <a:cubicBezTo>
                    <a:pt x="96272" y="203444"/>
                    <a:pt x="89889" y="168615"/>
                    <a:pt x="81352" y="127376"/>
                  </a:cubicBezTo>
                  <a:cubicBezTo>
                    <a:pt x="74234" y="93256"/>
                    <a:pt x="65725" y="59136"/>
                    <a:pt x="55060" y="26434"/>
                  </a:cubicBezTo>
                  <a:cubicBezTo>
                    <a:pt x="48906" y="9189"/>
                    <a:pt x="47119" y="0"/>
                    <a:pt x="4867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90;p3">
              <a:extLst>
                <a:ext uri="{FF2B5EF4-FFF2-40B4-BE49-F238E27FC236}">
                  <a16:creationId xmlns:a16="http://schemas.microsoft.com/office/drawing/2014/main" id="{E5E8FB35-431B-3E04-A96F-036D3166A1BE}"/>
                </a:ext>
              </a:extLst>
            </p:cNvPr>
            <p:cNvSpPr/>
            <p:nvPr/>
          </p:nvSpPr>
          <p:spPr>
            <a:xfrm>
              <a:off x="185936" y="111288"/>
              <a:ext cx="170929" cy="235195"/>
            </a:xfrm>
            <a:custGeom>
              <a:avLst/>
              <a:gdLst/>
              <a:ahLst/>
              <a:cxnLst/>
              <a:rect l="l" t="t" r="r" b="b"/>
              <a:pathLst>
                <a:path w="170929" h="235195" extrusionOk="0">
                  <a:moveTo>
                    <a:pt x="0" y="0"/>
                  </a:moveTo>
                  <a:lnTo>
                    <a:pt x="7194" y="8070"/>
                  </a:lnTo>
                  <a:cubicBezTo>
                    <a:pt x="10936" y="12347"/>
                    <a:pt x="13644" y="15549"/>
                    <a:pt x="14531" y="16797"/>
                  </a:cubicBezTo>
                  <a:cubicBezTo>
                    <a:pt x="15069" y="17875"/>
                    <a:pt x="15523" y="18442"/>
                    <a:pt x="15977" y="18442"/>
                  </a:cubicBezTo>
                  <a:cubicBezTo>
                    <a:pt x="16714" y="18442"/>
                    <a:pt x="17480" y="16995"/>
                    <a:pt x="18785" y="13932"/>
                  </a:cubicBezTo>
                  <a:cubicBezTo>
                    <a:pt x="20402" y="10756"/>
                    <a:pt x="20799" y="9139"/>
                    <a:pt x="23295" y="9139"/>
                  </a:cubicBezTo>
                  <a:cubicBezTo>
                    <a:pt x="24117" y="9139"/>
                    <a:pt x="25195" y="9309"/>
                    <a:pt x="26613" y="9678"/>
                  </a:cubicBezTo>
                  <a:cubicBezTo>
                    <a:pt x="32314" y="10387"/>
                    <a:pt x="47942" y="24596"/>
                    <a:pt x="98399" y="74373"/>
                  </a:cubicBezTo>
                  <a:cubicBezTo>
                    <a:pt x="113941" y="89235"/>
                    <a:pt x="121145" y="95730"/>
                    <a:pt x="123046" y="95730"/>
                  </a:cubicBezTo>
                  <a:cubicBezTo>
                    <a:pt x="123130" y="95730"/>
                    <a:pt x="123216" y="95730"/>
                    <a:pt x="123301" y="95701"/>
                  </a:cubicBezTo>
                  <a:cubicBezTo>
                    <a:pt x="123613" y="95531"/>
                    <a:pt x="123954" y="95446"/>
                    <a:pt x="124293" y="95446"/>
                  </a:cubicBezTo>
                  <a:cubicBezTo>
                    <a:pt x="125371" y="95446"/>
                    <a:pt x="126478" y="96354"/>
                    <a:pt x="127555" y="98537"/>
                  </a:cubicBezTo>
                  <a:cubicBezTo>
                    <a:pt x="131725" y="109230"/>
                    <a:pt x="138843" y="118930"/>
                    <a:pt x="141510" y="118930"/>
                  </a:cubicBezTo>
                  <a:cubicBezTo>
                    <a:pt x="142020" y="118930"/>
                    <a:pt x="142360" y="118533"/>
                    <a:pt x="142473" y="117739"/>
                  </a:cubicBezTo>
                  <a:cubicBezTo>
                    <a:pt x="143184" y="115583"/>
                    <a:pt x="145338" y="114874"/>
                    <a:pt x="146757" y="114165"/>
                  </a:cubicBezTo>
                  <a:cubicBezTo>
                    <a:pt x="146870" y="114165"/>
                    <a:pt x="146983" y="114137"/>
                    <a:pt x="147097" y="114137"/>
                  </a:cubicBezTo>
                  <a:cubicBezTo>
                    <a:pt x="149735" y="114137"/>
                    <a:pt x="154584" y="117881"/>
                    <a:pt x="161729" y="125443"/>
                  </a:cubicBezTo>
                  <a:lnTo>
                    <a:pt x="170929" y="135951"/>
                  </a:lnTo>
                  <a:lnTo>
                    <a:pt x="170929" y="144465"/>
                  </a:lnTo>
                  <a:lnTo>
                    <a:pt x="166256" y="138446"/>
                  </a:lnTo>
                  <a:cubicBezTo>
                    <a:pt x="165134" y="137002"/>
                    <a:pt x="164512" y="136203"/>
                    <a:pt x="164512" y="136203"/>
                  </a:cubicBezTo>
                  <a:cubicBezTo>
                    <a:pt x="165221" y="139748"/>
                    <a:pt x="165221" y="143322"/>
                    <a:pt x="166639" y="146158"/>
                  </a:cubicBezTo>
                  <a:cubicBezTo>
                    <a:pt x="167007" y="149009"/>
                    <a:pt x="168432" y="158248"/>
                    <a:pt x="170386" y="170950"/>
                  </a:cubicBezTo>
                  <a:lnTo>
                    <a:pt x="170929" y="174498"/>
                  </a:lnTo>
                  <a:lnTo>
                    <a:pt x="170929" y="235195"/>
                  </a:lnTo>
                  <a:lnTo>
                    <a:pt x="167376" y="209435"/>
                  </a:lnTo>
                  <a:cubicBezTo>
                    <a:pt x="160966" y="158950"/>
                    <a:pt x="154556" y="124829"/>
                    <a:pt x="150302" y="122702"/>
                  </a:cubicBezTo>
                  <a:cubicBezTo>
                    <a:pt x="150132" y="122532"/>
                    <a:pt x="149933" y="122447"/>
                    <a:pt x="149706" y="122447"/>
                  </a:cubicBezTo>
                  <a:cubicBezTo>
                    <a:pt x="148912" y="122447"/>
                    <a:pt x="147693" y="123496"/>
                    <a:pt x="146047" y="126248"/>
                  </a:cubicBezTo>
                  <a:cubicBezTo>
                    <a:pt x="144913" y="129594"/>
                    <a:pt x="143807" y="130757"/>
                    <a:pt x="141992" y="130757"/>
                  </a:cubicBezTo>
                  <a:cubicBezTo>
                    <a:pt x="141510" y="130757"/>
                    <a:pt x="140970" y="130672"/>
                    <a:pt x="140346" y="130530"/>
                  </a:cubicBezTo>
                  <a:cubicBezTo>
                    <a:pt x="140120" y="130360"/>
                    <a:pt x="139922" y="130275"/>
                    <a:pt x="139751" y="130275"/>
                  </a:cubicBezTo>
                  <a:cubicBezTo>
                    <a:pt x="138419" y="130275"/>
                    <a:pt x="139411" y="135494"/>
                    <a:pt x="143184" y="146867"/>
                  </a:cubicBezTo>
                  <a:cubicBezTo>
                    <a:pt x="151011" y="169614"/>
                    <a:pt x="149592" y="168905"/>
                    <a:pt x="147466" y="169614"/>
                  </a:cubicBezTo>
                  <a:cubicBezTo>
                    <a:pt x="147381" y="169642"/>
                    <a:pt x="147296" y="169671"/>
                    <a:pt x="147210" y="169671"/>
                  </a:cubicBezTo>
                  <a:cubicBezTo>
                    <a:pt x="145055" y="169671"/>
                    <a:pt x="141510" y="161048"/>
                    <a:pt x="134674" y="141904"/>
                  </a:cubicBezTo>
                  <a:cubicBezTo>
                    <a:pt x="126137" y="114874"/>
                    <a:pt x="124720" y="112747"/>
                    <a:pt x="113346" y="100665"/>
                  </a:cubicBezTo>
                  <a:cubicBezTo>
                    <a:pt x="99137" y="85037"/>
                    <a:pt x="36568" y="23887"/>
                    <a:pt x="35151" y="23887"/>
                  </a:cubicBezTo>
                  <a:cubicBezTo>
                    <a:pt x="35859" y="28170"/>
                    <a:pt x="36568" y="32424"/>
                    <a:pt x="38695" y="35970"/>
                  </a:cubicBezTo>
                  <a:cubicBezTo>
                    <a:pt x="47233" y="58717"/>
                    <a:pt x="60734" y="126957"/>
                    <a:pt x="56479" y="127666"/>
                  </a:cubicBezTo>
                  <a:cubicBezTo>
                    <a:pt x="52196" y="116292"/>
                    <a:pt x="49360" y="104210"/>
                    <a:pt x="47233" y="92128"/>
                  </a:cubicBezTo>
                  <a:cubicBezTo>
                    <a:pt x="44397" y="75082"/>
                    <a:pt x="40114" y="58007"/>
                    <a:pt x="35151" y="41671"/>
                  </a:cubicBezTo>
                  <a:cubicBezTo>
                    <a:pt x="31605" y="33133"/>
                    <a:pt x="28740" y="24596"/>
                    <a:pt x="28031" y="22469"/>
                  </a:cubicBezTo>
                  <a:cubicBezTo>
                    <a:pt x="27124" y="19434"/>
                    <a:pt x="26357" y="18101"/>
                    <a:pt x="25819" y="18101"/>
                  </a:cubicBezTo>
                  <a:cubicBezTo>
                    <a:pt x="25081" y="18101"/>
                    <a:pt x="24798" y="20541"/>
                    <a:pt x="25195" y="24596"/>
                  </a:cubicBezTo>
                  <a:cubicBezTo>
                    <a:pt x="25905" y="31006"/>
                    <a:pt x="23777" y="35970"/>
                    <a:pt x="20231" y="35970"/>
                  </a:cubicBezTo>
                  <a:cubicBezTo>
                    <a:pt x="14531" y="31006"/>
                    <a:pt x="9567" y="25305"/>
                    <a:pt x="4576" y="19633"/>
                  </a:cubicBezTo>
                  <a:lnTo>
                    <a:pt x="0" y="14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1;p3">
              <a:extLst>
                <a:ext uri="{FF2B5EF4-FFF2-40B4-BE49-F238E27FC236}">
                  <a16:creationId xmlns:a16="http://schemas.microsoft.com/office/drawing/2014/main" id="{76B0218E-9199-5C53-C4A8-4621CC45F31F}"/>
                </a:ext>
              </a:extLst>
            </p:cNvPr>
            <p:cNvSpPr/>
            <p:nvPr/>
          </p:nvSpPr>
          <p:spPr>
            <a:xfrm>
              <a:off x="356865" y="732781"/>
              <a:ext cx="193956" cy="61216"/>
            </a:xfrm>
            <a:custGeom>
              <a:avLst/>
              <a:gdLst/>
              <a:ahLst/>
              <a:cxnLst/>
              <a:rect l="l" t="t" r="r" b="b"/>
              <a:pathLst>
                <a:path w="193956" h="61216" extrusionOk="0">
                  <a:moveTo>
                    <a:pt x="0" y="0"/>
                  </a:moveTo>
                  <a:lnTo>
                    <a:pt x="4161" y="2096"/>
                  </a:lnTo>
                  <a:cubicBezTo>
                    <a:pt x="8669" y="4268"/>
                    <a:pt x="14726" y="7126"/>
                    <a:pt x="22739" y="10884"/>
                  </a:cubicBezTo>
                  <a:cubicBezTo>
                    <a:pt x="68048" y="32220"/>
                    <a:pt x="116165" y="46344"/>
                    <a:pt x="165283" y="52970"/>
                  </a:cubicBezTo>
                  <a:lnTo>
                    <a:pt x="193956" y="55360"/>
                  </a:lnTo>
                  <a:lnTo>
                    <a:pt x="193956" y="61216"/>
                  </a:lnTo>
                  <a:lnTo>
                    <a:pt x="150505" y="57008"/>
                  </a:lnTo>
                  <a:cubicBezTo>
                    <a:pt x="128290" y="53364"/>
                    <a:pt x="106252" y="48209"/>
                    <a:pt x="84569" y="41459"/>
                  </a:cubicBezTo>
                  <a:cubicBezTo>
                    <a:pt x="64674" y="35418"/>
                    <a:pt x="39615" y="25462"/>
                    <a:pt x="19353" y="16220"/>
                  </a:cubicBezTo>
                  <a:lnTo>
                    <a:pt x="0" y="6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292;p3">
              <a:extLst>
                <a:ext uri="{FF2B5EF4-FFF2-40B4-BE49-F238E27FC236}">
                  <a16:creationId xmlns:a16="http://schemas.microsoft.com/office/drawing/2014/main" id="{02E181BA-6AAE-568C-3FCF-4A83C46AFEE7}"/>
                </a:ext>
              </a:extLst>
            </p:cNvPr>
            <p:cNvSpPr/>
            <p:nvPr/>
          </p:nvSpPr>
          <p:spPr>
            <a:xfrm>
              <a:off x="538122" y="610304"/>
              <a:ext cx="12699" cy="69982"/>
            </a:xfrm>
            <a:custGeom>
              <a:avLst/>
              <a:gdLst/>
              <a:ahLst/>
              <a:cxnLst/>
              <a:rect l="l" t="t" r="r" b="b"/>
              <a:pathLst>
                <a:path w="12699" h="69982" extrusionOk="0">
                  <a:moveTo>
                    <a:pt x="964" y="0"/>
                  </a:moveTo>
                  <a:cubicBezTo>
                    <a:pt x="2241" y="0"/>
                    <a:pt x="4481" y="8622"/>
                    <a:pt x="7091" y="23881"/>
                  </a:cubicBezTo>
                  <a:cubicBezTo>
                    <a:pt x="8126" y="31099"/>
                    <a:pt x="9783" y="39606"/>
                    <a:pt x="11742" y="48307"/>
                  </a:cubicBezTo>
                  <a:lnTo>
                    <a:pt x="12699" y="52102"/>
                  </a:lnTo>
                  <a:lnTo>
                    <a:pt x="12699" y="69982"/>
                  </a:lnTo>
                  <a:lnTo>
                    <a:pt x="0" y="3290"/>
                  </a:lnTo>
                  <a:cubicBezTo>
                    <a:pt x="171" y="1049"/>
                    <a:pt x="510" y="0"/>
                    <a:pt x="9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93;p3">
              <a:extLst>
                <a:ext uri="{FF2B5EF4-FFF2-40B4-BE49-F238E27FC236}">
                  <a16:creationId xmlns:a16="http://schemas.microsoft.com/office/drawing/2014/main" id="{03FD723D-97C1-1D4C-5461-8E633F5D66F1}"/>
                </a:ext>
              </a:extLst>
            </p:cNvPr>
            <p:cNvSpPr/>
            <p:nvPr/>
          </p:nvSpPr>
          <p:spPr>
            <a:xfrm>
              <a:off x="356865" y="504930"/>
              <a:ext cx="193956" cy="263399"/>
            </a:xfrm>
            <a:custGeom>
              <a:avLst/>
              <a:gdLst/>
              <a:ahLst/>
              <a:cxnLst/>
              <a:rect l="l" t="t" r="r" b="b"/>
              <a:pathLst>
                <a:path w="193956" h="263399" extrusionOk="0">
                  <a:moveTo>
                    <a:pt x="0" y="0"/>
                  </a:moveTo>
                  <a:lnTo>
                    <a:pt x="23815" y="30091"/>
                  </a:lnTo>
                  <a:cubicBezTo>
                    <a:pt x="117077" y="147670"/>
                    <a:pt x="161084" y="201158"/>
                    <a:pt x="169174" y="206741"/>
                  </a:cubicBezTo>
                  <a:cubicBezTo>
                    <a:pt x="172720" y="208869"/>
                    <a:pt x="174847" y="211024"/>
                    <a:pt x="174137" y="211733"/>
                  </a:cubicBezTo>
                  <a:cubicBezTo>
                    <a:pt x="177712" y="217406"/>
                    <a:pt x="181966" y="223107"/>
                    <a:pt x="186930" y="227361"/>
                  </a:cubicBezTo>
                  <a:lnTo>
                    <a:pt x="193956" y="234039"/>
                  </a:lnTo>
                  <a:lnTo>
                    <a:pt x="193956" y="253730"/>
                  </a:lnTo>
                  <a:lnTo>
                    <a:pt x="190333" y="252859"/>
                  </a:lnTo>
                  <a:cubicBezTo>
                    <a:pt x="189681" y="252859"/>
                    <a:pt x="189028" y="252887"/>
                    <a:pt x="188348" y="252944"/>
                  </a:cubicBezTo>
                  <a:cubicBezTo>
                    <a:pt x="179130" y="252944"/>
                    <a:pt x="176265" y="253653"/>
                    <a:pt x="180548" y="255071"/>
                  </a:cubicBezTo>
                  <a:cubicBezTo>
                    <a:pt x="181257" y="255071"/>
                    <a:pt x="183569" y="255787"/>
                    <a:pt x="186589" y="256858"/>
                  </a:cubicBezTo>
                  <a:lnTo>
                    <a:pt x="193956" y="259659"/>
                  </a:lnTo>
                  <a:lnTo>
                    <a:pt x="193956" y="263399"/>
                  </a:lnTo>
                  <a:lnTo>
                    <a:pt x="115853" y="242989"/>
                  </a:lnTo>
                  <a:cubicBezTo>
                    <a:pt x="99516" y="239443"/>
                    <a:pt x="73905" y="234480"/>
                    <a:pt x="58986" y="230197"/>
                  </a:cubicBezTo>
                  <a:cubicBezTo>
                    <a:pt x="44777" y="226652"/>
                    <a:pt x="30567" y="224525"/>
                    <a:pt x="15620" y="223107"/>
                  </a:cubicBezTo>
                  <a:lnTo>
                    <a:pt x="0" y="223107"/>
                  </a:lnTo>
                  <a:lnTo>
                    <a:pt x="0" y="217227"/>
                  </a:lnTo>
                  <a:lnTo>
                    <a:pt x="4956" y="216697"/>
                  </a:lnTo>
                  <a:lnTo>
                    <a:pt x="16329" y="216697"/>
                  </a:lnTo>
                  <a:lnTo>
                    <a:pt x="10657" y="213860"/>
                  </a:lnTo>
                  <a:lnTo>
                    <a:pt x="0" y="208193"/>
                  </a:lnTo>
                  <a:lnTo>
                    <a:pt x="0" y="199944"/>
                  </a:lnTo>
                  <a:lnTo>
                    <a:pt x="51867" y="223107"/>
                  </a:lnTo>
                  <a:cubicBezTo>
                    <a:pt x="91376" y="234026"/>
                    <a:pt x="166679" y="247045"/>
                    <a:pt x="186873" y="247045"/>
                  </a:cubicBezTo>
                  <a:cubicBezTo>
                    <a:pt x="190276" y="247045"/>
                    <a:pt x="192120" y="246676"/>
                    <a:pt x="191922" y="245853"/>
                  </a:cubicBezTo>
                  <a:cubicBezTo>
                    <a:pt x="183385" y="242280"/>
                    <a:pt x="174137" y="239443"/>
                    <a:pt x="165601" y="238025"/>
                  </a:cubicBezTo>
                  <a:cubicBezTo>
                    <a:pt x="132218" y="228779"/>
                    <a:pt x="100225" y="217406"/>
                    <a:pt x="68232" y="205323"/>
                  </a:cubicBezTo>
                  <a:cubicBezTo>
                    <a:pt x="65737" y="203735"/>
                    <a:pt x="65339" y="202941"/>
                    <a:pt x="66900" y="202941"/>
                  </a:cubicBezTo>
                  <a:cubicBezTo>
                    <a:pt x="70275" y="202941"/>
                    <a:pt x="82697" y="206571"/>
                    <a:pt x="103062" y="213860"/>
                  </a:cubicBezTo>
                  <a:cubicBezTo>
                    <a:pt x="137579" y="226170"/>
                    <a:pt x="175273" y="237430"/>
                    <a:pt x="182392" y="237430"/>
                  </a:cubicBezTo>
                  <a:cubicBezTo>
                    <a:pt x="183498" y="237430"/>
                    <a:pt x="183866" y="237174"/>
                    <a:pt x="183385" y="236607"/>
                  </a:cubicBezTo>
                  <a:cubicBezTo>
                    <a:pt x="170593" y="230197"/>
                    <a:pt x="157093" y="225234"/>
                    <a:pt x="143591" y="220951"/>
                  </a:cubicBezTo>
                  <a:cubicBezTo>
                    <a:pt x="100935" y="206741"/>
                    <a:pt x="92397" y="203196"/>
                    <a:pt x="93816" y="201069"/>
                  </a:cubicBezTo>
                  <a:cubicBezTo>
                    <a:pt x="105898" y="203905"/>
                    <a:pt x="117980" y="207451"/>
                    <a:pt x="130063" y="212442"/>
                  </a:cubicBezTo>
                  <a:cubicBezTo>
                    <a:pt x="149265" y="218824"/>
                    <a:pt x="167047" y="225234"/>
                    <a:pt x="169883" y="225234"/>
                  </a:cubicBezTo>
                  <a:cubicBezTo>
                    <a:pt x="171245" y="225773"/>
                    <a:pt x="172210" y="226113"/>
                    <a:pt x="172692" y="226113"/>
                  </a:cubicBezTo>
                  <a:cubicBezTo>
                    <a:pt x="173457" y="226113"/>
                    <a:pt x="173032" y="225262"/>
                    <a:pt x="171302" y="223107"/>
                  </a:cubicBezTo>
                  <a:cubicBezTo>
                    <a:pt x="161346" y="217406"/>
                    <a:pt x="150682" y="213151"/>
                    <a:pt x="140018" y="210287"/>
                  </a:cubicBezTo>
                  <a:cubicBezTo>
                    <a:pt x="111599" y="201069"/>
                    <a:pt x="91688" y="192532"/>
                    <a:pt x="96651" y="191823"/>
                  </a:cubicBezTo>
                  <a:cubicBezTo>
                    <a:pt x="107316" y="194659"/>
                    <a:pt x="117980" y="198204"/>
                    <a:pt x="128645" y="201778"/>
                  </a:cubicBezTo>
                  <a:cubicBezTo>
                    <a:pt x="138600" y="206032"/>
                    <a:pt x="148555" y="208869"/>
                    <a:pt x="159220" y="211024"/>
                  </a:cubicBezTo>
                  <a:cubicBezTo>
                    <a:pt x="160637" y="208159"/>
                    <a:pt x="152809" y="204614"/>
                    <a:pt x="128645" y="195368"/>
                  </a:cubicBezTo>
                  <a:cubicBezTo>
                    <a:pt x="115144" y="191114"/>
                    <a:pt x="103062" y="186122"/>
                    <a:pt x="101643" y="185413"/>
                  </a:cubicBezTo>
                  <a:cubicBezTo>
                    <a:pt x="99460" y="183966"/>
                    <a:pt x="99091" y="183257"/>
                    <a:pt x="100423" y="183257"/>
                  </a:cubicBezTo>
                  <a:cubicBezTo>
                    <a:pt x="103005" y="183257"/>
                    <a:pt x="111968" y="185952"/>
                    <a:pt x="126517" y="191114"/>
                  </a:cubicBezTo>
                  <a:lnTo>
                    <a:pt x="149265" y="198913"/>
                  </a:lnTo>
                  <a:lnTo>
                    <a:pt x="144301" y="192532"/>
                  </a:lnTo>
                  <a:cubicBezTo>
                    <a:pt x="141436" y="188277"/>
                    <a:pt x="136473" y="186122"/>
                    <a:pt x="131480" y="186122"/>
                  </a:cubicBezTo>
                  <a:cubicBezTo>
                    <a:pt x="96651" y="179031"/>
                    <a:pt x="63241" y="167658"/>
                    <a:pt x="31276" y="153420"/>
                  </a:cubicBezTo>
                  <a:cubicBezTo>
                    <a:pt x="25589" y="150938"/>
                    <a:pt x="18835" y="147611"/>
                    <a:pt x="11926" y="143982"/>
                  </a:cubicBezTo>
                  <a:lnTo>
                    <a:pt x="0" y="137371"/>
                  </a:lnTo>
                  <a:lnTo>
                    <a:pt x="0" y="132685"/>
                  </a:lnTo>
                  <a:lnTo>
                    <a:pt x="18205" y="142593"/>
                  </a:lnTo>
                  <a:cubicBezTo>
                    <a:pt x="26646" y="146861"/>
                    <a:pt x="35176" y="150952"/>
                    <a:pt x="41941" y="154157"/>
                  </a:cubicBezTo>
                  <a:cubicBezTo>
                    <a:pt x="71296" y="166637"/>
                    <a:pt x="120420" y="181329"/>
                    <a:pt x="130914" y="181329"/>
                  </a:cubicBezTo>
                  <a:cubicBezTo>
                    <a:pt x="132360" y="181329"/>
                    <a:pt x="133098" y="181045"/>
                    <a:pt x="132928" y="180449"/>
                  </a:cubicBezTo>
                  <a:cubicBezTo>
                    <a:pt x="130772" y="176167"/>
                    <a:pt x="127936" y="172621"/>
                    <a:pt x="124390" y="169076"/>
                  </a:cubicBezTo>
                  <a:cubicBezTo>
                    <a:pt x="117924" y="161447"/>
                    <a:pt x="116307" y="159631"/>
                    <a:pt x="113953" y="159631"/>
                  </a:cubicBezTo>
                  <a:cubicBezTo>
                    <a:pt x="113443" y="159631"/>
                    <a:pt x="112931" y="159716"/>
                    <a:pt x="112308" y="159830"/>
                  </a:cubicBezTo>
                  <a:cubicBezTo>
                    <a:pt x="111939" y="159943"/>
                    <a:pt x="111458" y="160000"/>
                    <a:pt x="110861" y="160000"/>
                  </a:cubicBezTo>
                  <a:cubicBezTo>
                    <a:pt x="100119" y="160000"/>
                    <a:pt x="50705" y="142690"/>
                    <a:pt x="12286" y="126557"/>
                  </a:cubicBezTo>
                  <a:lnTo>
                    <a:pt x="0" y="120936"/>
                  </a:lnTo>
                  <a:lnTo>
                    <a:pt x="0" y="113839"/>
                  </a:lnTo>
                  <a:lnTo>
                    <a:pt x="17747" y="122165"/>
                  </a:lnTo>
                  <a:cubicBezTo>
                    <a:pt x="36949" y="130673"/>
                    <a:pt x="56859" y="137792"/>
                    <a:pt x="76770" y="143493"/>
                  </a:cubicBezTo>
                  <a:cubicBezTo>
                    <a:pt x="69651" y="138501"/>
                    <a:pt x="62531" y="134956"/>
                    <a:pt x="55441" y="131411"/>
                  </a:cubicBezTo>
                  <a:cubicBezTo>
                    <a:pt x="42635" y="125355"/>
                    <a:pt x="21661" y="114336"/>
                    <a:pt x="3800" y="104562"/>
                  </a:cubicBezTo>
                  <a:lnTo>
                    <a:pt x="0" y="102427"/>
                  </a:lnTo>
                  <a:lnTo>
                    <a:pt x="0" y="97638"/>
                  </a:lnTo>
                  <a:lnTo>
                    <a:pt x="84569" y="140628"/>
                  </a:lnTo>
                  <a:cubicBezTo>
                    <a:pt x="91688" y="142784"/>
                    <a:pt x="97362" y="145620"/>
                    <a:pt x="103062" y="149875"/>
                  </a:cubicBezTo>
                  <a:cubicBezTo>
                    <a:pt x="103062" y="151293"/>
                    <a:pt x="105188" y="152711"/>
                    <a:pt x="108025" y="153420"/>
                  </a:cubicBezTo>
                  <a:cubicBezTo>
                    <a:pt x="109358" y="153930"/>
                    <a:pt x="110351" y="154242"/>
                    <a:pt x="110946" y="154242"/>
                  </a:cubicBezTo>
                  <a:cubicBezTo>
                    <a:pt x="112847" y="154242"/>
                    <a:pt x="110521" y="150981"/>
                    <a:pt x="102353" y="140628"/>
                  </a:cubicBezTo>
                  <a:cubicBezTo>
                    <a:pt x="93816" y="129964"/>
                    <a:pt x="93107" y="129964"/>
                    <a:pt x="77478" y="122874"/>
                  </a:cubicBezTo>
                  <a:cubicBezTo>
                    <a:pt x="65396" y="117173"/>
                    <a:pt x="15620" y="93008"/>
                    <a:pt x="11366" y="89462"/>
                  </a:cubicBezTo>
                  <a:cubicBezTo>
                    <a:pt x="10657" y="89462"/>
                    <a:pt x="9948" y="89462"/>
                    <a:pt x="11366" y="88044"/>
                  </a:cubicBezTo>
                  <a:cubicBezTo>
                    <a:pt x="11537" y="87562"/>
                    <a:pt x="11678" y="87222"/>
                    <a:pt x="12302" y="87222"/>
                  </a:cubicBezTo>
                  <a:cubicBezTo>
                    <a:pt x="14400" y="87222"/>
                    <a:pt x="21803" y="91136"/>
                    <a:pt x="52577" y="106508"/>
                  </a:cubicBezTo>
                  <a:cubicBezTo>
                    <a:pt x="72344" y="116378"/>
                    <a:pt x="81336" y="120775"/>
                    <a:pt x="83718" y="120775"/>
                  </a:cubicBezTo>
                  <a:cubicBezTo>
                    <a:pt x="85619" y="120775"/>
                    <a:pt x="83321" y="117967"/>
                    <a:pt x="78897" y="112918"/>
                  </a:cubicBezTo>
                  <a:cubicBezTo>
                    <a:pt x="71778" y="102963"/>
                    <a:pt x="70359" y="102254"/>
                    <a:pt x="36239" y="84471"/>
                  </a:cubicBezTo>
                  <a:cubicBezTo>
                    <a:pt x="23448" y="78798"/>
                    <a:pt x="11366" y="71679"/>
                    <a:pt x="702" y="63880"/>
                  </a:cubicBezTo>
                  <a:cubicBezTo>
                    <a:pt x="361" y="63170"/>
                    <a:pt x="417" y="62773"/>
                    <a:pt x="1127" y="62773"/>
                  </a:cubicBezTo>
                  <a:cubicBezTo>
                    <a:pt x="3282" y="62773"/>
                    <a:pt x="11281" y="66489"/>
                    <a:pt x="30567" y="76671"/>
                  </a:cubicBezTo>
                  <a:cubicBezTo>
                    <a:pt x="41941" y="83053"/>
                    <a:pt x="54023" y="89462"/>
                    <a:pt x="56859" y="90881"/>
                  </a:cubicBezTo>
                  <a:cubicBezTo>
                    <a:pt x="58589" y="91533"/>
                    <a:pt x="59809" y="91930"/>
                    <a:pt x="60433" y="91930"/>
                  </a:cubicBezTo>
                  <a:cubicBezTo>
                    <a:pt x="61879" y="91930"/>
                    <a:pt x="60376" y="89916"/>
                    <a:pt x="55441" y="84471"/>
                  </a:cubicBezTo>
                  <a:cubicBezTo>
                    <a:pt x="51158" y="78089"/>
                    <a:pt x="47613" y="75253"/>
                    <a:pt x="45486" y="75253"/>
                  </a:cubicBezTo>
                  <a:lnTo>
                    <a:pt x="0" y="57059"/>
                  </a:lnTo>
                  <a:lnTo>
                    <a:pt x="0" y="54989"/>
                  </a:lnTo>
                  <a:lnTo>
                    <a:pt x="3577" y="55998"/>
                  </a:lnTo>
                  <a:cubicBezTo>
                    <a:pt x="7465" y="57363"/>
                    <a:pt x="13139" y="59469"/>
                    <a:pt x="21321" y="62433"/>
                  </a:cubicBezTo>
                  <a:lnTo>
                    <a:pt x="44777" y="71679"/>
                  </a:lnTo>
                  <a:lnTo>
                    <a:pt x="31276" y="53924"/>
                  </a:lnTo>
                  <a:lnTo>
                    <a:pt x="17747" y="36141"/>
                  </a:lnTo>
                  <a:lnTo>
                    <a:pt x="0" y="29119"/>
                  </a:lnTo>
                  <a:lnTo>
                    <a:pt x="0" y="24967"/>
                  </a:lnTo>
                  <a:lnTo>
                    <a:pt x="12784" y="29759"/>
                  </a:lnTo>
                  <a:lnTo>
                    <a:pt x="3538" y="17649"/>
                  </a:lnTo>
                  <a:lnTo>
                    <a:pt x="0" y="12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94;p3">
              <a:extLst>
                <a:ext uri="{FF2B5EF4-FFF2-40B4-BE49-F238E27FC236}">
                  <a16:creationId xmlns:a16="http://schemas.microsoft.com/office/drawing/2014/main" id="{F12753A2-B92A-05F4-F4CA-2FC9945FB6B7}"/>
                </a:ext>
              </a:extLst>
            </p:cNvPr>
            <p:cNvSpPr/>
            <p:nvPr/>
          </p:nvSpPr>
          <p:spPr>
            <a:xfrm>
              <a:off x="356865" y="247240"/>
              <a:ext cx="193956" cy="478153"/>
            </a:xfrm>
            <a:custGeom>
              <a:avLst/>
              <a:gdLst/>
              <a:ahLst/>
              <a:cxnLst/>
              <a:rect l="l" t="t" r="r" b="b"/>
              <a:pathLst>
                <a:path w="193956" h="478153" extrusionOk="0">
                  <a:moveTo>
                    <a:pt x="0" y="0"/>
                  </a:moveTo>
                  <a:lnTo>
                    <a:pt x="3246" y="3708"/>
                  </a:lnTo>
                  <a:cubicBezTo>
                    <a:pt x="7975" y="9407"/>
                    <a:pt x="13288" y="16071"/>
                    <a:pt x="19194" y="23707"/>
                  </a:cubicBezTo>
                  <a:cubicBezTo>
                    <a:pt x="29830" y="36499"/>
                    <a:pt x="38367" y="47872"/>
                    <a:pt x="39076" y="47872"/>
                  </a:cubicBezTo>
                  <a:cubicBezTo>
                    <a:pt x="39189" y="47985"/>
                    <a:pt x="39274" y="48014"/>
                    <a:pt x="39360" y="48014"/>
                  </a:cubicBezTo>
                  <a:cubicBezTo>
                    <a:pt x="39984" y="48014"/>
                    <a:pt x="40608" y="46085"/>
                    <a:pt x="41204" y="43618"/>
                  </a:cubicBezTo>
                  <a:cubicBezTo>
                    <a:pt x="42848" y="37690"/>
                    <a:pt x="44465" y="35024"/>
                    <a:pt x="46393" y="35024"/>
                  </a:cubicBezTo>
                  <a:cubicBezTo>
                    <a:pt x="46989" y="35024"/>
                    <a:pt x="47641" y="35279"/>
                    <a:pt x="48322" y="35790"/>
                  </a:cubicBezTo>
                  <a:cubicBezTo>
                    <a:pt x="62531" y="50737"/>
                    <a:pt x="74614" y="67073"/>
                    <a:pt x="85988" y="84148"/>
                  </a:cubicBezTo>
                  <a:cubicBezTo>
                    <a:pt x="95319" y="97535"/>
                    <a:pt x="98438" y="100910"/>
                    <a:pt x="100821" y="100910"/>
                  </a:cubicBezTo>
                  <a:cubicBezTo>
                    <a:pt x="101332" y="100910"/>
                    <a:pt x="101843" y="100740"/>
                    <a:pt x="102353" y="100484"/>
                  </a:cubicBezTo>
                  <a:cubicBezTo>
                    <a:pt x="103062" y="100172"/>
                    <a:pt x="103799" y="100031"/>
                    <a:pt x="104565" y="100031"/>
                  </a:cubicBezTo>
                  <a:cubicBezTo>
                    <a:pt x="109075" y="100031"/>
                    <a:pt x="114549" y="105675"/>
                    <a:pt x="123682" y="119686"/>
                  </a:cubicBezTo>
                  <a:cubicBezTo>
                    <a:pt x="131480" y="130350"/>
                    <a:pt x="134345" y="133895"/>
                    <a:pt x="136473" y="133895"/>
                  </a:cubicBezTo>
                  <a:cubicBezTo>
                    <a:pt x="137096" y="133697"/>
                    <a:pt x="137664" y="133612"/>
                    <a:pt x="138202" y="133612"/>
                  </a:cubicBezTo>
                  <a:cubicBezTo>
                    <a:pt x="139507" y="133612"/>
                    <a:pt x="140642" y="134094"/>
                    <a:pt x="142146" y="134605"/>
                  </a:cubicBezTo>
                  <a:cubicBezTo>
                    <a:pt x="152100" y="145978"/>
                    <a:pt x="159928" y="159478"/>
                    <a:pt x="165601" y="173716"/>
                  </a:cubicBezTo>
                  <a:cubicBezTo>
                    <a:pt x="168466" y="181516"/>
                    <a:pt x="172011" y="187926"/>
                    <a:pt x="176265" y="194308"/>
                  </a:cubicBezTo>
                  <a:cubicBezTo>
                    <a:pt x="178420" y="196463"/>
                    <a:pt x="179839" y="199299"/>
                    <a:pt x="180548" y="201427"/>
                  </a:cubicBezTo>
                  <a:cubicBezTo>
                    <a:pt x="181257" y="204972"/>
                    <a:pt x="183385" y="207836"/>
                    <a:pt x="185511" y="207836"/>
                  </a:cubicBezTo>
                  <a:cubicBezTo>
                    <a:pt x="188348" y="208546"/>
                    <a:pt x="190503" y="210673"/>
                    <a:pt x="191922" y="213509"/>
                  </a:cubicBezTo>
                  <a:lnTo>
                    <a:pt x="193956" y="219069"/>
                  </a:lnTo>
                  <a:lnTo>
                    <a:pt x="193956" y="242397"/>
                  </a:lnTo>
                  <a:lnTo>
                    <a:pt x="188348" y="223464"/>
                  </a:lnTo>
                  <a:cubicBezTo>
                    <a:pt x="186930" y="219919"/>
                    <a:pt x="185511" y="217763"/>
                    <a:pt x="185511" y="217763"/>
                  </a:cubicBezTo>
                  <a:cubicBezTo>
                    <a:pt x="184803" y="218472"/>
                    <a:pt x="186930" y="229137"/>
                    <a:pt x="189794" y="241957"/>
                  </a:cubicBezTo>
                  <a:lnTo>
                    <a:pt x="193956" y="288691"/>
                  </a:lnTo>
                  <a:lnTo>
                    <a:pt x="193956" y="388549"/>
                  </a:lnTo>
                  <a:lnTo>
                    <a:pt x="192022" y="363712"/>
                  </a:lnTo>
                  <a:cubicBezTo>
                    <a:pt x="191212" y="349286"/>
                    <a:pt x="190503" y="332227"/>
                    <a:pt x="189794" y="311615"/>
                  </a:cubicBezTo>
                  <a:cubicBezTo>
                    <a:pt x="187638" y="259002"/>
                    <a:pt x="183385" y="225591"/>
                    <a:pt x="177712" y="222046"/>
                  </a:cubicBezTo>
                  <a:cubicBezTo>
                    <a:pt x="171302" y="212800"/>
                    <a:pt x="167047" y="202136"/>
                    <a:pt x="162765" y="192180"/>
                  </a:cubicBezTo>
                  <a:cubicBezTo>
                    <a:pt x="152809" y="165888"/>
                    <a:pt x="144301" y="148814"/>
                    <a:pt x="140018" y="145978"/>
                  </a:cubicBezTo>
                  <a:cubicBezTo>
                    <a:pt x="139819" y="145779"/>
                    <a:pt x="139592" y="145694"/>
                    <a:pt x="139337" y="145694"/>
                  </a:cubicBezTo>
                  <a:cubicBezTo>
                    <a:pt x="138600" y="145694"/>
                    <a:pt x="137692" y="146347"/>
                    <a:pt x="137182" y="147396"/>
                  </a:cubicBezTo>
                  <a:cubicBezTo>
                    <a:pt x="136132" y="148843"/>
                    <a:pt x="135055" y="149580"/>
                    <a:pt x="133863" y="149580"/>
                  </a:cubicBezTo>
                  <a:cubicBezTo>
                    <a:pt x="131027" y="149580"/>
                    <a:pt x="127708" y="145297"/>
                    <a:pt x="123682" y="136732"/>
                  </a:cubicBezTo>
                  <a:cubicBezTo>
                    <a:pt x="118689" y="126067"/>
                    <a:pt x="112308" y="116821"/>
                    <a:pt x="105898" y="107603"/>
                  </a:cubicBezTo>
                  <a:cubicBezTo>
                    <a:pt x="105188" y="107603"/>
                    <a:pt x="104480" y="108312"/>
                    <a:pt x="100935" y="109022"/>
                  </a:cubicBezTo>
                  <a:cubicBezTo>
                    <a:pt x="98098" y="110440"/>
                    <a:pt x="98098" y="111858"/>
                    <a:pt x="101643" y="121813"/>
                  </a:cubicBezTo>
                  <a:cubicBezTo>
                    <a:pt x="111599" y="151679"/>
                    <a:pt x="120107" y="182225"/>
                    <a:pt x="125808" y="212800"/>
                  </a:cubicBezTo>
                  <a:cubicBezTo>
                    <a:pt x="127936" y="224882"/>
                    <a:pt x="132928" y="261839"/>
                    <a:pt x="137182" y="295959"/>
                  </a:cubicBezTo>
                  <a:cubicBezTo>
                    <a:pt x="149265" y="389810"/>
                    <a:pt x="152809" y="405438"/>
                    <a:pt x="162765" y="415393"/>
                  </a:cubicBezTo>
                  <a:lnTo>
                    <a:pt x="167756" y="421066"/>
                  </a:lnTo>
                  <a:lnTo>
                    <a:pt x="163474" y="404020"/>
                  </a:lnTo>
                  <a:cubicBezTo>
                    <a:pt x="160637" y="395483"/>
                    <a:pt x="159928" y="387655"/>
                    <a:pt x="160637" y="387655"/>
                  </a:cubicBezTo>
                  <a:cubicBezTo>
                    <a:pt x="164183" y="393356"/>
                    <a:pt x="167047" y="399737"/>
                    <a:pt x="168466" y="406856"/>
                  </a:cubicBezTo>
                  <a:cubicBezTo>
                    <a:pt x="169883" y="416102"/>
                    <a:pt x="173429" y="423930"/>
                    <a:pt x="177712" y="431730"/>
                  </a:cubicBezTo>
                  <a:cubicBezTo>
                    <a:pt x="178789" y="432836"/>
                    <a:pt x="179612" y="433517"/>
                    <a:pt x="180123" y="433517"/>
                  </a:cubicBezTo>
                  <a:cubicBezTo>
                    <a:pt x="181569" y="433517"/>
                    <a:pt x="180491" y="427986"/>
                    <a:pt x="176265" y="411111"/>
                  </a:cubicBezTo>
                  <a:cubicBezTo>
                    <a:pt x="167332" y="375969"/>
                    <a:pt x="163049" y="354187"/>
                    <a:pt x="165374" y="354187"/>
                  </a:cubicBezTo>
                  <a:cubicBezTo>
                    <a:pt x="165459" y="354187"/>
                    <a:pt x="165515" y="354215"/>
                    <a:pt x="165601" y="354244"/>
                  </a:cubicBezTo>
                  <a:cubicBezTo>
                    <a:pt x="169174" y="361363"/>
                    <a:pt x="171302" y="369191"/>
                    <a:pt x="172720" y="376281"/>
                  </a:cubicBezTo>
                  <a:cubicBezTo>
                    <a:pt x="178060" y="403488"/>
                    <a:pt x="184595" y="427871"/>
                    <a:pt x="189923" y="440767"/>
                  </a:cubicBezTo>
                  <a:lnTo>
                    <a:pt x="193956" y="448065"/>
                  </a:lnTo>
                  <a:lnTo>
                    <a:pt x="193956" y="478153"/>
                  </a:lnTo>
                  <a:lnTo>
                    <a:pt x="183491" y="467156"/>
                  </a:lnTo>
                  <a:cubicBezTo>
                    <a:pt x="153038" y="434900"/>
                    <a:pt x="108393" y="386251"/>
                    <a:pt x="94524" y="369191"/>
                  </a:cubicBezTo>
                  <a:cubicBezTo>
                    <a:pt x="77819" y="349635"/>
                    <a:pt x="40856" y="303425"/>
                    <a:pt x="2027" y="254021"/>
                  </a:cubicBezTo>
                  <a:lnTo>
                    <a:pt x="0" y="251420"/>
                  </a:lnTo>
                  <a:lnTo>
                    <a:pt x="0" y="218317"/>
                  </a:lnTo>
                  <a:lnTo>
                    <a:pt x="3538" y="225591"/>
                  </a:lnTo>
                  <a:lnTo>
                    <a:pt x="6373" y="229137"/>
                  </a:lnTo>
                  <a:lnTo>
                    <a:pt x="4247" y="222755"/>
                  </a:lnTo>
                  <a:cubicBezTo>
                    <a:pt x="3893" y="221330"/>
                    <a:pt x="2517" y="213908"/>
                    <a:pt x="553" y="202899"/>
                  </a:cubicBezTo>
                  <a:lnTo>
                    <a:pt x="0" y="199766"/>
                  </a:lnTo>
                  <a:lnTo>
                    <a:pt x="0" y="160969"/>
                  </a:lnTo>
                  <a:lnTo>
                    <a:pt x="572" y="164683"/>
                  </a:lnTo>
                  <a:cubicBezTo>
                    <a:pt x="7938" y="209072"/>
                    <a:pt x="14202" y="236263"/>
                    <a:pt x="18456" y="242666"/>
                  </a:cubicBezTo>
                  <a:cubicBezTo>
                    <a:pt x="22172" y="248650"/>
                    <a:pt x="24582" y="252337"/>
                    <a:pt x="25717" y="252337"/>
                  </a:cubicBezTo>
                  <a:cubicBezTo>
                    <a:pt x="28099" y="252337"/>
                    <a:pt x="24980" y="236369"/>
                    <a:pt x="16329" y="192180"/>
                  </a:cubicBezTo>
                  <a:cubicBezTo>
                    <a:pt x="11011" y="165527"/>
                    <a:pt x="4480" y="128870"/>
                    <a:pt x="52" y="99620"/>
                  </a:cubicBezTo>
                  <a:lnTo>
                    <a:pt x="0" y="99243"/>
                  </a:lnTo>
                  <a:lnTo>
                    <a:pt x="0" y="38547"/>
                  </a:lnTo>
                  <a:lnTo>
                    <a:pt x="2717" y="56285"/>
                  </a:lnTo>
                  <a:cubicBezTo>
                    <a:pt x="3891" y="64003"/>
                    <a:pt x="5132" y="72221"/>
                    <a:pt x="6373" y="80574"/>
                  </a:cubicBezTo>
                  <a:cubicBezTo>
                    <a:pt x="19194" y="170852"/>
                    <a:pt x="43359" y="279622"/>
                    <a:pt x="51867" y="284585"/>
                  </a:cubicBezTo>
                  <a:cubicBezTo>
                    <a:pt x="51867" y="284018"/>
                    <a:pt x="51867" y="280104"/>
                    <a:pt x="51867" y="274630"/>
                  </a:cubicBezTo>
                  <a:cubicBezTo>
                    <a:pt x="51158" y="268958"/>
                    <a:pt x="51158" y="263966"/>
                    <a:pt x="52577" y="263966"/>
                  </a:cubicBezTo>
                  <a:cubicBezTo>
                    <a:pt x="54023" y="263966"/>
                    <a:pt x="55441" y="270376"/>
                    <a:pt x="56150" y="278204"/>
                  </a:cubicBezTo>
                  <a:cubicBezTo>
                    <a:pt x="55441" y="285294"/>
                    <a:pt x="57568" y="292414"/>
                    <a:pt x="61823" y="298086"/>
                  </a:cubicBezTo>
                  <a:cubicBezTo>
                    <a:pt x="63241" y="300242"/>
                    <a:pt x="65396" y="302369"/>
                    <a:pt x="67524" y="304496"/>
                  </a:cubicBezTo>
                  <a:cubicBezTo>
                    <a:pt x="68232" y="304496"/>
                    <a:pt x="66106" y="288868"/>
                    <a:pt x="63950" y="270376"/>
                  </a:cubicBezTo>
                  <a:cubicBezTo>
                    <a:pt x="61823" y="258293"/>
                    <a:pt x="60404" y="246920"/>
                    <a:pt x="61113" y="234838"/>
                  </a:cubicBezTo>
                  <a:cubicBezTo>
                    <a:pt x="61171" y="234809"/>
                    <a:pt x="61199" y="234781"/>
                    <a:pt x="61226" y="234781"/>
                  </a:cubicBezTo>
                  <a:cubicBezTo>
                    <a:pt x="62759" y="234781"/>
                    <a:pt x="66928" y="260591"/>
                    <a:pt x="71069" y="293122"/>
                  </a:cubicBezTo>
                  <a:cubicBezTo>
                    <a:pt x="71069" y="300951"/>
                    <a:pt x="73196" y="308041"/>
                    <a:pt x="76060" y="314451"/>
                  </a:cubicBezTo>
                  <a:cubicBezTo>
                    <a:pt x="77478" y="317287"/>
                    <a:pt x="80315" y="318706"/>
                    <a:pt x="80315" y="318706"/>
                  </a:cubicBezTo>
                  <a:cubicBezTo>
                    <a:pt x="79606" y="299532"/>
                    <a:pt x="77478" y="281040"/>
                    <a:pt x="73905" y="262548"/>
                  </a:cubicBezTo>
                  <a:cubicBezTo>
                    <a:pt x="72487" y="256166"/>
                    <a:pt x="71778" y="249756"/>
                    <a:pt x="72487" y="243375"/>
                  </a:cubicBezTo>
                  <a:cubicBezTo>
                    <a:pt x="74614" y="243375"/>
                    <a:pt x="81024" y="277495"/>
                    <a:pt x="83860" y="305205"/>
                  </a:cubicBezTo>
                  <a:cubicBezTo>
                    <a:pt x="85279" y="326534"/>
                    <a:pt x="85279" y="327952"/>
                    <a:pt x="92397" y="336489"/>
                  </a:cubicBezTo>
                  <a:lnTo>
                    <a:pt x="99516" y="345026"/>
                  </a:lnTo>
                  <a:lnTo>
                    <a:pt x="99516" y="340034"/>
                  </a:lnTo>
                  <a:cubicBezTo>
                    <a:pt x="98098" y="331497"/>
                    <a:pt x="91688" y="288868"/>
                    <a:pt x="90270" y="279622"/>
                  </a:cubicBezTo>
                  <a:cubicBezTo>
                    <a:pt x="89561" y="275339"/>
                    <a:pt x="90270" y="271794"/>
                    <a:pt x="90979" y="271794"/>
                  </a:cubicBezTo>
                  <a:cubicBezTo>
                    <a:pt x="95234" y="283876"/>
                    <a:pt x="98098" y="297377"/>
                    <a:pt x="98807" y="310197"/>
                  </a:cubicBezTo>
                  <a:cubicBezTo>
                    <a:pt x="100935" y="324406"/>
                    <a:pt x="103062" y="338616"/>
                    <a:pt x="106607" y="352117"/>
                  </a:cubicBezTo>
                  <a:cubicBezTo>
                    <a:pt x="108224" y="355350"/>
                    <a:pt x="109386" y="356910"/>
                    <a:pt x="110068" y="356910"/>
                  </a:cubicBezTo>
                  <a:cubicBezTo>
                    <a:pt x="111542" y="356910"/>
                    <a:pt x="110918" y="349961"/>
                    <a:pt x="108025" y="336489"/>
                  </a:cubicBezTo>
                  <a:cubicBezTo>
                    <a:pt x="101643" y="306623"/>
                    <a:pt x="95234" y="235547"/>
                    <a:pt x="95942" y="235547"/>
                  </a:cubicBezTo>
                  <a:cubicBezTo>
                    <a:pt x="96056" y="235490"/>
                    <a:pt x="96170" y="235462"/>
                    <a:pt x="96255" y="235462"/>
                  </a:cubicBezTo>
                  <a:cubicBezTo>
                    <a:pt x="97588" y="235462"/>
                    <a:pt x="98835" y="239574"/>
                    <a:pt x="99516" y="245502"/>
                  </a:cubicBezTo>
                  <a:cubicBezTo>
                    <a:pt x="106607" y="312324"/>
                    <a:pt x="115853" y="364908"/>
                    <a:pt x="122972" y="372736"/>
                  </a:cubicBezTo>
                  <a:lnTo>
                    <a:pt x="127227" y="377728"/>
                  </a:lnTo>
                  <a:lnTo>
                    <a:pt x="125808" y="365617"/>
                  </a:lnTo>
                  <a:cubicBezTo>
                    <a:pt x="125099" y="359236"/>
                    <a:pt x="123682" y="349280"/>
                    <a:pt x="122262" y="344317"/>
                  </a:cubicBezTo>
                  <a:cubicBezTo>
                    <a:pt x="120391" y="336886"/>
                    <a:pt x="120703" y="331100"/>
                    <a:pt x="122661" y="331100"/>
                  </a:cubicBezTo>
                  <a:cubicBezTo>
                    <a:pt x="122972" y="331100"/>
                    <a:pt x="123313" y="331242"/>
                    <a:pt x="123682" y="331497"/>
                  </a:cubicBezTo>
                  <a:cubicBezTo>
                    <a:pt x="126517" y="339325"/>
                    <a:pt x="127936" y="347862"/>
                    <a:pt x="129353" y="356399"/>
                  </a:cubicBezTo>
                  <a:cubicBezTo>
                    <a:pt x="132928" y="382691"/>
                    <a:pt x="135055" y="386237"/>
                    <a:pt x="142146" y="393356"/>
                  </a:cubicBezTo>
                  <a:lnTo>
                    <a:pt x="147137" y="398319"/>
                  </a:lnTo>
                  <a:lnTo>
                    <a:pt x="145010" y="391938"/>
                  </a:lnTo>
                  <a:cubicBezTo>
                    <a:pt x="142146" y="381982"/>
                    <a:pt x="138600" y="351407"/>
                    <a:pt x="129353" y="285294"/>
                  </a:cubicBezTo>
                  <a:cubicBezTo>
                    <a:pt x="123682" y="234838"/>
                    <a:pt x="114436" y="185090"/>
                    <a:pt x="100225" y="136732"/>
                  </a:cubicBezTo>
                  <a:cubicBezTo>
                    <a:pt x="94780" y="116991"/>
                    <a:pt x="84768" y="94670"/>
                    <a:pt x="82669" y="94670"/>
                  </a:cubicBezTo>
                  <a:cubicBezTo>
                    <a:pt x="82584" y="94670"/>
                    <a:pt x="82499" y="94698"/>
                    <a:pt x="82442" y="94812"/>
                  </a:cubicBezTo>
                  <a:cubicBezTo>
                    <a:pt x="83860" y="101193"/>
                    <a:pt x="85988" y="106894"/>
                    <a:pt x="88143" y="112567"/>
                  </a:cubicBezTo>
                  <a:cubicBezTo>
                    <a:pt x="95942" y="134605"/>
                    <a:pt x="122972" y="295959"/>
                    <a:pt x="120107" y="299532"/>
                  </a:cubicBezTo>
                  <a:cubicBezTo>
                    <a:pt x="119767" y="300100"/>
                    <a:pt x="119455" y="300412"/>
                    <a:pt x="119115" y="300412"/>
                  </a:cubicBezTo>
                  <a:cubicBezTo>
                    <a:pt x="117442" y="300412"/>
                    <a:pt x="115881" y="291960"/>
                    <a:pt x="112308" y="267540"/>
                  </a:cubicBezTo>
                  <a:cubicBezTo>
                    <a:pt x="103062" y="203554"/>
                    <a:pt x="88852" y="132477"/>
                    <a:pt x="81024" y="110440"/>
                  </a:cubicBezTo>
                  <a:cubicBezTo>
                    <a:pt x="73196" y="89111"/>
                    <a:pt x="57568" y="54282"/>
                    <a:pt x="53314" y="51446"/>
                  </a:cubicBezTo>
                  <a:cubicBezTo>
                    <a:pt x="51867" y="50737"/>
                    <a:pt x="50450" y="49319"/>
                    <a:pt x="49740" y="47872"/>
                  </a:cubicBezTo>
                  <a:cubicBezTo>
                    <a:pt x="49315" y="47220"/>
                    <a:pt x="48861" y="46908"/>
                    <a:pt x="48407" y="46908"/>
                  </a:cubicBezTo>
                  <a:cubicBezTo>
                    <a:pt x="47386" y="46908"/>
                    <a:pt x="46251" y="48496"/>
                    <a:pt x="44777" y="51446"/>
                  </a:cubicBezTo>
                  <a:cubicBezTo>
                    <a:pt x="42649" y="56409"/>
                    <a:pt x="41204" y="57827"/>
                    <a:pt x="39076" y="57827"/>
                  </a:cubicBezTo>
                  <a:cubicBezTo>
                    <a:pt x="29830" y="48581"/>
                    <a:pt x="22030" y="38654"/>
                    <a:pt x="14911" y="28699"/>
                  </a:cubicBezTo>
                  <a:lnTo>
                    <a:pt x="15620" y="28699"/>
                  </a:lnTo>
                  <a:cubicBezTo>
                    <a:pt x="9579" y="20871"/>
                    <a:pt x="4070" y="13759"/>
                    <a:pt x="71" y="8604"/>
                  </a:cubicBezTo>
                  <a:lnTo>
                    <a:pt x="0" y="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95;p3">
              <a:extLst>
                <a:ext uri="{FF2B5EF4-FFF2-40B4-BE49-F238E27FC236}">
                  <a16:creationId xmlns:a16="http://schemas.microsoft.com/office/drawing/2014/main" id="{2836EEDC-E758-07F3-5815-D2091CF621A3}"/>
                </a:ext>
              </a:extLst>
            </p:cNvPr>
            <p:cNvSpPr/>
            <p:nvPr/>
          </p:nvSpPr>
          <p:spPr>
            <a:xfrm>
              <a:off x="550821" y="466309"/>
              <a:ext cx="81357" cy="361277"/>
            </a:xfrm>
            <a:custGeom>
              <a:avLst/>
              <a:gdLst/>
              <a:ahLst/>
              <a:cxnLst/>
              <a:rect l="l" t="t" r="r" b="b"/>
              <a:pathLst>
                <a:path w="81357" h="361277" extrusionOk="0">
                  <a:moveTo>
                    <a:pt x="0" y="0"/>
                  </a:moveTo>
                  <a:lnTo>
                    <a:pt x="19294" y="52725"/>
                  </a:lnTo>
                  <a:cubicBezTo>
                    <a:pt x="21421" y="61971"/>
                    <a:pt x="24967" y="70508"/>
                    <a:pt x="29249" y="78308"/>
                  </a:cubicBezTo>
                  <a:cubicBezTo>
                    <a:pt x="37048" y="92546"/>
                    <a:pt x="47713" y="147285"/>
                    <a:pt x="52705" y="199160"/>
                  </a:cubicBezTo>
                  <a:cubicBezTo>
                    <a:pt x="56250" y="242526"/>
                    <a:pt x="62661" y="270237"/>
                    <a:pt x="73296" y="294430"/>
                  </a:cubicBezTo>
                  <a:cubicBezTo>
                    <a:pt x="74544" y="297089"/>
                    <a:pt x="75613" y="299218"/>
                    <a:pt x="77147" y="301482"/>
                  </a:cubicBezTo>
                  <a:lnTo>
                    <a:pt x="81357" y="306462"/>
                  </a:lnTo>
                  <a:lnTo>
                    <a:pt x="81357" y="336042"/>
                  </a:lnTo>
                  <a:lnTo>
                    <a:pt x="67981" y="324094"/>
                  </a:lnTo>
                  <a:cubicBezTo>
                    <a:pt x="48075" y="306144"/>
                    <a:pt x="30653" y="290147"/>
                    <a:pt x="27802" y="287311"/>
                  </a:cubicBezTo>
                  <a:cubicBezTo>
                    <a:pt x="26922" y="285950"/>
                    <a:pt x="25732" y="285467"/>
                    <a:pt x="24796" y="285467"/>
                  </a:cubicBezTo>
                  <a:cubicBezTo>
                    <a:pt x="24257" y="285467"/>
                    <a:pt x="23803" y="285637"/>
                    <a:pt x="23547" y="285893"/>
                  </a:cubicBezTo>
                  <a:lnTo>
                    <a:pt x="23547" y="286602"/>
                  </a:lnTo>
                  <a:cubicBezTo>
                    <a:pt x="23037" y="287112"/>
                    <a:pt x="21846" y="287594"/>
                    <a:pt x="20172" y="287594"/>
                  </a:cubicBezTo>
                  <a:cubicBezTo>
                    <a:pt x="19464" y="287594"/>
                    <a:pt x="18698" y="287509"/>
                    <a:pt x="17876" y="287311"/>
                  </a:cubicBezTo>
                  <a:cubicBezTo>
                    <a:pt x="16797" y="287056"/>
                    <a:pt x="16003" y="286885"/>
                    <a:pt x="15465" y="286885"/>
                  </a:cubicBezTo>
                  <a:cubicBezTo>
                    <a:pt x="13140" y="286885"/>
                    <a:pt x="16231" y="290090"/>
                    <a:pt x="27802" y="302230"/>
                  </a:cubicBezTo>
                  <a:lnTo>
                    <a:pt x="81357" y="348381"/>
                  </a:lnTo>
                  <a:lnTo>
                    <a:pt x="81357" y="361277"/>
                  </a:lnTo>
                  <a:lnTo>
                    <a:pt x="64787" y="347723"/>
                  </a:lnTo>
                  <a:lnTo>
                    <a:pt x="44876" y="329968"/>
                  </a:lnTo>
                  <a:lnTo>
                    <a:pt x="23547" y="329968"/>
                  </a:lnTo>
                  <a:lnTo>
                    <a:pt x="0" y="327688"/>
                  </a:lnTo>
                  <a:lnTo>
                    <a:pt x="0" y="321832"/>
                  </a:lnTo>
                  <a:lnTo>
                    <a:pt x="20712" y="323558"/>
                  </a:lnTo>
                  <a:cubicBezTo>
                    <a:pt x="37048" y="323558"/>
                    <a:pt x="37758" y="323558"/>
                    <a:pt x="34921" y="320013"/>
                  </a:cubicBezTo>
                  <a:cubicBezTo>
                    <a:pt x="28511" y="313603"/>
                    <a:pt x="20712" y="309348"/>
                    <a:pt x="801" y="302230"/>
                  </a:cubicBezTo>
                  <a:lnTo>
                    <a:pt x="0" y="302020"/>
                  </a:lnTo>
                  <a:lnTo>
                    <a:pt x="0" y="298280"/>
                  </a:lnTo>
                  <a:lnTo>
                    <a:pt x="2929" y="299393"/>
                  </a:lnTo>
                  <a:cubicBezTo>
                    <a:pt x="9140" y="301464"/>
                    <a:pt x="12713" y="302570"/>
                    <a:pt x="14301" y="302570"/>
                  </a:cubicBezTo>
                  <a:cubicBezTo>
                    <a:pt x="15465" y="302570"/>
                    <a:pt x="15606" y="302003"/>
                    <a:pt x="15011" y="300811"/>
                  </a:cubicBezTo>
                  <a:cubicBezTo>
                    <a:pt x="12742" y="297890"/>
                    <a:pt x="9870" y="295557"/>
                    <a:pt x="6672" y="293955"/>
                  </a:cubicBezTo>
                  <a:lnTo>
                    <a:pt x="0" y="292351"/>
                  </a:lnTo>
                  <a:lnTo>
                    <a:pt x="0" y="272661"/>
                  </a:lnTo>
                  <a:lnTo>
                    <a:pt x="5776" y="278150"/>
                  </a:lnTo>
                  <a:cubicBezTo>
                    <a:pt x="8799" y="280546"/>
                    <a:pt x="11111" y="281610"/>
                    <a:pt x="14301" y="282319"/>
                  </a:cubicBezTo>
                  <a:cubicBezTo>
                    <a:pt x="16826" y="282830"/>
                    <a:pt x="19322" y="283340"/>
                    <a:pt x="20853" y="283340"/>
                  </a:cubicBezTo>
                  <a:cubicBezTo>
                    <a:pt x="21478" y="283340"/>
                    <a:pt x="21931" y="283255"/>
                    <a:pt x="22130" y="283056"/>
                  </a:cubicBezTo>
                  <a:cubicBezTo>
                    <a:pt x="22130" y="282319"/>
                    <a:pt x="18584" y="278065"/>
                    <a:pt x="13593" y="273101"/>
                  </a:cubicBezTo>
                  <a:cubicBezTo>
                    <a:pt x="10927" y="270435"/>
                    <a:pt x="7450" y="266869"/>
                    <a:pt x="3371" y="262626"/>
                  </a:cubicBezTo>
                  <a:lnTo>
                    <a:pt x="0" y="259084"/>
                  </a:lnTo>
                  <a:lnTo>
                    <a:pt x="0" y="228996"/>
                  </a:lnTo>
                  <a:lnTo>
                    <a:pt x="801" y="230444"/>
                  </a:lnTo>
                  <a:lnTo>
                    <a:pt x="5765" y="235407"/>
                  </a:lnTo>
                  <a:lnTo>
                    <a:pt x="1510" y="221907"/>
                  </a:lnTo>
                  <a:lnTo>
                    <a:pt x="0" y="213977"/>
                  </a:lnTo>
                  <a:lnTo>
                    <a:pt x="0" y="196097"/>
                  </a:lnTo>
                  <a:lnTo>
                    <a:pt x="5499" y="217887"/>
                  </a:lnTo>
                  <a:cubicBezTo>
                    <a:pt x="9976" y="233869"/>
                    <a:pt x="14373" y="246242"/>
                    <a:pt x="16118" y="246242"/>
                  </a:cubicBezTo>
                  <a:cubicBezTo>
                    <a:pt x="16231" y="246242"/>
                    <a:pt x="16344" y="246185"/>
                    <a:pt x="16429" y="246072"/>
                  </a:cubicBezTo>
                  <a:cubicBezTo>
                    <a:pt x="15011" y="239690"/>
                    <a:pt x="12884" y="233989"/>
                    <a:pt x="10756" y="228317"/>
                  </a:cubicBezTo>
                  <a:cubicBezTo>
                    <a:pt x="6133" y="214448"/>
                    <a:pt x="3112" y="201117"/>
                    <a:pt x="894" y="180948"/>
                  </a:cubicBezTo>
                  <a:lnTo>
                    <a:pt x="0" y="169480"/>
                  </a:lnTo>
                  <a:lnTo>
                    <a:pt x="0" y="69622"/>
                  </a:lnTo>
                  <a:lnTo>
                    <a:pt x="2929" y="102501"/>
                  </a:lnTo>
                  <a:cubicBezTo>
                    <a:pt x="4346" y="133047"/>
                    <a:pt x="6503" y="168585"/>
                    <a:pt x="7211" y="180668"/>
                  </a:cubicBezTo>
                  <a:cubicBezTo>
                    <a:pt x="11466" y="215525"/>
                    <a:pt x="25675" y="257445"/>
                    <a:pt x="38467" y="268818"/>
                  </a:cubicBezTo>
                  <a:cubicBezTo>
                    <a:pt x="42041" y="272392"/>
                    <a:pt x="45586" y="275937"/>
                    <a:pt x="47004" y="277356"/>
                  </a:cubicBezTo>
                  <a:cubicBezTo>
                    <a:pt x="47117" y="277469"/>
                    <a:pt x="47230" y="277526"/>
                    <a:pt x="47288" y="277526"/>
                  </a:cubicBezTo>
                  <a:cubicBezTo>
                    <a:pt x="48053" y="277526"/>
                    <a:pt x="45983" y="270804"/>
                    <a:pt x="42749" y="261728"/>
                  </a:cubicBezTo>
                  <a:cubicBezTo>
                    <a:pt x="37048" y="247490"/>
                    <a:pt x="32794" y="233280"/>
                    <a:pt x="29249" y="218362"/>
                  </a:cubicBezTo>
                  <a:cubicBezTo>
                    <a:pt x="22839" y="190623"/>
                    <a:pt x="12884" y="107464"/>
                    <a:pt x="15720" y="105337"/>
                  </a:cubicBezTo>
                  <a:cubicBezTo>
                    <a:pt x="19294" y="121674"/>
                    <a:pt x="22130" y="138039"/>
                    <a:pt x="23547" y="154376"/>
                  </a:cubicBezTo>
                  <a:cubicBezTo>
                    <a:pt x="29958" y="201996"/>
                    <a:pt x="35630" y="229735"/>
                    <a:pt x="43459" y="251064"/>
                  </a:cubicBezTo>
                  <a:cubicBezTo>
                    <a:pt x="44565" y="254354"/>
                    <a:pt x="45217" y="256169"/>
                    <a:pt x="45529" y="256169"/>
                  </a:cubicBezTo>
                  <a:cubicBezTo>
                    <a:pt x="45983" y="256169"/>
                    <a:pt x="45472" y="251574"/>
                    <a:pt x="44167" y="241108"/>
                  </a:cubicBezTo>
                  <a:cubicBezTo>
                    <a:pt x="35630" y="182114"/>
                    <a:pt x="34213" y="170032"/>
                    <a:pt x="30667" y="145130"/>
                  </a:cubicBezTo>
                  <a:cubicBezTo>
                    <a:pt x="29249" y="135174"/>
                    <a:pt x="28511" y="125247"/>
                    <a:pt x="29249" y="116001"/>
                  </a:cubicBezTo>
                  <a:cubicBezTo>
                    <a:pt x="32085" y="112428"/>
                    <a:pt x="23547" y="82590"/>
                    <a:pt x="18584" y="79017"/>
                  </a:cubicBezTo>
                  <a:cubicBezTo>
                    <a:pt x="15720" y="77598"/>
                    <a:pt x="12884" y="69799"/>
                    <a:pt x="9338" y="54852"/>
                  </a:cubicBezTo>
                  <a:lnTo>
                    <a:pt x="0" y="23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296;p3">
              <a:extLst>
                <a:ext uri="{FF2B5EF4-FFF2-40B4-BE49-F238E27FC236}">
                  <a16:creationId xmlns:a16="http://schemas.microsoft.com/office/drawing/2014/main" id="{A253F716-B963-D2BB-8750-B28BB503BE7F}"/>
                </a:ext>
              </a:extLst>
            </p:cNvPr>
            <p:cNvSpPr/>
            <p:nvPr/>
          </p:nvSpPr>
          <p:spPr>
            <a:xfrm>
              <a:off x="632178" y="772771"/>
              <a:ext cx="86499" cy="96483"/>
            </a:xfrm>
            <a:custGeom>
              <a:avLst/>
              <a:gdLst/>
              <a:ahLst/>
              <a:cxnLst/>
              <a:rect l="l" t="t" r="r" b="b"/>
              <a:pathLst>
                <a:path w="86499" h="96483" extrusionOk="0">
                  <a:moveTo>
                    <a:pt x="0" y="0"/>
                  </a:moveTo>
                  <a:lnTo>
                    <a:pt x="2436" y="2883"/>
                  </a:lnTo>
                  <a:cubicBezTo>
                    <a:pt x="8658" y="9282"/>
                    <a:pt x="19323" y="18883"/>
                    <a:pt x="39588" y="37006"/>
                  </a:cubicBezTo>
                  <a:lnTo>
                    <a:pt x="82217" y="74672"/>
                  </a:lnTo>
                  <a:lnTo>
                    <a:pt x="84372" y="83209"/>
                  </a:lnTo>
                  <a:lnTo>
                    <a:pt x="86499" y="92455"/>
                  </a:lnTo>
                  <a:lnTo>
                    <a:pt x="77963" y="95291"/>
                  </a:lnTo>
                  <a:cubicBezTo>
                    <a:pt x="75040" y="96114"/>
                    <a:pt x="72148" y="96483"/>
                    <a:pt x="69227" y="96483"/>
                  </a:cubicBezTo>
                  <a:cubicBezTo>
                    <a:pt x="67156" y="96483"/>
                    <a:pt x="65086" y="96284"/>
                    <a:pt x="63043" y="96000"/>
                  </a:cubicBezTo>
                  <a:cubicBezTo>
                    <a:pt x="54514" y="93873"/>
                    <a:pt x="27987" y="76542"/>
                    <a:pt x="4764" y="58712"/>
                  </a:cubicBezTo>
                  <a:lnTo>
                    <a:pt x="0" y="54815"/>
                  </a:lnTo>
                  <a:lnTo>
                    <a:pt x="0" y="41918"/>
                  </a:lnTo>
                  <a:lnTo>
                    <a:pt x="28924" y="66844"/>
                  </a:lnTo>
                  <a:cubicBezTo>
                    <a:pt x="49260" y="81224"/>
                    <a:pt x="62533" y="89023"/>
                    <a:pt x="65822" y="89023"/>
                  </a:cubicBezTo>
                  <a:cubicBezTo>
                    <a:pt x="66447" y="89023"/>
                    <a:pt x="66702" y="88740"/>
                    <a:pt x="66589" y="88172"/>
                  </a:cubicBezTo>
                  <a:cubicBezTo>
                    <a:pt x="66589" y="87463"/>
                    <a:pt x="55216" y="77508"/>
                    <a:pt x="41715" y="66135"/>
                  </a:cubicBezTo>
                  <a:cubicBezTo>
                    <a:pt x="35319" y="60810"/>
                    <a:pt x="26523" y="53171"/>
                    <a:pt x="16838" y="44620"/>
                  </a:cubicBezTo>
                  <a:lnTo>
                    <a:pt x="0" y="29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35;p3">
            <a:extLst>
              <a:ext uri="{FF2B5EF4-FFF2-40B4-BE49-F238E27FC236}">
                <a16:creationId xmlns:a16="http://schemas.microsoft.com/office/drawing/2014/main" id="{AAE00A47-C43F-F09A-2EBD-EC03E1A58B3E}"/>
              </a:ext>
            </a:extLst>
          </p:cNvPr>
          <p:cNvGrpSpPr/>
          <p:nvPr/>
        </p:nvGrpSpPr>
        <p:grpSpPr>
          <a:xfrm>
            <a:off x="10737851" y="1"/>
            <a:ext cx="1104055" cy="1057487"/>
            <a:chOff x="0" y="0"/>
            <a:chExt cx="828650" cy="793641"/>
          </a:xfrm>
        </p:grpSpPr>
        <p:sp>
          <p:nvSpPr>
            <p:cNvPr id="36" name="Google Shape;336;p3">
              <a:extLst>
                <a:ext uri="{FF2B5EF4-FFF2-40B4-BE49-F238E27FC236}">
                  <a16:creationId xmlns:a16="http://schemas.microsoft.com/office/drawing/2014/main" id="{22F95891-5E32-E943-0C0A-FDA4138440C1}"/>
                </a:ext>
              </a:extLst>
            </p:cNvPr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37;p3">
              <a:extLst>
                <a:ext uri="{FF2B5EF4-FFF2-40B4-BE49-F238E27FC236}">
                  <a16:creationId xmlns:a16="http://schemas.microsoft.com/office/drawing/2014/main" id="{F6C194A6-8DB5-5C0A-BE76-55AED60186CC}"/>
                </a:ext>
              </a:extLst>
            </p:cNvPr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38;p3">
              <a:extLst>
                <a:ext uri="{FF2B5EF4-FFF2-40B4-BE49-F238E27FC236}">
                  <a16:creationId xmlns:a16="http://schemas.microsoft.com/office/drawing/2014/main" id="{2C5439FC-FB8C-7714-97E0-9D455C8C6141}"/>
                </a:ext>
              </a:extLst>
            </p:cNvPr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39;p3">
              <a:extLst>
                <a:ext uri="{FF2B5EF4-FFF2-40B4-BE49-F238E27FC236}">
                  <a16:creationId xmlns:a16="http://schemas.microsoft.com/office/drawing/2014/main" id="{DE336CA1-D224-449F-B19E-B6DAF75DDA47}"/>
                </a:ext>
              </a:extLst>
            </p:cNvPr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40;p3">
              <a:extLst>
                <a:ext uri="{FF2B5EF4-FFF2-40B4-BE49-F238E27FC236}">
                  <a16:creationId xmlns:a16="http://schemas.microsoft.com/office/drawing/2014/main" id="{13BB92F0-792E-DDBE-5479-8B3286A4654A}"/>
                </a:ext>
              </a:extLst>
            </p:cNvPr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41;p3">
              <a:extLst>
                <a:ext uri="{FF2B5EF4-FFF2-40B4-BE49-F238E27FC236}">
                  <a16:creationId xmlns:a16="http://schemas.microsoft.com/office/drawing/2014/main" id="{95433166-539E-691B-5B9E-4BCF800186B0}"/>
                </a:ext>
              </a:extLst>
            </p:cNvPr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342;p3">
              <a:extLst>
                <a:ext uri="{FF2B5EF4-FFF2-40B4-BE49-F238E27FC236}">
                  <a16:creationId xmlns:a16="http://schemas.microsoft.com/office/drawing/2014/main" id="{474AC796-4B87-F7BA-7E96-59C3F982FA4D}"/>
                </a:ext>
              </a:extLst>
            </p:cNvPr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343;p3">
              <a:extLst>
                <a:ext uri="{FF2B5EF4-FFF2-40B4-BE49-F238E27FC236}">
                  <a16:creationId xmlns:a16="http://schemas.microsoft.com/office/drawing/2014/main" id="{88EA4537-6965-4F2E-2909-DAE8CAC9129D}"/>
                </a:ext>
              </a:extLst>
            </p:cNvPr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344;p3">
              <a:extLst>
                <a:ext uri="{FF2B5EF4-FFF2-40B4-BE49-F238E27FC236}">
                  <a16:creationId xmlns:a16="http://schemas.microsoft.com/office/drawing/2014/main" id="{53E6A851-7EDF-DA92-BCFA-1B0E4748F792}"/>
                </a:ext>
              </a:extLst>
            </p:cNvPr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345;p3">
              <a:extLst>
                <a:ext uri="{FF2B5EF4-FFF2-40B4-BE49-F238E27FC236}">
                  <a16:creationId xmlns:a16="http://schemas.microsoft.com/office/drawing/2014/main" id="{BFC98C77-28B9-DC04-1EE2-AB824934B148}"/>
                </a:ext>
              </a:extLst>
            </p:cNvPr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346;p3">
              <a:extLst>
                <a:ext uri="{FF2B5EF4-FFF2-40B4-BE49-F238E27FC236}">
                  <a16:creationId xmlns:a16="http://schemas.microsoft.com/office/drawing/2014/main" id="{8017740C-A088-97DB-9965-1354339C90C5}"/>
                </a:ext>
              </a:extLst>
            </p:cNvPr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347;p3">
              <a:extLst>
                <a:ext uri="{FF2B5EF4-FFF2-40B4-BE49-F238E27FC236}">
                  <a16:creationId xmlns:a16="http://schemas.microsoft.com/office/drawing/2014/main" id="{914B6B1E-F0D1-F174-F520-B2F6706FEB05}"/>
                </a:ext>
              </a:extLst>
            </p:cNvPr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348;p3">
              <a:extLst>
                <a:ext uri="{FF2B5EF4-FFF2-40B4-BE49-F238E27FC236}">
                  <a16:creationId xmlns:a16="http://schemas.microsoft.com/office/drawing/2014/main" id="{F9D61D94-CDFB-210D-BFAA-C8E510DA5E40}"/>
                </a:ext>
              </a:extLst>
            </p:cNvPr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349;p3">
              <a:extLst>
                <a:ext uri="{FF2B5EF4-FFF2-40B4-BE49-F238E27FC236}">
                  <a16:creationId xmlns:a16="http://schemas.microsoft.com/office/drawing/2014/main" id="{44CC9E12-26FA-33EF-FD67-E0E54E27C9C8}"/>
                </a:ext>
              </a:extLst>
            </p:cNvPr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350;p3">
              <a:extLst>
                <a:ext uri="{FF2B5EF4-FFF2-40B4-BE49-F238E27FC236}">
                  <a16:creationId xmlns:a16="http://schemas.microsoft.com/office/drawing/2014/main" id="{E3F5215E-BCCF-6C30-C166-AFE4049898B2}"/>
                </a:ext>
              </a:extLst>
            </p:cNvPr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351;p3">
              <a:extLst>
                <a:ext uri="{FF2B5EF4-FFF2-40B4-BE49-F238E27FC236}">
                  <a16:creationId xmlns:a16="http://schemas.microsoft.com/office/drawing/2014/main" id="{3089EFEF-A220-6E5A-24CD-DD323CD889E5}"/>
                </a:ext>
              </a:extLst>
            </p:cNvPr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352;p3">
              <a:extLst>
                <a:ext uri="{FF2B5EF4-FFF2-40B4-BE49-F238E27FC236}">
                  <a16:creationId xmlns:a16="http://schemas.microsoft.com/office/drawing/2014/main" id="{CCFB1D6A-B474-683F-0681-C662D4674712}"/>
                </a:ext>
              </a:extLst>
            </p:cNvPr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353;p3">
              <a:extLst>
                <a:ext uri="{FF2B5EF4-FFF2-40B4-BE49-F238E27FC236}">
                  <a16:creationId xmlns:a16="http://schemas.microsoft.com/office/drawing/2014/main" id="{0479EEAB-8EB7-2EAC-5F26-5D5874864E37}"/>
                </a:ext>
              </a:extLst>
            </p:cNvPr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354;p3">
              <a:extLst>
                <a:ext uri="{FF2B5EF4-FFF2-40B4-BE49-F238E27FC236}">
                  <a16:creationId xmlns:a16="http://schemas.microsoft.com/office/drawing/2014/main" id="{5E60415D-6D9A-8011-2A91-F683A9DB2A9C}"/>
                </a:ext>
              </a:extLst>
            </p:cNvPr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355;p3">
              <a:extLst>
                <a:ext uri="{FF2B5EF4-FFF2-40B4-BE49-F238E27FC236}">
                  <a16:creationId xmlns:a16="http://schemas.microsoft.com/office/drawing/2014/main" id="{285C1155-D25F-EEF3-B4CD-AA488B6CBBDA}"/>
                </a:ext>
              </a:extLst>
            </p:cNvPr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356;p3">
              <a:extLst>
                <a:ext uri="{FF2B5EF4-FFF2-40B4-BE49-F238E27FC236}">
                  <a16:creationId xmlns:a16="http://schemas.microsoft.com/office/drawing/2014/main" id="{F9DA22CE-390C-332A-DF60-970D241F30FF}"/>
                </a:ext>
              </a:extLst>
            </p:cNvPr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357;p3">
              <a:extLst>
                <a:ext uri="{FF2B5EF4-FFF2-40B4-BE49-F238E27FC236}">
                  <a16:creationId xmlns:a16="http://schemas.microsoft.com/office/drawing/2014/main" id="{B76B0AB8-C7B5-AFA1-76FF-15B7E2901E5C}"/>
                </a:ext>
              </a:extLst>
            </p:cNvPr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358;p3">
              <a:extLst>
                <a:ext uri="{FF2B5EF4-FFF2-40B4-BE49-F238E27FC236}">
                  <a16:creationId xmlns:a16="http://schemas.microsoft.com/office/drawing/2014/main" id="{61614ECD-6F3C-D801-F2E0-E9407F1F8A07}"/>
                </a:ext>
              </a:extLst>
            </p:cNvPr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359;p3">
              <a:extLst>
                <a:ext uri="{FF2B5EF4-FFF2-40B4-BE49-F238E27FC236}">
                  <a16:creationId xmlns:a16="http://schemas.microsoft.com/office/drawing/2014/main" id="{BFD60049-E2C8-93D4-3A67-706AA34742A0}"/>
                </a:ext>
              </a:extLst>
            </p:cNvPr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360;p3">
              <a:extLst>
                <a:ext uri="{FF2B5EF4-FFF2-40B4-BE49-F238E27FC236}">
                  <a16:creationId xmlns:a16="http://schemas.microsoft.com/office/drawing/2014/main" id="{B2D1A012-CD65-089E-606A-6ACF6344E8C9}"/>
                </a:ext>
              </a:extLst>
            </p:cNvPr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361;p3">
              <a:extLst>
                <a:ext uri="{FF2B5EF4-FFF2-40B4-BE49-F238E27FC236}">
                  <a16:creationId xmlns:a16="http://schemas.microsoft.com/office/drawing/2014/main" id="{AC02113B-42B6-B56C-EF3C-969A30F916D2}"/>
                </a:ext>
              </a:extLst>
            </p:cNvPr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362;p3">
              <a:extLst>
                <a:ext uri="{FF2B5EF4-FFF2-40B4-BE49-F238E27FC236}">
                  <a16:creationId xmlns:a16="http://schemas.microsoft.com/office/drawing/2014/main" id="{03457E68-9C68-96BB-B249-76F9257B433A}"/>
                </a:ext>
              </a:extLst>
            </p:cNvPr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363;p3">
              <a:extLst>
                <a:ext uri="{FF2B5EF4-FFF2-40B4-BE49-F238E27FC236}">
                  <a16:creationId xmlns:a16="http://schemas.microsoft.com/office/drawing/2014/main" id="{5D11D89D-7693-DE33-EA5E-73309F948C12}"/>
                </a:ext>
              </a:extLst>
            </p:cNvPr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364;p3">
              <a:extLst>
                <a:ext uri="{FF2B5EF4-FFF2-40B4-BE49-F238E27FC236}">
                  <a16:creationId xmlns:a16="http://schemas.microsoft.com/office/drawing/2014/main" id="{8FA29B35-2C07-0397-CB63-84997BB6B54F}"/>
                </a:ext>
              </a:extLst>
            </p:cNvPr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365;p3">
              <a:extLst>
                <a:ext uri="{FF2B5EF4-FFF2-40B4-BE49-F238E27FC236}">
                  <a16:creationId xmlns:a16="http://schemas.microsoft.com/office/drawing/2014/main" id="{EA6F0EA6-EF1E-E0F3-0D52-2F20809B1DC1}"/>
                </a:ext>
              </a:extLst>
            </p:cNvPr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366;p3">
              <a:extLst>
                <a:ext uri="{FF2B5EF4-FFF2-40B4-BE49-F238E27FC236}">
                  <a16:creationId xmlns:a16="http://schemas.microsoft.com/office/drawing/2014/main" id="{86857F21-606E-391C-703D-18ACB8E3B151}"/>
                </a:ext>
              </a:extLst>
            </p:cNvPr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367;p3">
              <a:extLst>
                <a:ext uri="{FF2B5EF4-FFF2-40B4-BE49-F238E27FC236}">
                  <a16:creationId xmlns:a16="http://schemas.microsoft.com/office/drawing/2014/main" id="{60A0202E-58F6-2E08-36A8-1DD2BDB116FA}"/>
                </a:ext>
              </a:extLst>
            </p:cNvPr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368;p3">
              <a:extLst>
                <a:ext uri="{FF2B5EF4-FFF2-40B4-BE49-F238E27FC236}">
                  <a16:creationId xmlns:a16="http://schemas.microsoft.com/office/drawing/2014/main" id="{D1DEE412-84D4-7EAD-52A2-B7C40C708E93}"/>
                </a:ext>
              </a:extLst>
            </p:cNvPr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369;p3">
            <a:extLst>
              <a:ext uri="{FF2B5EF4-FFF2-40B4-BE49-F238E27FC236}">
                <a16:creationId xmlns:a16="http://schemas.microsoft.com/office/drawing/2014/main" id="{47F26A45-CF80-D7D8-161E-74C826210D0A}"/>
              </a:ext>
            </a:extLst>
          </p:cNvPr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520" name="Google Shape;370;p3">
              <a:extLst>
                <a:ext uri="{FF2B5EF4-FFF2-40B4-BE49-F238E27FC236}">
                  <a16:creationId xmlns:a16="http://schemas.microsoft.com/office/drawing/2014/main" id="{15D3E970-A177-BCFE-EE2B-F7BB70BF2767}"/>
                </a:ext>
              </a:extLst>
            </p:cNvPr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371;p3">
              <a:extLst>
                <a:ext uri="{FF2B5EF4-FFF2-40B4-BE49-F238E27FC236}">
                  <a16:creationId xmlns:a16="http://schemas.microsoft.com/office/drawing/2014/main" id="{1E9B2FEF-7F21-9FE9-E444-223559DF38DF}"/>
                </a:ext>
              </a:extLst>
            </p:cNvPr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372;p3">
              <a:extLst>
                <a:ext uri="{FF2B5EF4-FFF2-40B4-BE49-F238E27FC236}">
                  <a16:creationId xmlns:a16="http://schemas.microsoft.com/office/drawing/2014/main" id="{1B3B5435-C258-0519-B30D-8E488B050905}"/>
                </a:ext>
              </a:extLst>
            </p:cNvPr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373;p3">
              <a:extLst>
                <a:ext uri="{FF2B5EF4-FFF2-40B4-BE49-F238E27FC236}">
                  <a16:creationId xmlns:a16="http://schemas.microsoft.com/office/drawing/2014/main" id="{54816A4E-BC1F-2461-93F3-5A0A32F8C528}"/>
                </a:ext>
              </a:extLst>
            </p:cNvPr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374;p3">
              <a:extLst>
                <a:ext uri="{FF2B5EF4-FFF2-40B4-BE49-F238E27FC236}">
                  <a16:creationId xmlns:a16="http://schemas.microsoft.com/office/drawing/2014/main" id="{74EB4815-E162-2B02-6ADF-655C3FF35CA3}"/>
                </a:ext>
              </a:extLst>
            </p:cNvPr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375;p3">
              <a:extLst>
                <a:ext uri="{FF2B5EF4-FFF2-40B4-BE49-F238E27FC236}">
                  <a16:creationId xmlns:a16="http://schemas.microsoft.com/office/drawing/2014/main" id="{D99F2931-369D-A79E-568A-773B33DBC32A}"/>
                </a:ext>
              </a:extLst>
            </p:cNvPr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376;p3">
              <a:extLst>
                <a:ext uri="{FF2B5EF4-FFF2-40B4-BE49-F238E27FC236}">
                  <a16:creationId xmlns:a16="http://schemas.microsoft.com/office/drawing/2014/main" id="{02A0E563-6BEF-11B7-29DA-307E4EBBBB1C}"/>
                </a:ext>
              </a:extLst>
            </p:cNvPr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377;p3">
              <a:extLst>
                <a:ext uri="{FF2B5EF4-FFF2-40B4-BE49-F238E27FC236}">
                  <a16:creationId xmlns:a16="http://schemas.microsoft.com/office/drawing/2014/main" id="{95797B20-137F-634F-B72F-348B7E45B58E}"/>
                </a:ext>
              </a:extLst>
            </p:cNvPr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378;p3">
              <a:extLst>
                <a:ext uri="{FF2B5EF4-FFF2-40B4-BE49-F238E27FC236}">
                  <a16:creationId xmlns:a16="http://schemas.microsoft.com/office/drawing/2014/main" id="{66B8E57B-8AB5-5A68-5250-12CBF423789A}"/>
                </a:ext>
              </a:extLst>
            </p:cNvPr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379;p3">
              <a:extLst>
                <a:ext uri="{FF2B5EF4-FFF2-40B4-BE49-F238E27FC236}">
                  <a16:creationId xmlns:a16="http://schemas.microsoft.com/office/drawing/2014/main" id="{7E1FA01A-7063-6448-3D60-7897A87B048C}"/>
                </a:ext>
              </a:extLst>
            </p:cNvPr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380;p3">
              <a:extLst>
                <a:ext uri="{FF2B5EF4-FFF2-40B4-BE49-F238E27FC236}">
                  <a16:creationId xmlns:a16="http://schemas.microsoft.com/office/drawing/2014/main" id="{30D5515F-D659-F5B3-4A8C-24B279696B47}"/>
                </a:ext>
              </a:extLst>
            </p:cNvPr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381;p3">
              <a:extLst>
                <a:ext uri="{FF2B5EF4-FFF2-40B4-BE49-F238E27FC236}">
                  <a16:creationId xmlns:a16="http://schemas.microsoft.com/office/drawing/2014/main" id="{6CB39115-CA0F-BF70-04F9-3D16D54D5A2A}"/>
                </a:ext>
              </a:extLst>
            </p:cNvPr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382;p3">
              <a:extLst>
                <a:ext uri="{FF2B5EF4-FFF2-40B4-BE49-F238E27FC236}">
                  <a16:creationId xmlns:a16="http://schemas.microsoft.com/office/drawing/2014/main" id="{F67F1AC5-E4DF-8D40-5E67-6EA27948E59A}"/>
                </a:ext>
              </a:extLst>
            </p:cNvPr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383;p3">
              <a:extLst>
                <a:ext uri="{FF2B5EF4-FFF2-40B4-BE49-F238E27FC236}">
                  <a16:creationId xmlns:a16="http://schemas.microsoft.com/office/drawing/2014/main" id="{CCDE5FB8-7DE2-7032-8604-56D8333B6EB4}"/>
                </a:ext>
              </a:extLst>
            </p:cNvPr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384;p3">
              <a:extLst>
                <a:ext uri="{FF2B5EF4-FFF2-40B4-BE49-F238E27FC236}">
                  <a16:creationId xmlns:a16="http://schemas.microsoft.com/office/drawing/2014/main" id="{8AC6A83F-9E3E-C685-6B81-FB881602BA7C}"/>
                </a:ext>
              </a:extLst>
            </p:cNvPr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385;p3">
              <a:extLst>
                <a:ext uri="{FF2B5EF4-FFF2-40B4-BE49-F238E27FC236}">
                  <a16:creationId xmlns:a16="http://schemas.microsoft.com/office/drawing/2014/main" id="{66D079F9-989D-142D-4E5D-30E93AFED3B1}"/>
                </a:ext>
              </a:extLst>
            </p:cNvPr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386;p3">
              <a:extLst>
                <a:ext uri="{FF2B5EF4-FFF2-40B4-BE49-F238E27FC236}">
                  <a16:creationId xmlns:a16="http://schemas.microsoft.com/office/drawing/2014/main" id="{D564808C-F5BA-DA60-4310-0DBF81B36365}"/>
                </a:ext>
              </a:extLst>
            </p:cNvPr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387;p3">
              <a:extLst>
                <a:ext uri="{FF2B5EF4-FFF2-40B4-BE49-F238E27FC236}">
                  <a16:creationId xmlns:a16="http://schemas.microsoft.com/office/drawing/2014/main" id="{50C3176B-CCD6-3B20-FFF1-CC493CD700C4}"/>
                </a:ext>
              </a:extLst>
            </p:cNvPr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388;p3">
              <a:extLst>
                <a:ext uri="{FF2B5EF4-FFF2-40B4-BE49-F238E27FC236}">
                  <a16:creationId xmlns:a16="http://schemas.microsoft.com/office/drawing/2014/main" id="{F837A94F-5437-6EF9-AC6D-7840E57E03D6}"/>
                </a:ext>
              </a:extLst>
            </p:cNvPr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389;p3">
              <a:extLst>
                <a:ext uri="{FF2B5EF4-FFF2-40B4-BE49-F238E27FC236}">
                  <a16:creationId xmlns:a16="http://schemas.microsoft.com/office/drawing/2014/main" id="{44E8297E-B2E4-11A4-2AC2-C46A550166C6}"/>
                </a:ext>
              </a:extLst>
            </p:cNvPr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390;p3">
              <a:extLst>
                <a:ext uri="{FF2B5EF4-FFF2-40B4-BE49-F238E27FC236}">
                  <a16:creationId xmlns:a16="http://schemas.microsoft.com/office/drawing/2014/main" id="{714EE1F0-6CCB-31E3-3004-06AA2B3EBAC2}"/>
                </a:ext>
              </a:extLst>
            </p:cNvPr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391;p3">
              <a:extLst>
                <a:ext uri="{FF2B5EF4-FFF2-40B4-BE49-F238E27FC236}">
                  <a16:creationId xmlns:a16="http://schemas.microsoft.com/office/drawing/2014/main" id="{01C4A44D-9164-2243-30EE-C52289BCD230}"/>
                </a:ext>
              </a:extLst>
            </p:cNvPr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392;p3">
              <a:extLst>
                <a:ext uri="{FF2B5EF4-FFF2-40B4-BE49-F238E27FC236}">
                  <a16:creationId xmlns:a16="http://schemas.microsoft.com/office/drawing/2014/main" id="{97B705F9-F38A-996D-6BA9-DC0E3F771EE9}"/>
                </a:ext>
              </a:extLst>
            </p:cNvPr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393;p3">
              <a:extLst>
                <a:ext uri="{FF2B5EF4-FFF2-40B4-BE49-F238E27FC236}">
                  <a16:creationId xmlns:a16="http://schemas.microsoft.com/office/drawing/2014/main" id="{962C8935-7665-56BE-44EA-212565F35128}"/>
                </a:ext>
              </a:extLst>
            </p:cNvPr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394;p3">
              <a:extLst>
                <a:ext uri="{FF2B5EF4-FFF2-40B4-BE49-F238E27FC236}">
                  <a16:creationId xmlns:a16="http://schemas.microsoft.com/office/drawing/2014/main" id="{44C57D9C-260C-885A-0847-E35E828CD802}"/>
                </a:ext>
              </a:extLst>
            </p:cNvPr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395;p3">
              <a:extLst>
                <a:ext uri="{FF2B5EF4-FFF2-40B4-BE49-F238E27FC236}">
                  <a16:creationId xmlns:a16="http://schemas.microsoft.com/office/drawing/2014/main" id="{780930ED-1D60-B0F6-06DD-DB910F218140}"/>
                </a:ext>
              </a:extLst>
            </p:cNvPr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396;p3">
              <a:extLst>
                <a:ext uri="{FF2B5EF4-FFF2-40B4-BE49-F238E27FC236}">
                  <a16:creationId xmlns:a16="http://schemas.microsoft.com/office/drawing/2014/main" id="{21731CAD-7AEA-6F77-59C5-3AB6C08B3578}"/>
                </a:ext>
              </a:extLst>
            </p:cNvPr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397;p3">
              <a:extLst>
                <a:ext uri="{FF2B5EF4-FFF2-40B4-BE49-F238E27FC236}">
                  <a16:creationId xmlns:a16="http://schemas.microsoft.com/office/drawing/2014/main" id="{8B157731-7E0B-D053-39B6-EC414EDFCE25}"/>
                </a:ext>
              </a:extLst>
            </p:cNvPr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398;p3">
              <a:extLst>
                <a:ext uri="{FF2B5EF4-FFF2-40B4-BE49-F238E27FC236}">
                  <a16:creationId xmlns:a16="http://schemas.microsoft.com/office/drawing/2014/main" id="{10005A5E-2F15-7AC8-4BB0-58255BCFA758}"/>
                </a:ext>
              </a:extLst>
            </p:cNvPr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399;p3">
              <a:extLst>
                <a:ext uri="{FF2B5EF4-FFF2-40B4-BE49-F238E27FC236}">
                  <a16:creationId xmlns:a16="http://schemas.microsoft.com/office/drawing/2014/main" id="{B91541C1-DC4A-330B-7DEC-635C5629B9B5}"/>
                </a:ext>
              </a:extLst>
            </p:cNvPr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400;p3">
              <a:extLst>
                <a:ext uri="{FF2B5EF4-FFF2-40B4-BE49-F238E27FC236}">
                  <a16:creationId xmlns:a16="http://schemas.microsoft.com/office/drawing/2014/main" id="{3946A36C-C1F5-D7E3-1C41-9925B9B47AC9}"/>
                </a:ext>
              </a:extLst>
            </p:cNvPr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401;p3">
              <a:extLst>
                <a:ext uri="{FF2B5EF4-FFF2-40B4-BE49-F238E27FC236}">
                  <a16:creationId xmlns:a16="http://schemas.microsoft.com/office/drawing/2014/main" id="{991B9077-7F56-0C9A-F924-A5727DBEFCB3}"/>
                </a:ext>
              </a:extLst>
            </p:cNvPr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402;p3">
              <a:extLst>
                <a:ext uri="{FF2B5EF4-FFF2-40B4-BE49-F238E27FC236}">
                  <a16:creationId xmlns:a16="http://schemas.microsoft.com/office/drawing/2014/main" id="{E185083B-49FB-161B-F989-B1B14C608A5D}"/>
                </a:ext>
              </a:extLst>
            </p:cNvPr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403;p3">
              <a:extLst>
                <a:ext uri="{FF2B5EF4-FFF2-40B4-BE49-F238E27FC236}">
                  <a16:creationId xmlns:a16="http://schemas.microsoft.com/office/drawing/2014/main" id="{654CDE7A-7546-1A59-05BA-A7D0940ADB81}"/>
                </a:ext>
              </a:extLst>
            </p:cNvPr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404;p3">
              <a:extLst>
                <a:ext uri="{FF2B5EF4-FFF2-40B4-BE49-F238E27FC236}">
                  <a16:creationId xmlns:a16="http://schemas.microsoft.com/office/drawing/2014/main" id="{27A2D2B7-249E-CBCD-E6E4-B507011A643D}"/>
                </a:ext>
              </a:extLst>
            </p:cNvPr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405;p3">
              <a:extLst>
                <a:ext uri="{FF2B5EF4-FFF2-40B4-BE49-F238E27FC236}">
                  <a16:creationId xmlns:a16="http://schemas.microsoft.com/office/drawing/2014/main" id="{BB6099C3-33FE-2E71-DE89-1C61D2593DFD}"/>
                </a:ext>
              </a:extLst>
            </p:cNvPr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406;p3">
              <a:extLst>
                <a:ext uri="{FF2B5EF4-FFF2-40B4-BE49-F238E27FC236}">
                  <a16:creationId xmlns:a16="http://schemas.microsoft.com/office/drawing/2014/main" id="{75BAC739-52BD-5941-CC10-2E57A246C4D6}"/>
                </a:ext>
              </a:extLst>
            </p:cNvPr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407;p3">
              <a:extLst>
                <a:ext uri="{FF2B5EF4-FFF2-40B4-BE49-F238E27FC236}">
                  <a16:creationId xmlns:a16="http://schemas.microsoft.com/office/drawing/2014/main" id="{A5E4D137-9CE6-E531-3578-A68CE7D090B8}"/>
                </a:ext>
              </a:extLst>
            </p:cNvPr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408;p3">
              <a:extLst>
                <a:ext uri="{FF2B5EF4-FFF2-40B4-BE49-F238E27FC236}">
                  <a16:creationId xmlns:a16="http://schemas.microsoft.com/office/drawing/2014/main" id="{A32E7C6E-D489-9E11-F2A1-96C632F6F419}"/>
                </a:ext>
              </a:extLst>
            </p:cNvPr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409;p3">
              <a:extLst>
                <a:ext uri="{FF2B5EF4-FFF2-40B4-BE49-F238E27FC236}">
                  <a16:creationId xmlns:a16="http://schemas.microsoft.com/office/drawing/2014/main" id="{F4D1ED4E-8FA7-44C1-47C7-D047FF655F33}"/>
                </a:ext>
              </a:extLst>
            </p:cNvPr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410;p3">
              <a:extLst>
                <a:ext uri="{FF2B5EF4-FFF2-40B4-BE49-F238E27FC236}">
                  <a16:creationId xmlns:a16="http://schemas.microsoft.com/office/drawing/2014/main" id="{10B2B34B-DA06-AC33-E460-4BBF6A121532}"/>
                </a:ext>
              </a:extLst>
            </p:cNvPr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411;p3">
              <a:extLst>
                <a:ext uri="{FF2B5EF4-FFF2-40B4-BE49-F238E27FC236}">
                  <a16:creationId xmlns:a16="http://schemas.microsoft.com/office/drawing/2014/main" id="{5304ADAE-E87A-9A01-486B-E8D1DB676827}"/>
                </a:ext>
              </a:extLst>
            </p:cNvPr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412;p3">
              <a:extLst>
                <a:ext uri="{FF2B5EF4-FFF2-40B4-BE49-F238E27FC236}">
                  <a16:creationId xmlns:a16="http://schemas.microsoft.com/office/drawing/2014/main" id="{0E87A1DF-D71A-A47D-7155-5AF6799645AD}"/>
                </a:ext>
              </a:extLst>
            </p:cNvPr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413;p3">
              <a:extLst>
                <a:ext uri="{FF2B5EF4-FFF2-40B4-BE49-F238E27FC236}">
                  <a16:creationId xmlns:a16="http://schemas.microsoft.com/office/drawing/2014/main" id="{17676196-F95B-F629-5078-1E13F1F0D194}"/>
                </a:ext>
              </a:extLst>
            </p:cNvPr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414;p3">
              <a:extLst>
                <a:ext uri="{FF2B5EF4-FFF2-40B4-BE49-F238E27FC236}">
                  <a16:creationId xmlns:a16="http://schemas.microsoft.com/office/drawing/2014/main" id="{0D974B4A-7531-6623-7718-13E5186ACD3E}"/>
                </a:ext>
              </a:extLst>
            </p:cNvPr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415;p3">
              <a:extLst>
                <a:ext uri="{FF2B5EF4-FFF2-40B4-BE49-F238E27FC236}">
                  <a16:creationId xmlns:a16="http://schemas.microsoft.com/office/drawing/2014/main" id="{ABE988EF-2958-EC3B-569F-96FB6E57E2C5}"/>
                </a:ext>
              </a:extLst>
            </p:cNvPr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416;p3">
              <a:extLst>
                <a:ext uri="{FF2B5EF4-FFF2-40B4-BE49-F238E27FC236}">
                  <a16:creationId xmlns:a16="http://schemas.microsoft.com/office/drawing/2014/main" id="{ACB9347F-E28D-2C90-B2FA-BEBE8BE6B170}"/>
                </a:ext>
              </a:extLst>
            </p:cNvPr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417;p3">
              <a:extLst>
                <a:ext uri="{FF2B5EF4-FFF2-40B4-BE49-F238E27FC236}">
                  <a16:creationId xmlns:a16="http://schemas.microsoft.com/office/drawing/2014/main" id="{B172E0AA-692A-F6AC-3E7E-0FC0243F8863}"/>
                </a:ext>
              </a:extLst>
            </p:cNvPr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418;p3">
              <a:extLst>
                <a:ext uri="{FF2B5EF4-FFF2-40B4-BE49-F238E27FC236}">
                  <a16:creationId xmlns:a16="http://schemas.microsoft.com/office/drawing/2014/main" id="{B6F5CB45-3C59-C355-2C31-B41D748FC207}"/>
                </a:ext>
              </a:extLst>
            </p:cNvPr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419;p3">
              <a:extLst>
                <a:ext uri="{FF2B5EF4-FFF2-40B4-BE49-F238E27FC236}">
                  <a16:creationId xmlns:a16="http://schemas.microsoft.com/office/drawing/2014/main" id="{35787EE1-2DEF-5BFD-97E1-354A4121168E}"/>
                </a:ext>
              </a:extLst>
            </p:cNvPr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420;p3">
              <a:extLst>
                <a:ext uri="{FF2B5EF4-FFF2-40B4-BE49-F238E27FC236}">
                  <a16:creationId xmlns:a16="http://schemas.microsoft.com/office/drawing/2014/main" id="{F64510C2-19DF-099C-BB6C-0286DEA1AC63}"/>
                </a:ext>
              </a:extLst>
            </p:cNvPr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421;p3">
              <a:extLst>
                <a:ext uri="{FF2B5EF4-FFF2-40B4-BE49-F238E27FC236}">
                  <a16:creationId xmlns:a16="http://schemas.microsoft.com/office/drawing/2014/main" id="{8312CBC3-08D6-85E6-50A8-E88C75B736CF}"/>
                </a:ext>
              </a:extLst>
            </p:cNvPr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422;p3">
              <a:extLst>
                <a:ext uri="{FF2B5EF4-FFF2-40B4-BE49-F238E27FC236}">
                  <a16:creationId xmlns:a16="http://schemas.microsoft.com/office/drawing/2014/main" id="{BEAF41CC-FBB0-248B-D9E1-77F783267B39}"/>
                </a:ext>
              </a:extLst>
            </p:cNvPr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423;p3">
              <a:extLst>
                <a:ext uri="{FF2B5EF4-FFF2-40B4-BE49-F238E27FC236}">
                  <a16:creationId xmlns:a16="http://schemas.microsoft.com/office/drawing/2014/main" id="{733DF679-3669-B64E-EC88-E3B67276293B}"/>
                </a:ext>
              </a:extLst>
            </p:cNvPr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424;p3">
              <a:extLst>
                <a:ext uri="{FF2B5EF4-FFF2-40B4-BE49-F238E27FC236}">
                  <a16:creationId xmlns:a16="http://schemas.microsoft.com/office/drawing/2014/main" id="{8498110C-EE84-BDC9-3ADD-0BB416263DA0}"/>
                </a:ext>
              </a:extLst>
            </p:cNvPr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425;p3">
              <a:extLst>
                <a:ext uri="{FF2B5EF4-FFF2-40B4-BE49-F238E27FC236}">
                  <a16:creationId xmlns:a16="http://schemas.microsoft.com/office/drawing/2014/main" id="{2AAE9E9F-7528-879B-5B9A-10FB682EF522}"/>
                </a:ext>
              </a:extLst>
            </p:cNvPr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426;p3">
              <a:extLst>
                <a:ext uri="{FF2B5EF4-FFF2-40B4-BE49-F238E27FC236}">
                  <a16:creationId xmlns:a16="http://schemas.microsoft.com/office/drawing/2014/main" id="{DF777449-05BA-0F20-78CA-B57A5A9924A6}"/>
                </a:ext>
              </a:extLst>
            </p:cNvPr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427;p3">
              <a:extLst>
                <a:ext uri="{FF2B5EF4-FFF2-40B4-BE49-F238E27FC236}">
                  <a16:creationId xmlns:a16="http://schemas.microsoft.com/office/drawing/2014/main" id="{F5F6D154-B9BE-33E0-C63B-19CA367ECB00}"/>
                </a:ext>
              </a:extLst>
            </p:cNvPr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428;p3">
              <a:extLst>
                <a:ext uri="{FF2B5EF4-FFF2-40B4-BE49-F238E27FC236}">
                  <a16:creationId xmlns:a16="http://schemas.microsoft.com/office/drawing/2014/main" id="{64290B97-2D0D-8BE7-8976-01024788248F}"/>
                </a:ext>
              </a:extLst>
            </p:cNvPr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429;p3">
              <a:extLst>
                <a:ext uri="{FF2B5EF4-FFF2-40B4-BE49-F238E27FC236}">
                  <a16:creationId xmlns:a16="http://schemas.microsoft.com/office/drawing/2014/main" id="{4F31013F-6523-7E50-5CB3-57536602F333}"/>
                </a:ext>
              </a:extLst>
            </p:cNvPr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430;p3">
              <a:extLst>
                <a:ext uri="{FF2B5EF4-FFF2-40B4-BE49-F238E27FC236}">
                  <a16:creationId xmlns:a16="http://schemas.microsoft.com/office/drawing/2014/main" id="{6D51B974-1974-5871-DC0C-2BB3BE166F92}"/>
                </a:ext>
              </a:extLst>
            </p:cNvPr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431;p3">
              <a:extLst>
                <a:ext uri="{FF2B5EF4-FFF2-40B4-BE49-F238E27FC236}">
                  <a16:creationId xmlns:a16="http://schemas.microsoft.com/office/drawing/2014/main" id="{17D4A88A-E334-A28F-5C71-D6F6499BCC81}"/>
                </a:ext>
              </a:extLst>
            </p:cNvPr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432;p3">
              <a:extLst>
                <a:ext uri="{FF2B5EF4-FFF2-40B4-BE49-F238E27FC236}">
                  <a16:creationId xmlns:a16="http://schemas.microsoft.com/office/drawing/2014/main" id="{4A876F2C-24DE-C863-E3A4-5B88C64D8F84}"/>
                </a:ext>
              </a:extLst>
            </p:cNvPr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433;p3">
              <a:extLst>
                <a:ext uri="{FF2B5EF4-FFF2-40B4-BE49-F238E27FC236}">
                  <a16:creationId xmlns:a16="http://schemas.microsoft.com/office/drawing/2014/main" id="{0C9BA913-3BF2-E7DB-3C64-CE25096F4F34}"/>
                </a:ext>
              </a:extLst>
            </p:cNvPr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434;p3">
              <a:extLst>
                <a:ext uri="{FF2B5EF4-FFF2-40B4-BE49-F238E27FC236}">
                  <a16:creationId xmlns:a16="http://schemas.microsoft.com/office/drawing/2014/main" id="{4C6D68C6-4615-9C5A-AD81-5F3B9BBD28BE}"/>
                </a:ext>
              </a:extLst>
            </p:cNvPr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435;p3">
              <a:extLst>
                <a:ext uri="{FF2B5EF4-FFF2-40B4-BE49-F238E27FC236}">
                  <a16:creationId xmlns:a16="http://schemas.microsoft.com/office/drawing/2014/main" id="{F3330617-1275-DAE1-5AF5-4FC5BF387CAA}"/>
                </a:ext>
              </a:extLst>
            </p:cNvPr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436;p3">
              <a:extLst>
                <a:ext uri="{FF2B5EF4-FFF2-40B4-BE49-F238E27FC236}">
                  <a16:creationId xmlns:a16="http://schemas.microsoft.com/office/drawing/2014/main" id="{8861F9CE-1F23-54D0-6D61-720989E4575E}"/>
                </a:ext>
              </a:extLst>
            </p:cNvPr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437;p3">
              <a:extLst>
                <a:ext uri="{FF2B5EF4-FFF2-40B4-BE49-F238E27FC236}">
                  <a16:creationId xmlns:a16="http://schemas.microsoft.com/office/drawing/2014/main" id="{FC39BAF4-8674-6304-DD99-127D2E7E6ECB}"/>
                </a:ext>
              </a:extLst>
            </p:cNvPr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438;p3">
              <a:extLst>
                <a:ext uri="{FF2B5EF4-FFF2-40B4-BE49-F238E27FC236}">
                  <a16:creationId xmlns:a16="http://schemas.microsoft.com/office/drawing/2014/main" id="{09D6A63F-74F0-2453-C95D-C860D0A29D90}"/>
                </a:ext>
              </a:extLst>
            </p:cNvPr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439;p3">
              <a:extLst>
                <a:ext uri="{FF2B5EF4-FFF2-40B4-BE49-F238E27FC236}">
                  <a16:creationId xmlns:a16="http://schemas.microsoft.com/office/drawing/2014/main" id="{AE1CCDC5-812C-4BD7-BAA0-9790567D9072}"/>
                </a:ext>
              </a:extLst>
            </p:cNvPr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440;p3">
              <a:extLst>
                <a:ext uri="{FF2B5EF4-FFF2-40B4-BE49-F238E27FC236}">
                  <a16:creationId xmlns:a16="http://schemas.microsoft.com/office/drawing/2014/main" id="{F99E3A88-3177-7778-E30E-ED661DD7BB32}"/>
                </a:ext>
              </a:extLst>
            </p:cNvPr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441;p3">
              <a:extLst>
                <a:ext uri="{FF2B5EF4-FFF2-40B4-BE49-F238E27FC236}">
                  <a16:creationId xmlns:a16="http://schemas.microsoft.com/office/drawing/2014/main" id="{2738C974-882C-2586-D4A2-80AEC255007C}"/>
                </a:ext>
              </a:extLst>
            </p:cNvPr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442;p3">
              <a:extLst>
                <a:ext uri="{FF2B5EF4-FFF2-40B4-BE49-F238E27FC236}">
                  <a16:creationId xmlns:a16="http://schemas.microsoft.com/office/drawing/2014/main" id="{280A15C9-4549-BD67-F7A9-986E3C2C2E5D}"/>
                </a:ext>
              </a:extLst>
            </p:cNvPr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443;p3">
              <a:extLst>
                <a:ext uri="{FF2B5EF4-FFF2-40B4-BE49-F238E27FC236}">
                  <a16:creationId xmlns:a16="http://schemas.microsoft.com/office/drawing/2014/main" id="{D39C8CD3-900A-00E4-A31C-57C92FAFBDB8}"/>
                </a:ext>
              </a:extLst>
            </p:cNvPr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444;p3">
              <a:extLst>
                <a:ext uri="{FF2B5EF4-FFF2-40B4-BE49-F238E27FC236}">
                  <a16:creationId xmlns:a16="http://schemas.microsoft.com/office/drawing/2014/main" id="{B6C30254-8BD9-2559-184E-7356A3C6611F}"/>
                </a:ext>
              </a:extLst>
            </p:cNvPr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445;p3">
              <a:extLst>
                <a:ext uri="{FF2B5EF4-FFF2-40B4-BE49-F238E27FC236}">
                  <a16:creationId xmlns:a16="http://schemas.microsoft.com/office/drawing/2014/main" id="{4C68924B-AC53-736D-65A1-3F9761A4AF0A}"/>
                </a:ext>
              </a:extLst>
            </p:cNvPr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446;p3">
              <a:extLst>
                <a:ext uri="{FF2B5EF4-FFF2-40B4-BE49-F238E27FC236}">
                  <a16:creationId xmlns:a16="http://schemas.microsoft.com/office/drawing/2014/main" id="{A1E62A25-AD29-6BFC-1C51-3F1AA1B09916}"/>
                </a:ext>
              </a:extLst>
            </p:cNvPr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447;p3">
              <a:extLst>
                <a:ext uri="{FF2B5EF4-FFF2-40B4-BE49-F238E27FC236}">
                  <a16:creationId xmlns:a16="http://schemas.microsoft.com/office/drawing/2014/main" id="{DBEFAE4B-E282-6A49-9CAA-9ACD17C3D5BC}"/>
                </a:ext>
              </a:extLst>
            </p:cNvPr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448;p3">
              <a:extLst>
                <a:ext uri="{FF2B5EF4-FFF2-40B4-BE49-F238E27FC236}">
                  <a16:creationId xmlns:a16="http://schemas.microsoft.com/office/drawing/2014/main" id="{6FFFE3EC-A3F4-80F8-A6B8-6A372A9DA608}"/>
                </a:ext>
              </a:extLst>
            </p:cNvPr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449;p3">
              <a:extLst>
                <a:ext uri="{FF2B5EF4-FFF2-40B4-BE49-F238E27FC236}">
                  <a16:creationId xmlns:a16="http://schemas.microsoft.com/office/drawing/2014/main" id="{A8E9B2F2-262E-DE88-D4DB-2E6949D065FF}"/>
                </a:ext>
              </a:extLst>
            </p:cNvPr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450;p3">
              <a:extLst>
                <a:ext uri="{FF2B5EF4-FFF2-40B4-BE49-F238E27FC236}">
                  <a16:creationId xmlns:a16="http://schemas.microsoft.com/office/drawing/2014/main" id="{37D33901-3ECB-702D-3AA6-19E312EE8E7A}"/>
                </a:ext>
              </a:extLst>
            </p:cNvPr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451;p3">
              <a:extLst>
                <a:ext uri="{FF2B5EF4-FFF2-40B4-BE49-F238E27FC236}">
                  <a16:creationId xmlns:a16="http://schemas.microsoft.com/office/drawing/2014/main" id="{40037ECF-090B-67E5-5579-2909923D9DB6}"/>
                </a:ext>
              </a:extLst>
            </p:cNvPr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452;p3">
              <a:extLst>
                <a:ext uri="{FF2B5EF4-FFF2-40B4-BE49-F238E27FC236}">
                  <a16:creationId xmlns:a16="http://schemas.microsoft.com/office/drawing/2014/main" id="{6E75E098-448E-8653-99AF-58552B33584C}"/>
                </a:ext>
              </a:extLst>
            </p:cNvPr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453;p3">
              <a:extLst>
                <a:ext uri="{FF2B5EF4-FFF2-40B4-BE49-F238E27FC236}">
                  <a16:creationId xmlns:a16="http://schemas.microsoft.com/office/drawing/2014/main" id="{DD9EC0DC-08F3-7DBD-B302-A71D1FB0C62B}"/>
                </a:ext>
              </a:extLst>
            </p:cNvPr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454;p3">
              <a:extLst>
                <a:ext uri="{FF2B5EF4-FFF2-40B4-BE49-F238E27FC236}">
                  <a16:creationId xmlns:a16="http://schemas.microsoft.com/office/drawing/2014/main" id="{727995C9-3215-B7F7-EB78-FA557AE4CACD}"/>
                </a:ext>
              </a:extLst>
            </p:cNvPr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455;p3">
              <a:extLst>
                <a:ext uri="{FF2B5EF4-FFF2-40B4-BE49-F238E27FC236}">
                  <a16:creationId xmlns:a16="http://schemas.microsoft.com/office/drawing/2014/main" id="{449C8135-63E5-34D6-C97B-21319EDA38C7}"/>
                </a:ext>
              </a:extLst>
            </p:cNvPr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456;p3">
              <a:extLst>
                <a:ext uri="{FF2B5EF4-FFF2-40B4-BE49-F238E27FC236}">
                  <a16:creationId xmlns:a16="http://schemas.microsoft.com/office/drawing/2014/main" id="{46DBE9B2-4D6B-F62F-12FD-4D7DD23DBE72}"/>
                </a:ext>
              </a:extLst>
            </p:cNvPr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457;p3">
              <a:extLst>
                <a:ext uri="{FF2B5EF4-FFF2-40B4-BE49-F238E27FC236}">
                  <a16:creationId xmlns:a16="http://schemas.microsoft.com/office/drawing/2014/main" id="{4860C82F-F7D8-2A94-D78D-F3C864322FC7}"/>
                </a:ext>
              </a:extLst>
            </p:cNvPr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458;p3">
              <a:extLst>
                <a:ext uri="{FF2B5EF4-FFF2-40B4-BE49-F238E27FC236}">
                  <a16:creationId xmlns:a16="http://schemas.microsoft.com/office/drawing/2014/main" id="{84517E5F-7F47-0433-3BE1-026F2E31C66F}"/>
                </a:ext>
              </a:extLst>
            </p:cNvPr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459;p3">
              <a:extLst>
                <a:ext uri="{FF2B5EF4-FFF2-40B4-BE49-F238E27FC236}">
                  <a16:creationId xmlns:a16="http://schemas.microsoft.com/office/drawing/2014/main" id="{6163349E-1F08-9D01-4B09-7F842BC0DCA0}"/>
                </a:ext>
              </a:extLst>
            </p:cNvPr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460;p3">
              <a:extLst>
                <a:ext uri="{FF2B5EF4-FFF2-40B4-BE49-F238E27FC236}">
                  <a16:creationId xmlns:a16="http://schemas.microsoft.com/office/drawing/2014/main" id="{E79F7253-B0C0-63B6-2F13-58B32B9EDE5F}"/>
                </a:ext>
              </a:extLst>
            </p:cNvPr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461;p3">
              <a:extLst>
                <a:ext uri="{FF2B5EF4-FFF2-40B4-BE49-F238E27FC236}">
                  <a16:creationId xmlns:a16="http://schemas.microsoft.com/office/drawing/2014/main" id="{1D0F3C99-8EA1-ADFF-4D57-54476286D7A3}"/>
                </a:ext>
              </a:extLst>
            </p:cNvPr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462;p3">
              <a:extLst>
                <a:ext uri="{FF2B5EF4-FFF2-40B4-BE49-F238E27FC236}">
                  <a16:creationId xmlns:a16="http://schemas.microsoft.com/office/drawing/2014/main" id="{44D23FE1-1E71-2061-3D07-5BBD02A1C8A7}"/>
                </a:ext>
              </a:extLst>
            </p:cNvPr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463;p3">
              <a:extLst>
                <a:ext uri="{FF2B5EF4-FFF2-40B4-BE49-F238E27FC236}">
                  <a16:creationId xmlns:a16="http://schemas.microsoft.com/office/drawing/2014/main" id="{72C432A2-14B4-A512-043B-A9F676223D59}"/>
                </a:ext>
              </a:extLst>
            </p:cNvPr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464;p3">
              <a:extLst>
                <a:ext uri="{FF2B5EF4-FFF2-40B4-BE49-F238E27FC236}">
                  <a16:creationId xmlns:a16="http://schemas.microsoft.com/office/drawing/2014/main" id="{A782CC25-15FB-02FB-27CE-237F98BD74AE}"/>
                </a:ext>
              </a:extLst>
            </p:cNvPr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465;p3">
              <a:extLst>
                <a:ext uri="{FF2B5EF4-FFF2-40B4-BE49-F238E27FC236}">
                  <a16:creationId xmlns:a16="http://schemas.microsoft.com/office/drawing/2014/main" id="{7CD93B6A-D0BF-33B6-7247-9CC5F582ECAD}"/>
                </a:ext>
              </a:extLst>
            </p:cNvPr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466;p3">
              <a:extLst>
                <a:ext uri="{FF2B5EF4-FFF2-40B4-BE49-F238E27FC236}">
                  <a16:creationId xmlns:a16="http://schemas.microsoft.com/office/drawing/2014/main" id="{6ECA2CC8-6514-2E12-1D5A-41BA9CBB1236}"/>
                </a:ext>
              </a:extLst>
            </p:cNvPr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467;p3">
              <a:extLst>
                <a:ext uri="{FF2B5EF4-FFF2-40B4-BE49-F238E27FC236}">
                  <a16:creationId xmlns:a16="http://schemas.microsoft.com/office/drawing/2014/main" id="{6AAFF4F8-AE77-495F-EA00-C8D5AD512501}"/>
                </a:ext>
              </a:extLst>
            </p:cNvPr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468;p3">
              <a:extLst>
                <a:ext uri="{FF2B5EF4-FFF2-40B4-BE49-F238E27FC236}">
                  <a16:creationId xmlns:a16="http://schemas.microsoft.com/office/drawing/2014/main" id="{792E4DBF-6102-0F1C-6816-9874DAFFF25B}"/>
                </a:ext>
              </a:extLst>
            </p:cNvPr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469;p3">
              <a:extLst>
                <a:ext uri="{FF2B5EF4-FFF2-40B4-BE49-F238E27FC236}">
                  <a16:creationId xmlns:a16="http://schemas.microsoft.com/office/drawing/2014/main" id="{E188721C-3786-0004-B1A2-9C312F07024A}"/>
                </a:ext>
              </a:extLst>
            </p:cNvPr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470;p3">
              <a:extLst>
                <a:ext uri="{FF2B5EF4-FFF2-40B4-BE49-F238E27FC236}">
                  <a16:creationId xmlns:a16="http://schemas.microsoft.com/office/drawing/2014/main" id="{122F7333-B914-165E-BA20-C561F86C7489}"/>
                </a:ext>
              </a:extLst>
            </p:cNvPr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471;p3">
              <a:extLst>
                <a:ext uri="{FF2B5EF4-FFF2-40B4-BE49-F238E27FC236}">
                  <a16:creationId xmlns:a16="http://schemas.microsoft.com/office/drawing/2014/main" id="{073BBC23-5470-B387-1F8F-DE9CBF147218}"/>
                </a:ext>
              </a:extLst>
            </p:cNvPr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472;p3">
              <a:extLst>
                <a:ext uri="{FF2B5EF4-FFF2-40B4-BE49-F238E27FC236}">
                  <a16:creationId xmlns:a16="http://schemas.microsoft.com/office/drawing/2014/main" id="{E1A3D625-6A34-45BC-F9E3-3EF2DE9F17D5}"/>
                </a:ext>
              </a:extLst>
            </p:cNvPr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473;p3">
              <a:extLst>
                <a:ext uri="{FF2B5EF4-FFF2-40B4-BE49-F238E27FC236}">
                  <a16:creationId xmlns:a16="http://schemas.microsoft.com/office/drawing/2014/main" id="{43599FA5-6592-E6FA-7A6C-A07BC1E72B05}"/>
                </a:ext>
              </a:extLst>
            </p:cNvPr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474;p3">
              <a:extLst>
                <a:ext uri="{FF2B5EF4-FFF2-40B4-BE49-F238E27FC236}">
                  <a16:creationId xmlns:a16="http://schemas.microsoft.com/office/drawing/2014/main" id="{DDA06AE4-D8D6-75ED-2169-3FAF14C6C8B2}"/>
                </a:ext>
              </a:extLst>
            </p:cNvPr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475;p3">
              <a:extLst>
                <a:ext uri="{FF2B5EF4-FFF2-40B4-BE49-F238E27FC236}">
                  <a16:creationId xmlns:a16="http://schemas.microsoft.com/office/drawing/2014/main" id="{6E179BDF-4FCA-178E-EBF0-B22F6E983FFD}"/>
                </a:ext>
              </a:extLst>
            </p:cNvPr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476;p3">
              <a:extLst>
                <a:ext uri="{FF2B5EF4-FFF2-40B4-BE49-F238E27FC236}">
                  <a16:creationId xmlns:a16="http://schemas.microsoft.com/office/drawing/2014/main" id="{DDFCA82B-AAB5-4FD8-7BB0-ACB7B8C999E7}"/>
                </a:ext>
              </a:extLst>
            </p:cNvPr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477;p3">
              <a:extLst>
                <a:ext uri="{FF2B5EF4-FFF2-40B4-BE49-F238E27FC236}">
                  <a16:creationId xmlns:a16="http://schemas.microsoft.com/office/drawing/2014/main" id="{E5363595-EFC5-B263-ACD5-65B6222460ED}"/>
                </a:ext>
              </a:extLst>
            </p:cNvPr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478;p3">
              <a:extLst>
                <a:ext uri="{FF2B5EF4-FFF2-40B4-BE49-F238E27FC236}">
                  <a16:creationId xmlns:a16="http://schemas.microsoft.com/office/drawing/2014/main" id="{F0D4A503-3166-D360-BE33-794A5D4D2BEF}"/>
                </a:ext>
              </a:extLst>
            </p:cNvPr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479;p3">
              <a:extLst>
                <a:ext uri="{FF2B5EF4-FFF2-40B4-BE49-F238E27FC236}">
                  <a16:creationId xmlns:a16="http://schemas.microsoft.com/office/drawing/2014/main" id="{5D6B9737-210F-0CD0-5D9C-4B5EBD2050DF}"/>
                </a:ext>
              </a:extLst>
            </p:cNvPr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480;p3">
              <a:extLst>
                <a:ext uri="{FF2B5EF4-FFF2-40B4-BE49-F238E27FC236}">
                  <a16:creationId xmlns:a16="http://schemas.microsoft.com/office/drawing/2014/main" id="{DC20EF06-05BB-CDD9-D530-57B33D3432FD}"/>
                </a:ext>
              </a:extLst>
            </p:cNvPr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481;p3">
              <a:extLst>
                <a:ext uri="{FF2B5EF4-FFF2-40B4-BE49-F238E27FC236}">
                  <a16:creationId xmlns:a16="http://schemas.microsoft.com/office/drawing/2014/main" id="{514694D5-BF94-8C74-DB5D-3D7DA545A599}"/>
                </a:ext>
              </a:extLst>
            </p:cNvPr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482;p3">
              <a:extLst>
                <a:ext uri="{FF2B5EF4-FFF2-40B4-BE49-F238E27FC236}">
                  <a16:creationId xmlns:a16="http://schemas.microsoft.com/office/drawing/2014/main" id="{38B638A4-E325-79B2-B6D1-FCC535CA18D7}"/>
                </a:ext>
              </a:extLst>
            </p:cNvPr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483;p3">
              <a:extLst>
                <a:ext uri="{FF2B5EF4-FFF2-40B4-BE49-F238E27FC236}">
                  <a16:creationId xmlns:a16="http://schemas.microsoft.com/office/drawing/2014/main" id="{95AC593A-94D9-24B8-DA28-34C54807FD86}"/>
                </a:ext>
              </a:extLst>
            </p:cNvPr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484;p3">
              <a:extLst>
                <a:ext uri="{FF2B5EF4-FFF2-40B4-BE49-F238E27FC236}">
                  <a16:creationId xmlns:a16="http://schemas.microsoft.com/office/drawing/2014/main" id="{E479CEA5-C80B-11E3-14C5-7234B03D18BB}"/>
                </a:ext>
              </a:extLst>
            </p:cNvPr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485;p3">
              <a:extLst>
                <a:ext uri="{FF2B5EF4-FFF2-40B4-BE49-F238E27FC236}">
                  <a16:creationId xmlns:a16="http://schemas.microsoft.com/office/drawing/2014/main" id="{3097ABDA-D088-AE65-1BBA-8B378A0A6444}"/>
                </a:ext>
              </a:extLst>
            </p:cNvPr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486;p3">
              <a:extLst>
                <a:ext uri="{FF2B5EF4-FFF2-40B4-BE49-F238E27FC236}">
                  <a16:creationId xmlns:a16="http://schemas.microsoft.com/office/drawing/2014/main" id="{7743F478-B353-40B3-BE1C-F3544523F64B}"/>
                </a:ext>
              </a:extLst>
            </p:cNvPr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487;p3">
              <a:extLst>
                <a:ext uri="{FF2B5EF4-FFF2-40B4-BE49-F238E27FC236}">
                  <a16:creationId xmlns:a16="http://schemas.microsoft.com/office/drawing/2014/main" id="{BDF8F366-C788-A349-3756-D8DEDE6DB833}"/>
                </a:ext>
              </a:extLst>
            </p:cNvPr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488;p3">
              <a:extLst>
                <a:ext uri="{FF2B5EF4-FFF2-40B4-BE49-F238E27FC236}">
                  <a16:creationId xmlns:a16="http://schemas.microsoft.com/office/drawing/2014/main" id="{62237CB5-CDF0-6082-511E-AB53A2804B0B}"/>
                </a:ext>
              </a:extLst>
            </p:cNvPr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489;p3">
              <a:extLst>
                <a:ext uri="{FF2B5EF4-FFF2-40B4-BE49-F238E27FC236}">
                  <a16:creationId xmlns:a16="http://schemas.microsoft.com/office/drawing/2014/main" id="{A4F48F00-776B-FB80-5850-3FD47F4A9C3D}"/>
                </a:ext>
              </a:extLst>
            </p:cNvPr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490;p3">
              <a:extLst>
                <a:ext uri="{FF2B5EF4-FFF2-40B4-BE49-F238E27FC236}">
                  <a16:creationId xmlns:a16="http://schemas.microsoft.com/office/drawing/2014/main" id="{2301498C-47DF-2A61-FA25-D98DED1669C1}"/>
                </a:ext>
              </a:extLst>
            </p:cNvPr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491;p3">
              <a:extLst>
                <a:ext uri="{FF2B5EF4-FFF2-40B4-BE49-F238E27FC236}">
                  <a16:creationId xmlns:a16="http://schemas.microsoft.com/office/drawing/2014/main" id="{6F152AA3-4D44-E3EA-33C5-A6263A1B1DBC}"/>
                </a:ext>
              </a:extLst>
            </p:cNvPr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492;p3">
              <a:extLst>
                <a:ext uri="{FF2B5EF4-FFF2-40B4-BE49-F238E27FC236}">
                  <a16:creationId xmlns:a16="http://schemas.microsoft.com/office/drawing/2014/main" id="{39AF3E3E-0A1E-594A-83C8-2B7A328C8FD2}"/>
                </a:ext>
              </a:extLst>
            </p:cNvPr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493;p3">
              <a:extLst>
                <a:ext uri="{FF2B5EF4-FFF2-40B4-BE49-F238E27FC236}">
                  <a16:creationId xmlns:a16="http://schemas.microsoft.com/office/drawing/2014/main" id="{F420F711-32FE-B54A-D752-F83B6CC38DE9}"/>
                </a:ext>
              </a:extLst>
            </p:cNvPr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494;p3">
              <a:extLst>
                <a:ext uri="{FF2B5EF4-FFF2-40B4-BE49-F238E27FC236}">
                  <a16:creationId xmlns:a16="http://schemas.microsoft.com/office/drawing/2014/main" id="{74E69DCC-A437-9D17-360B-45CB351B437E}"/>
                </a:ext>
              </a:extLst>
            </p:cNvPr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495;p3">
              <a:extLst>
                <a:ext uri="{FF2B5EF4-FFF2-40B4-BE49-F238E27FC236}">
                  <a16:creationId xmlns:a16="http://schemas.microsoft.com/office/drawing/2014/main" id="{42F9A0AC-6726-CEA8-DCFE-E3AB5542F815}"/>
                </a:ext>
              </a:extLst>
            </p:cNvPr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496;p3">
              <a:extLst>
                <a:ext uri="{FF2B5EF4-FFF2-40B4-BE49-F238E27FC236}">
                  <a16:creationId xmlns:a16="http://schemas.microsoft.com/office/drawing/2014/main" id="{19AEE79D-B485-7358-C023-043B392F7321}"/>
                </a:ext>
              </a:extLst>
            </p:cNvPr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497;p3">
              <a:extLst>
                <a:ext uri="{FF2B5EF4-FFF2-40B4-BE49-F238E27FC236}">
                  <a16:creationId xmlns:a16="http://schemas.microsoft.com/office/drawing/2014/main" id="{89B99C51-3D7C-73F9-AB68-B0CA035532E0}"/>
                </a:ext>
              </a:extLst>
            </p:cNvPr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498;p3">
              <a:extLst>
                <a:ext uri="{FF2B5EF4-FFF2-40B4-BE49-F238E27FC236}">
                  <a16:creationId xmlns:a16="http://schemas.microsoft.com/office/drawing/2014/main" id="{1BC473EB-DD4E-F8F7-871F-391C1E980CF9}"/>
                </a:ext>
              </a:extLst>
            </p:cNvPr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499;p3">
              <a:extLst>
                <a:ext uri="{FF2B5EF4-FFF2-40B4-BE49-F238E27FC236}">
                  <a16:creationId xmlns:a16="http://schemas.microsoft.com/office/drawing/2014/main" id="{9BE37818-B068-4BE5-AF38-CF4E53758F62}"/>
                </a:ext>
              </a:extLst>
            </p:cNvPr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500;p3">
              <a:extLst>
                <a:ext uri="{FF2B5EF4-FFF2-40B4-BE49-F238E27FC236}">
                  <a16:creationId xmlns:a16="http://schemas.microsoft.com/office/drawing/2014/main" id="{33254A12-1B2D-C14F-5AE8-2B33B9088007}"/>
                </a:ext>
              </a:extLst>
            </p:cNvPr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51" name="Picture 650" descr="A black and white logo&#10;&#10;AI-generated content may be incorrect.">
            <a:extLst>
              <a:ext uri="{FF2B5EF4-FFF2-40B4-BE49-F238E27FC236}">
                <a16:creationId xmlns:a16="http://schemas.microsoft.com/office/drawing/2014/main" id="{2B0252FB-A211-874F-1501-C21F9E497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" descr="A group of cheese cub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4767" y="126144"/>
            <a:ext cx="3275908" cy="202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" descr="A stack of cheese slice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12251" y="3273847"/>
            <a:ext cx="3226964" cy="30662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1;p1">
            <a:extLst>
              <a:ext uri="{FF2B5EF4-FFF2-40B4-BE49-F238E27FC236}">
                <a16:creationId xmlns:a16="http://schemas.microsoft.com/office/drawing/2014/main" id="{3F7A8EB9-5D39-E965-0A27-9C1A06FA65E8}"/>
              </a:ext>
            </a:extLst>
          </p:cNvPr>
          <p:cNvSpPr/>
          <p:nvPr/>
        </p:nvSpPr>
        <p:spPr>
          <a:xfrm rot="16630940">
            <a:off x="2395526" y="1242265"/>
            <a:ext cx="4609941" cy="5514363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FF8EA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31;p1">
            <a:extLst>
              <a:ext uri="{FF2B5EF4-FFF2-40B4-BE49-F238E27FC236}">
                <a16:creationId xmlns:a16="http://schemas.microsoft.com/office/drawing/2014/main" id="{3F998164-4B46-7168-A30F-B98551013984}"/>
              </a:ext>
            </a:extLst>
          </p:cNvPr>
          <p:cNvSpPr/>
          <p:nvPr/>
        </p:nvSpPr>
        <p:spPr>
          <a:xfrm rot="16630940">
            <a:off x="1349540" y="1214120"/>
            <a:ext cx="4602848" cy="5570653"/>
          </a:xfrm>
          <a:custGeom>
            <a:avLst/>
            <a:gdLst/>
            <a:ahLst/>
            <a:cxnLst/>
            <a:rect l="l" t="t" r="r" b="b"/>
            <a:pathLst>
              <a:path w="84749" h="99815" extrusionOk="0">
                <a:moveTo>
                  <a:pt x="73382" y="1"/>
                </a:moveTo>
                <a:lnTo>
                  <a:pt x="0" y="9207"/>
                </a:lnTo>
                <a:lnTo>
                  <a:pt x="11267" y="99338"/>
                </a:lnTo>
                <a:cubicBezTo>
                  <a:pt x="11299" y="99335"/>
                  <a:pt x="11332" y="99333"/>
                  <a:pt x="11368" y="99333"/>
                </a:cubicBezTo>
                <a:cubicBezTo>
                  <a:pt x="11993" y="99333"/>
                  <a:pt x="13206" y="99814"/>
                  <a:pt x="13688" y="99814"/>
                </a:cubicBezTo>
                <a:cubicBezTo>
                  <a:pt x="13728" y="99814"/>
                  <a:pt x="13763" y="99811"/>
                  <a:pt x="13793" y="99804"/>
                </a:cubicBezTo>
                <a:cubicBezTo>
                  <a:pt x="14391" y="99637"/>
                  <a:pt x="15454" y="98807"/>
                  <a:pt x="15886" y="98640"/>
                </a:cubicBezTo>
                <a:cubicBezTo>
                  <a:pt x="15991" y="98592"/>
                  <a:pt x="16104" y="98575"/>
                  <a:pt x="16223" y="98575"/>
                </a:cubicBezTo>
                <a:cubicBezTo>
                  <a:pt x="16507" y="98575"/>
                  <a:pt x="16825" y="98673"/>
                  <a:pt x="17151" y="98673"/>
                </a:cubicBezTo>
                <a:cubicBezTo>
                  <a:pt x="17250" y="98673"/>
                  <a:pt x="17349" y="98664"/>
                  <a:pt x="17449" y="98640"/>
                </a:cubicBezTo>
                <a:cubicBezTo>
                  <a:pt x="17881" y="98541"/>
                  <a:pt x="18279" y="98208"/>
                  <a:pt x="18878" y="98142"/>
                </a:cubicBezTo>
                <a:cubicBezTo>
                  <a:pt x="19464" y="98049"/>
                  <a:pt x="19678" y="97670"/>
                  <a:pt x="20052" y="97670"/>
                </a:cubicBezTo>
                <a:cubicBezTo>
                  <a:pt x="20080" y="97670"/>
                  <a:pt x="20110" y="97672"/>
                  <a:pt x="20141" y="97677"/>
                </a:cubicBezTo>
                <a:cubicBezTo>
                  <a:pt x="20705" y="97743"/>
                  <a:pt x="21071" y="98109"/>
                  <a:pt x="21503" y="98275"/>
                </a:cubicBezTo>
                <a:cubicBezTo>
                  <a:pt x="21579" y="98302"/>
                  <a:pt x="21657" y="98313"/>
                  <a:pt x="21736" y="98313"/>
                </a:cubicBezTo>
                <a:cubicBezTo>
                  <a:pt x="22109" y="98313"/>
                  <a:pt x="22520" y="98068"/>
                  <a:pt x="22969" y="98068"/>
                </a:cubicBezTo>
                <a:cubicBezTo>
                  <a:pt x="23012" y="98068"/>
                  <a:pt x="23055" y="98071"/>
                  <a:pt x="23098" y="98075"/>
                </a:cubicBezTo>
                <a:cubicBezTo>
                  <a:pt x="23510" y="98139"/>
                  <a:pt x="24313" y="99046"/>
                  <a:pt x="24906" y="99046"/>
                </a:cubicBezTo>
                <a:cubicBezTo>
                  <a:pt x="24935" y="99046"/>
                  <a:pt x="24964" y="99044"/>
                  <a:pt x="24993" y="99039"/>
                </a:cubicBezTo>
                <a:cubicBezTo>
                  <a:pt x="25591" y="98940"/>
                  <a:pt x="25657" y="98308"/>
                  <a:pt x="26089" y="98208"/>
                </a:cubicBezTo>
                <a:cubicBezTo>
                  <a:pt x="26146" y="98192"/>
                  <a:pt x="26199" y="98185"/>
                  <a:pt x="26249" y="98185"/>
                </a:cubicBezTo>
                <a:cubicBezTo>
                  <a:pt x="26649" y="98185"/>
                  <a:pt x="26891" y="98641"/>
                  <a:pt x="27184" y="98641"/>
                </a:cubicBezTo>
                <a:cubicBezTo>
                  <a:pt x="27228" y="98641"/>
                  <a:pt x="27273" y="98630"/>
                  <a:pt x="27319" y="98607"/>
                </a:cubicBezTo>
                <a:cubicBezTo>
                  <a:pt x="27426" y="98558"/>
                  <a:pt x="27564" y="98541"/>
                  <a:pt x="27722" y="98541"/>
                </a:cubicBezTo>
                <a:cubicBezTo>
                  <a:pt x="28067" y="98541"/>
                  <a:pt x="28503" y="98622"/>
                  <a:pt x="28888" y="98622"/>
                </a:cubicBezTo>
                <a:cubicBezTo>
                  <a:pt x="29040" y="98622"/>
                  <a:pt x="29185" y="98610"/>
                  <a:pt x="29313" y="98574"/>
                </a:cubicBezTo>
                <a:cubicBezTo>
                  <a:pt x="29712" y="98441"/>
                  <a:pt x="29812" y="97178"/>
                  <a:pt x="30410" y="97112"/>
                </a:cubicBezTo>
                <a:cubicBezTo>
                  <a:pt x="30453" y="97107"/>
                  <a:pt x="30495" y="97105"/>
                  <a:pt x="30536" y="97105"/>
                </a:cubicBezTo>
                <a:cubicBezTo>
                  <a:pt x="31053" y="97105"/>
                  <a:pt x="31470" y="97446"/>
                  <a:pt x="31857" y="97446"/>
                </a:cubicBezTo>
                <a:cubicBezTo>
                  <a:pt x="31873" y="97446"/>
                  <a:pt x="31889" y="97445"/>
                  <a:pt x="31906" y="97444"/>
                </a:cubicBezTo>
                <a:cubicBezTo>
                  <a:pt x="32504" y="97378"/>
                  <a:pt x="32936" y="97378"/>
                  <a:pt x="33401" y="97378"/>
                </a:cubicBezTo>
                <a:cubicBezTo>
                  <a:pt x="33833" y="97344"/>
                  <a:pt x="34265" y="96015"/>
                  <a:pt x="34863" y="95982"/>
                </a:cubicBezTo>
                <a:cubicBezTo>
                  <a:pt x="35262" y="95915"/>
                  <a:pt x="35761" y="95383"/>
                  <a:pt x="36359" y="95317"/>
                </a:cubicBezTo>
                <a:cubicBezTo>
                  <a:pt x="36374" y="95315"/>
                  <a:pt x="36389" y="95315"/>
                  <a:pt x="36404" y="95315"/>
                </a:cubicBezTo>
                <a:cubicBezTo>
                  <a:pt x="36975" y="95315"/>
                  <a:pt x="37600" y="96483"/>
                  <a:pt x="38021" y="96483"/>
                </a:cubicBezTo>
                <a:cubicBezTo>
                  <a:pt x="38032" y="96483"/>
                  <a:pt x="38043" y="96482"/>
                  <a:pt x="38054" y="96480"/>
                </a:cubicBezTo>
                <a:cubicBezTo>
                  <a:pt x="38619" y="96414"/>
                  <a:pt x="38852" y="95018"/>
                  <a:pt x="39284" y="94951"/>
                </a:cubicBezTo>
                <a:cubicBezTo>
                  <a:pt x="39308" y="94948"/>
                  <a:pt x="39333" y="94946"/>
                  <a:pt x="39358" y="94946"/>
                </a:cubicBezTo>
                <a:cubicBezTo>
                  <a:pt x="39772" y="94946"/>
                  <a:pt x="40257" y="95395"/>
                  <a:pt x="40748" y="95395"/>
                </a:cubicBezTo>
                <a:cubicBezTo>
                  <a:pt x="40792" y="95395"/>
                  <a:pt x="40835" y="95391"/>
                  <a:pt x="40879" y="95383"/>
                </a:cubicBezTo>
                <a:cubicBezTo>
                  <a:pt x="41311" y="95350"/>
                  <a:pt x="41610" y="94420"/>
                  <a:pt x="42208" y="94353"/>
                </a:cubicBezTo>
                <a:cubicBezTo>
                  <a:pt x="42228" y="94351"/>
                  <a:pt x="42248" y="94350"/>
                  <a:pt x="42268" y="94350"/>
                </a:cubicBezTo>
                <a:cubicBezTo>
                  <a:pt x="42823" y="94350"/>
                  <a:pt x="43451" y="95158"/>
                  <a:pt x="43871" y="95158"/>
                </a:cubicBezTo>
                <a:cubicBezTo>
                  <a:pt x="43893" y="95158"/>
                  <a:pt x="43915" y="95156"/>
                  <a:pt x="43936" y="95151"/>
                </a:cubicBezTo>
                <a:cubicBezTo>
                  <a:pt x="44501" y="94985"/>
                  <a:pt x="44767" y="93954"/>
                  <a:pt x="45166" y="93755"/>
                </a:cubicBezTo>
                <a:cubicBezTo>
                  <a:pt x="45598" y="93589"/>
                  <a:pt x="45897" y="93124"/>
                  <a:pt x="46495" y="92957"/>
                </a:cubicBezTo>
                <a:cubicBezTo>
                  <a:pt x="46526" y="92950"/>
                  <a:pt x="46558" y="92946"/>
                  <a:pt x="46590" y="92946"/>
                </a:cubicBezTo>
                <a:cubicBezTo>
                  <a:pt x="46950" y="92946"/>
                  <a:pt x="47386" y="93395"/>
                  <a:pt x="47897" y="93395"/>
                </a:cubicBezTo>
                <a:cubicBezTo>
                  <a:pt x="47928" y="93395"/>
                  <a:pt x="47959" y="93393"/>
                  <a:pt x="47991" y="93389"/>
                </a:cubicBezTo>
                <a:cubicBezTo>
                  <a:pt x="48015" y="93387"/>
                  <a:pt x="48039" y="93385"/>
                  <a:pt x="48062" y="93385"/>
                </a:cubicBezTo>
                <a:cubicBezTo>
                  <a:pt x="48594" y="93385"/>
                  <a:pt x="49046" y="94029"/>
                  <a:pt x="49443" y="94029"/>
                </a:cubicBezTo>
                <a:cubicBezTo>
                  <a:pt x="49469" y="94029"/>
                  <a:pt x="49494" y="94027"/>
                  <a:pt x="49520" y="94021"/>
                </a:cubicBezTo>
                <a:cubicBezTo>
                  <a:pt x="50085" y="93921"/>
                  <a:pt x="50583" y="93556"/>
                  <a:pt x="51015" y="93423"/>
                </a:cubicBezTo>
                <a:cubicBezTo>
                  <a:pt x="51061" y="93412"/>
                  <a:pt x="51106" y="93408"/>
                  <a:pt x="51151" y="93408"/>
                </a:cubicBezTo>
                <a:cubicBezTo>
                  <a:pt x="51494" y="93408"/>
                  <a:pt x="51845" y="93670"/>
                  <a:pt x="52271" y="93670"/>
                </a:cubicBezTo>
                <a:cubicBezTo>
                  <a:pt x="52328" y="93670"/>
                  <a:pt x="52385" y="93666"/>
                  <a:pt x="52444" y="93655"/>
                </a:cubicBezTo>
                <a:cubicBezTo>
                  <a:pt x="52843" y="93589"/>
                  <a:pt x="53508" y="92791"/>
                  <a:pt x="54106" y="92725"/>
                </a:cubicBezTo>
                <a:cubicBezTo>
                  <a:pt x="54608" y="92631"/>
                  <a:pt x="54755" y="91886"/>
                  <a:pt x="55105" y="91886"/>
                </a:cubicBezTo>
                <a:cubicBezTo>
                  <a:pt x="55125" y="91886"/>
                  <a:pt x="55147" y="91888"/>
                  <a:pt x="55170" y="91894"/>
                </a:cubicBezTo>
                <a:cubicBezTo>
                  <a:pt x="55568" y="91994"/>
                  <a:pt x="55967" y="92160"/>
                  <a:pt x="56333" y="92426"/>
                </a:cubicBezTo>
                <a:cubicBezTo>
                  <a:pt x="56698" y="92658"/>
                  <a:pt x="57097" y="94420"/>
                  <a:pt x="57463" y="94652"/>
                </a:cubicBezTo>
                <a:cubicBezTo>
                  <a:pt x="57487" y="94668"/>
                  <a:pt x="57511" y="94675"/>
                  <a:pt x="57536" y="94675"/>
                </a:cubicBezTo>
                <a:cubicBezTo>
                  <a:pt x="57882" y="94675"/>
                  <a:pt x="58329" y="93319"/>
                  <a:pt x="58751" y="93319"/>
                </a:cubicBezTo>
                <a:cubicBezTo>
                  <a:pt x="58765" y="93319"/>
                  <a:pt x="58779" y="93320"/>
                  <a:pt x="58792" y="93323"/>
                </a:cubicBezTo>
                <a:cubicBezTo>
                  <a:pt x="59163" y="93385"/>
                  <a:pt x="59533" y="93762"/>
                  <a:pt x="59984" y="93762"/>
                </a:cubicBezTo>
                <a:cubicBezTo>
                  <a:pt x="60018" y="93762"/>
                  <a:pt x="60053" y="93760"/>
                  <a:pt x="60088" y="93755"/>
                </a:cubicBezTo>
                <a:cubicBezTo>
                  <a:pt x="60104" y="93753"/>
                  <a:pt x="60120" y="93752"/>
                  <a:pt x="60135" y="93752"/>
                </a:cubicBezTo>
                <a:cubicBezTo>
                  <a:pt x="60711" y="93752"/>
                  <a:pt x="61120" y="94861"/>
                  <a:pt x="61521" y="94861"/>
                </a:cubicBezTo>
                <a:cubicBezTo>
                  <a:pt x="61542" y="94861"/>
                  <a:pt x="61563" y="94858"/>
                  <a:pt x="61584" y="94852"/>
                </a:cubicBezTo>
                <a:cubicBezTo>
                  <a:pt x="62149" y="94652"/>
                  <a:pt x="62548" y="94154"/>
                  <a:pt x="62980" y="93954"/>
                </a:cubicBezTo>
                <a:cubicBezTo>
                  <a:pt x="63412" y="93722"/>
                  <a:pt x="63844" y="93556"/>
                  <a:pt x="64309" y="93423"/>
                </a:cubicBezTo>
                <a:cubicBezTo>
                  <a:pt x="64338" y="93413"/>
                  <a:pt x="64367" y="93409"/>
                  <a:pt x="64396" y="93409"/>
                </a:cubicBezTo>
                <a:cubicBezTo>
                  <a:pt x="64765" y="93409"/>
                  <a:pt x="65212" y="94091"/>
                  <a:pt x="65738" y="94091"/>
                </a:cubicBezTo>
                <a:cubicBezTo>
                  <a:pt x="65760" y="94091"/>
                  <a:pt x="65782" y="94090"/>
                  <a:pt x="65805" y="94087"/>
                </a:cubicBezTo>
                <a:cubicBezTo>
                  <a:pt x="66403" y="93988"/>
                  <a:pt x="66935" y="93157"/>
                  <a:pt x="67333" y="93057"/>
                </a:cubicBezTo>
                <a:cubicBezTo>
                  <a:pt x="67932" y="92891"/>
                  <a:pt x="68330" y="91960"/>
                  <a:pt x="68763" y="91794"/>
                </a:cubicBezTo>
                <a:cubicBezTo>
                  <a:pt x="68830" y="91768"/>
                  <a:pt x="68896" y="91758"/>
                  <a:pt x="68961" y="91758"/>
                </a:cubicBezTo>
                <a:cubicBezTo>
                  <a:pt x="69249" y="91758"/>
                  <a:pt x="69528" y="91964"/>
                  <a:pt x="69894" y="91964"/>
                </a:cubicBezTo>
                <a:cubicBezTo>
                  <a:pt x="69978" y="91964"/>
                  <a:pt x="70065" y="91953"/>
                  <a:pt x="70158" y="91927"/>
                </a:cubicBezTo>
                <a:cubicBezTo>
                  <a:pt x="70211" y="91914"/>
                  <a:pt x="70265" y="91908"/>
                  <a:pt x="70320" y="91908"/>
                </a:cubicBezTo>
                <a:cubicBezTo>
                  <a:pt x="70644" y="91908"/>
                  <a:pt x="71013" y="92102"/>
                  <a:pt x="71459" y="92102"/>
                </a:cubicBezTo>
                <a:cubicBezTo>
                  <a:pt x="71512" y="92102"/>
                  <a:pt x="71566" y="92099"/>
                  <a:pt x="71621" y="92093"/>
                </a:cubicBezTo>
                <a:cubicBezTo>
                  <a:pt x="72219" y="91994"/>
                  <a:pt x="72717" y="91462"/>
                  <a:pt x="73149" y="91462"/>
                </a:cubicBezTo>
                <a:cubicBezTo>
                  <a:pt x="73648" y="91495"/>
                  <a:pt x="74147" y="91595"/>
                  <a:pt x="74645" y="91728"/>
                </a:cubicBezTo>
                <a:cubicBezTo>
                  <a:pt x="75077" y="91794"/>
                  <a:pt x="75542" y="92093"/>
                  <a:pt x="76141" y="92093"/>
                </a:cubicBezTo>
                <a:cubicBezTo>
                  <a:pt x="76539" y="92093"/>
                  <a:pt x="77071" y="90598"/>
                  <a:pt x="77669" y="90531"/>
                </a:cubicBezTo>
                <a:cubicBezTo>
                  <a:pt x="78268" y="90465"/>
                  <a:pt x="78700" y="90265"/>
                  <a:pt x="79132" y="90265"/>
                </a:cubicBezTo>
                <a:cubicBezTo>
                  <a:pt x="79138" y="90265"/>
                  <a:pt x="79145" y="90265"/>
                  <a:pt x="79151" y="90265"/>
                </a:cubicBezTo>
                <a:cubicBezTo>
                  <a:pt x="79739" y="90265"/>
                  <a:pt x="80167" y="91728"/>
                  <a:pt x="80627" y="91761"/>
                </a:cubicBezTo>
                <a:cubicBezTo>
                  <a:pt x="80656" y="91763"/>
                  <a:pt x="80685" y="91764"/>
                  <a:pt x="80714" y="91764"/>
                </a:cubicBezTo>
                <a:cubicBezTo>
                  <a:pt x="81122" y="91764"/>
                  <a:pt x="81564" y="91562"/>
                  <a:pt x="82123" y="91562"/>
                </a:cubicBezTo>
                <a:cubicBezTo>
                  <a:pt x="82522" y="91528"/>
                  <a:pt x="84150" y="90598"/>
                  <a:pt x="84748" y="90531"/>
                </a:cubicBezTo>
                <a:lnTo>
                  <a:pt x="73382" y="1"/>
                </a:lnTo>
                <a:close/>
              </a:path>
            </a:pathLst>
          </a:custGeom>
          <a:solidFill>
            <a:srgbClr val="FADEAA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B068F-272E-1CB1-EDEF-13F077B2C247}"/>
              </a:ext>
            </a:extLst>
          </p:cNvPr>
          <p:cNvSpPr txBox="1"/>
          <p:nvPr/>
        </p:nvSpPr>
        <p:spPr>
          <a:xfrm>
            <a:off x="1118795" y="2287993"/>
            <a:ext cx="4566571" cy="41343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/>
            <a:r>
              <a:rPr lang="en-IN" sz="3733" dirty="0">
                <a:solidFill>
                  <a:srgbClr val="573E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Cheese:</a:t>
            </a:r>
          </a:p>
          <a:p>
            <a:pPr lvl="0" fontAlgn="base"/>
            <a:endParaRPr lang="en-IN" sz="2133" dirty="0">
              <a:solidFill>
                <a:srgbClr val="573E1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Pasteurized milk</a:t>
            </a: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Starter cultures (Lactococcus or </a:t>
            </a:r>
          </a:p>
          <a:p>
            <a:pPr fontAlgn="base">
              <a:lnSpc>
                <a:spcPct val="150000"/>
              </a:lnSpc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Lactobacillus  species)</a:t>
            </a: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Rennet enzyme</a:t>
            </a:r>
          </a:p>
          <a:p>
            <a:pPr marL="380990" indent="-3809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Salt for </a:t>
            </a:r>
            <a:r>
              <a:rPr lang="en-IN" sz="2400" dirty="0" err="1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flavor</a:t>
            </a:r>
            <a:r>
              <a:rPr lang="en-IN" sz="2400" dirty="0">
                <a:solidFill>
                  <a:srgbClr val="573E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preservation</a:t>
            </a:r>
          </a:p>
          <a:p>
            <a:endParaRPr lang="en-IN" sz="2400" dirty="0">
              <a:solidFill>
                <a:srgbClr val="573E1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FEF52-9172-DC57-1162-0E2E398C5378}"/>
              </a:ext>
            </a:extLst>
          </p:cNvPr>
          <p:cNvSpPr>
            <a:spLocks noGrp="1"/>
          </p:cNvSpPr>
          <p:nvPr/>
        </p:nvSpPr>
        <p:spPr>
          <a:xfrm>
            <a:off x="694501" y="681266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05</a:t>
            </a:r>
            <a:endParaRPr lang="en-IN" sz="2400" dirty="0"/>
          </a:p>
        </p:txBody>
      </p:sp>
      <p:pic>
        <p:nvPicPr>
          <p:cNvPr id="3" name="Google Shape;562;p6">
            <a:extLst>
              <a:ext uri="{FF2B5EF4-FFF2-40B4-BE49-F238E27FC236}">
                <a16:creationId xmlns:a16="http://schemas.microsoft.com/office/drawing/2014/main" id="{42D27903-12DF-C05E-7727-E9EA20BCDF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57" y="126144"/>
            <a:ext cx="1361337" cy="169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34;p3">
            <a:extLst>
              <a:ext uri="{FF2B5EF4-FFF2-40B4-BE49-F238E27FC236}">
                <a16:creationId xmlns:a16="http://schemas.microsoft.com/office/drawing/2014/main" id="{74DD8B30-2B88-B013-1985-FE3FDC997D8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4806969"/>
            <a:ext cx="1118795" cy="16153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71;p3">
            <a:extLst>
              <a:ext uri="{FF2B5EF4-FFF2-40B4-BE49-F238E27FC236}">
                <a16:creationId xmlns:a16="http://schemas.microsoft.com/office/drawing/2014/main" id="{B4FAD053-F866-7F12-DB90-A1BE7DF25944}"/>
              </a:ext>
            </a:extLst>
          </p:cNvPr>
          <p:cNvGrpSpPr/>
          <p:nvPr/>
        </p:nvGrpSpPr>
        <p:grpSpPr>
          <a:xfrm>
            <a:off x="98189" y="2422354"/>
            <a:ext cx="957579" cy="1158240"/>
            <a:chOff x="0" y="0"/>
            <a:chExt cx="718677" cy="869254"/>
          </a:xfrm>
        </p:grpSpPr>
        <p:sp>
          <p:nvSpPr>
            <p:cNvPr id="9" name="Google Shape;272;p3">
              <a:extLst>
                <a:ext uri="{FF2B5EF4-FFF2-40B4-BE49-F238E27FC236}">
                  <a16:creationId xmlns:a16="http://schemas.microsoft.com/office/drawing/2014/main" id="{D6ED4643-32D3-0B1C-4AAB-CA92946A3D33}"/>
                </a:ext>
              </a:extLst>
            </p:cNvPr>
            <p:cNvSpPr/>
            <p:nvPr/>
          </p:nvSpPr>
          <p:spPr>
            <a:xfrm>
              <a:off x="0" y="0"/>
              <a:ext cx="79950" cy="366113"/>
            </a:xfrm>
            <a:custGeom>
              <a:avLst/>
              <a:gdLst/>
              <a:ahLst/>
              <a:cxnLst/>
              <a:rect l="l" t="t" r="r" b="b"/>
              <a:pathLst>
                <a:path w="79950" h="366113" extrusionOk="0">
                  <a:moveTo>
                    <a:pt x="9644" y="0"/>
                  </a:moveTo>
                  <a:cubicBezTo>
                    <a:pt x="13047" y="0"/>
                    <a:pt x="18294" y="3403"/>
                    <a:pt x="41949" y="20024"/>
                  </a:cubicBezTo>
                  <a:cubicBezTo>
                    <a:pt x="50117" y="26065"/>
                    <a:pt x="59888" y="33354"/>
                    <a:pt x="69131" y="40285"/>
                  </a:cubicBezTo>
                  <a:lnTo>
                    <a:pt x="79950" y="48447"/>
                  </a:lnTo>
                  <a:lnTo>
                    <a:pt x="79950" y="58380"/>
                  </a:lnTo>
                  <a:lnTo>
                    <a:pt x="69666" y="50145"/>
                  </a:lnTo>
                  <a:cubicBezTo>
                    <a:pt x="60782" y="42948"/>
                    <a:pt x="53677" y="37084"/>
                    <a:pt x="50485" y="34234"/>
                  </a:cubicBezTo>
                  <a:cubicBezTo>
                    <a:pt x="46203" y="30688"/>
                    <a:pt x="41949" y="27852"/>
                    <a:pt x="36985" y="25016"/>
                  </a:cubicBezTo>
                  <a:cubicBezTo>
                    <a:pt x="36985" y="25548"/>
                    <a:pt x="44180" y="36066"/>
                    <a:pt x="66073" y="67090"/>
                  </a:cubicBezTo>
                  <a:lnTo>
                    <a:pt x="79950" y="86698"/>
                  </a:lnTo>
                  <a:lnTo>
                    <a:pt x="79950" y="125066"/>
                  </a:lnTo>
                  <a:lnTo>
                    <a:pt x="74282" y="118073"/>
                  </a:lnTo>
                  <a:cubicBezTo>
                    <a:pt x="74069" y="118073"/>
                    <a:pt x="74743" y="119357"/>
                    <a:pt x="76423" y="122047"/>
                  </a:cubicBezTo>
                  <a:lnTo>
                    <a:pt x="79950" y="127401"/>
                  </a:lnTo>
                  <a:lnTo>
                    <a:pt x="79950" y="141609"/>
                  </a:lnTo>
                  <a:lnTo>
                    <a:pt x="77848" y="138299"/>
                  </a:lnTo>
                  <a:cubicBezTo>
                    <a:pt x="60257" y="110309"/>
                    <a:pt x="44799" y="85073"/>
                    <a:pt x="38404" y="73345"/>
                  </a:cubicBezTo>
                  <a:cubicBezTo>
                    <a:pt x="30292" y="59136"/>
                    <a:pt x="24733" y="46231"/>
                    <a:pt x="23002" y="46231"/>
                  </a:cubicBezTo>
                  <a:cubicBezTo>
                    <a:pt x="22917" y="46231"/>
                    <a:pt x="22833" y="46259"/>
                    <a:pt x="22747" y="46316"/>
                  </a:cubicBezTo>
                  <a:cubicBezTo>
                    <a:pt x="22038" y="47762"/>
                    <a:pt x="31993" y="103183"/>
                    <a:pt x="36985" y="125220"/>
                  </a:cubicBezTo>
                  <a:lnTo>
                    <a:pt x="42657" y="150123"/>
                  </a:lnTo>
                  <a:lnTo>
                    <a:pt x="78196" y="181378"/>
                  </a:lnTo>
                  <a:lnTo>
                    <a:pt x="79950" y="182952"/>
                  </a:lnTo>
                  <a:lnTo>
                    <a:pt x="79950" y="193233"/>
                  </a:lnTo>
                  <a:lnTo>
                    <a:pt x="68240" y="182796"/>
                  </a:lnTo>
                  <a:cubicBezTo>
                    <a:pt x="57576" y="173579"/>
                    <a:pt x="46912" y="163623"/>
                    <a:pt x="44785" y="162205"/>
                  </a:cubicBezTo>
                  <a:lnTo>
                    <a:pt x="44785" y="162914"/>
                  </a:lnTo>
                  <a:cubicBezTo>
                    <a:pt x="41949" y="160787"/>
                    <a:pt x="39112" y="159341"/>
                    <a:pt x="35539" y="159341"/>
                  </a:cubicBezTo>
                  <a:lnTo>
                    <a:pt x="29866" y="159341"/>
                  </a:lnTo>
                  <a:lnTo>
                    <a:pt x="34830" y="177833"/>
                  </a:lnTo>
                  <a:cubicBezTo>
                    <a:pt x="41239" y="202707"/>
                    <a:pt x="55449" y="248909"/>
                    <a:pt x="66114" y="280193"/>
                  </a:cubicBezTo>
                  <a:cubicBezTo>
                    <a:pt x="72523" y="299395"/>
                    <a:pt x="73233" y="306485"/>
                    <a:pt x="71814" y="308641"/>
                  </a:cubicBezTo>
                  <a:cubicBezTo>
                    <a:pt x="70396" y="310768"/>
                    <a:pt x="70396" y="313604"/>
                    <a:pt x="70396" y="313604"/>
                  </a:cubicBezTo>
                  <a:cubicBezTo>
                    <a:pt x="70840" y="313870"/>
                    <a:pt x="72082" y="314814"/>
                    <a:pt x="73961" y="316297"/>
                  </a:cubicBezTo>
                  <a:lnTo>
                    <a:pt x="79950" y="321119"/>
                  </a:lnTo>
                  <a:lnTo>
                    <a:pt x="79950" y="327568"/>
                  </a:lnTo>
                  <a:lnTo>
                    <a:pt x="76777" y="324978"/>
                  </a:lnTo>
                  <a:lnTo>
                    <a:pt x="77487" y="324978"/>
                  </a:lnTo>
                  <a:cubicBezTo>
                    <a:pt x="73942" y="321432"/>
                    <a:pt x="69659" y="318568"/>
                    <a:pt x="65405" y="315731"/>
                  </a:cubicBezTo>
                  <a:cubicBezTo>
                    <a:pt x="65405" y="316440"/>
                    <a:pt x="71105" y="329941"/>
                    <a:pt x="78196" y="346306"/>
                  </a:cubicBezTo>
                  <a:lnTo>
                    <a:pt x="79950" y="349452"/>
                  </a:lnTo>
                  <a:lnTo>
                    <a:pt x="79950" y="366113"/>
                  </a:lnTo>
                  <a:lnTo>
                    <a:pt x="65405" y="339187"/>
                  </a:lnTo>
                  <a:cubicBezTo>
                    <a:pt x="50485" y="303649"/>
                    <a:pt x="49777" y="300813"/>
                    <a:pt x="56158" y="300104"/>
                  </a:cubicBezTo>
                  <a:cubicBezTo>
                    <a:pt x="57037" y="299792"/>
                    <a:pt x="58058" y="299621"/>
                    <a:pt x="59079" y="299621"/>
                  </a:cubicBezTo>
                  <a:cubicBezTo>
                    <a:pt x="60527" y="299621"/>
                    <a:pt x="62030" y="299990"/>
                    <a:pt x="63277" y="300813"/>
                  </a:cubicBezTo>
                  <a:cubicBezTo>
                    <a:pt x="63505" y="300926"/>
                    <a:pt x="63703" y="300983"/>
                    <a:pt x="63844" y="300983"/>
                  </a:cubicBezTo>
                  <a:cubicBezTo>
                    <a:pt x="64667" y="300983"/>
                    <a:pt x="64468" y="299395"/>
                    <a:pt x="63277" y="295821"/>
                  </a:cubicBezTo>
                  <a:cubicBezTo>
                    <a:pt x="56158" y="277357"/>
                    <a:pt x="33411" y="204834"/>
                    <a:pt x="27739" y="183534"/>
                  </a:cubicBezTo>
                  <a:cubicBezTo>
                    <a:pt x="19910" y="154377"/>
                    <a:pt x="19910" y="149414"/>
                    <a:pt x="27030" y="148676"/>
                  </a:cubicBezTo>
                  <a:cubicBezTo>
                    <a:pt x="31993" y="148676"/>
                    <a:pt x="31284" y="146549"/>
                    <a:pt x="20620" y="87555"/>
                  </a:cubicBezTo>
                  <a:cubicBezTo>
                    <a:pt x="17075" y="64808"/>
                    <a:pt x="11374" y="42062"/>
                    <a:pt x="4993" y="19315"/>
                  </a:cubicBezTo>
                  <a:cubicBezTo>
                    <a:pt x="2865" y="15770"/>
                    <a:pt x="1419" y="12905"/>
                    <a:pt x="710" y="9360"/>
                  </a:cubicBezTo>
                  <a:lnTo>
                    <a:pt x="0" y="9360"/>
                  </a:lnTo>
                  <a:cubicBezTo>
                    <a:pt x="0" y="5105"/>
                    <a:pt x="3574" y="823"/>
                    <a:pt x="8538" y="113"/>
                  </a:cubicBezTo>
                  <a:cubicBezTo>
                    <a:pt x="8906" y="57"/>
                    <a:pt x="9247" y="0"/>
                    <a:pt x="96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73;p3">
              <a:extLst>
                <a:ext uri="{FF2B5EF4-FFF2-40B4-BE49-F238E27FC236}">
                  <a16:creationId xmlns:a16="http://schemas.microsoft.com/office/drawing/2014/main" id="{0EBFA435-FF69-7766-6AE3-AA80881FC86B}"/>
                </a:ext>
              </a:extLst>
            </p:cNvPr>
            <p:cNvSpPr/>
            <p:nvPr/>
          </p:nvSpPr>
          <p:spPr>
            <a:xfrm>
              <a:off x="178784" y="550072"/>
              <a:ext cx="7152" cy="14719"/>
            </a:xfrm>
            <a:custGeom>
              <a:avLst/>
              <a:gdLst/>
              <a:ahLst/>
              <a:cxnLst/>
              <a:rect l="l" t="t" r="r" b="b"/>
              <a:pathLst>
                <a:path w="7152" h="14719" extrusionOk="0">
                  <a:moveTo>
                    <a:pt x="7152" y="0"/>
                  </a:moveTo>
                  <a:lnTo>
                    <a:pt x="7152" y="14719"/>
                  </a:lnTo>
                  <a:lnTo>
                    <a:pt x="3191" y="10910"/>
                  </a:lnTo>
                  <a:cubicBezTo>
                    <a:pt x="709" y="7705"/>
                    <a:pt x="0" y="4861"/>
                    <a:pt x="890" y="2819"/>
                  </a:cubicBezTo>
                  <a:lnTo>
                    <a:pt x="715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74;p3">
              <a:extLst>
                <a:ext uri="{FF2B5EF4-FFF2-40B4-BE49-F238E27FC236}">
                  <a16:creationId xmlns:a16="http://schemas.microsoft.com/office/drawing/2014/main" id="{D0EC1283-6D63-D75F-0015-975BA935CA8B}"/>
                </a:ext>
              </a:extLst>
            </p:cNvPr>
            <p:cNvSpPr/>
            <p:nvPr/>
          </p:nvSpPr>
          <p:spPr>
            <a:xfrm>
              <a:off x="181265" y="438683"/>
              <a:ext cx="4671" cy="3295"/>
            </a:xfrm>
            <a:custGeom>
              <a:avLst/>
              <a:gdLst/>
              <a:ahLst/>
              <a:cxnLst/>
              <a:rect l="l" t="t" r="r" b="b"/>
              <a:pathLst>
                <a:path w="4671" h="3295" extrusionOk="0">
                  <a:moveTo>
                    <a:pt x="142" y="0"/>
                  </a:moveTo>
                  <a:cubicBezTo>
                    <a:pt x="589" y="0"/>
                    <a:pt x="2108" y="661"/>
                    <a:pt x="4598" y="1944"/>
                  </a:cubicBezTo>
                  <a:lnTo>
                    <a:pt x="4671" y="1984"/>
                  </a:lnTo>
                  <a:lnTo>
                    <a:pt x="4671" y="3295"/>
                  </a:lnTo>
                  <a:lnTo>
                    <a:pt x="4127" y="2936"/>
                  </a:lnTo>
                  <a:cubicBezTo>
                    <a:pt x="1488" y="1161"/>
                    <a:pt x="0" y="117"/>
                    <a:pt x="0" y="28"/>
                  </a:cubicBezTo>
                  <a:cubicBezTo>
                    <a:pt x="29" y="0"/>
                    <a:pt x="85" y="0"/>
                    <a:pt x="14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75;p3">
              <a:extLst>
                <a:ext uri="{FF2B5EF4-FFF2-40B4-BE49-F238E27FC236}">
                  <a16:creationId xmlns:a16="http://schemas.microsoft.com/office/drawing/2014/main" id="{D8C960C9-9C1C-F142-51C6-EC9B9E5DF0B0}"/>
                </a:ext>
              </a:extLst>
            </p:cNvPr>
            <p:cNvSpPr/>
            <p:nvPr/>
          </p:nvSpPr>
          <p:spPr>
            <a:xfrm>
              <a:off x="79950" y="349452"/>
              <a:ext cx="105986" cy="194288"/>
            </a:xfrm>
            <a:custGeom>
              <a:avLst/>
              <a:gdLst/>
              <a:ahLst/>
              <a:cxnLst/>
              <a:rect l="l" t="t" r="r" b="b"/>
              <a:pathLst>
                <a:path w="105986" h="194288" extrusionOk="0">
                  <a:moveTo>
                    <a:pt x="0" y="0"/>
                  </a:moveTo>
                  <a:lnTo>
                    <a:pt x="46603" y="83586"/>
                  </a:lnTo>
                  <a:cubicBezTo>
                    <a:pt x="52276" y="92095"/>
                    <a:pt x="53694" y="96378"/>
                    <a:pt x="52276" y="98505"/>
                  </a:cubicBezTo>
                  <a:cubicBezTo>
                    <a:pt x="50858" y="100632"/>
                    <a:pt x="48730" y="101341"/>
                    <a:pt x="46603" y="101341"/>
                  </a:cubicBezTo>
                  <a:cubicBezTo>
                    <a:pt x="45951" y="101171"/>
                    <a:pt x="45413" y="101058"/>
                    <a:pt x="45015" y="101058"/>
                  </a:cubicBezTo>
                  <a:cubicBezTo>
                    <a:pt x="42151" y="101058"/>
                    <a:pt x="44676" y="105737"/>
                    <a:pt x="55821" y="121252"/>
                  </a:cubicBezTo>
                  <a:lnTo>
                    <a:pt x="67195" y="137589"/>
                  </a:lnTo>
                  <a:lnTo>
                    <a:pt x="105986" y="163105"/>
                  </a:lnTo>
                  <a:lnTo>
                    <a:pt x="105986" y="173749"/>
                  </a:lnTo>
                  <a:lnTo>
                    <a:pt x="84979" y="160335"/>
                  </a:lnTo>
                  <a:lnTo>
                    <a:pt x="104180" y="180246"/>
                  </a:lnTo>
                  <a:lnTo>
                    <a:pt x="105986" y="182388"/>
                  </a:lnTo>
                  <a:lnTo>
                    <a:pt x="105986" y="194288"/>
                  </a:lnTo>
                  <a:lnTo>
                    <a:pt x="103714" y="191457"/>
                  </a:lnTo>
                  <a:cubicBezTo>
                    <a:pt x="101416" y="188824"/>
                    <a:pt x="98309" y="185401"/>
                    <a:pt x="94224" y="180955"/>
                  </a:cubicBezTo>
                  <a:cubicBezTo>
                    <a:pt x="63650" y="148253"/>
                    <a:pt x="33075" y="106333"/>
                    <a:pt x="33075" y="97796"/>
                  </a:cubicBezTo>
                  <a:cubicBezTo>
                    <a:pt x="33075" y="94960"/>
                    <a:pt x="33075" y="94251"/>
                    <a:pt x="38067" y="92804"/>
                  </a:cubicBezTo>
                  <a:cubicBezTo>
                    <a:pt x="42321" y="92095"/>
                    <a:pt x="42321" y="91386"/>
                    <a:pt x="33075" y="77885"/>
                  </a:cubicBezTo>
                  <a:lnTo>
                    <a:pt x="0" y="16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76;p3">
              <a:extLst>
                <a:ext uri="{FF2B5EF4-FFF2-40B4-BE49-F238E27FC236}">
                  <a16:creationId xmlns:a16="http://schemas.microsoft.com/office/drawing/2014/main" id="{F286E9E7-8118-D160-01C7-FB7B8B93C24B}"/>
                </a:ext>
              </a:extLst>
            </p:cNvPr>
            <p:cNvSpPr/>
            <p:nvPr/>
          </p:nvSpPr>
          <p:spPr>
            <a:xfrm>
              <a:off x="79950" y="321119"/>
              <a:ext cx="105986" cy="92374"/>
            </a:xfrm>
            <a:custGeom>
              <a:avLst/>
              <a:gdLst/>
              <a:ahLst/>
              <a:cxnLst/>
              <a:rect l="l" t="t" r="r" b="b"/>
              <a:pathLst>
                <a:path w="105986" h="92374" extrusionOk="0">
                  <a:moveTo>
                    <a:pt x="0" y="0"/>
                  </a:moveTo>
                  <a:lnTo>
                    <a:pt x="1382" y="1113"/>
                  </a:lnTo>
                  <a:cubicBezTo>
                    <a:pt x="19273" y="15672"/>
                    <a:pt x="54063" y="44729"/>
                    <a:pt x="70059" y="58599"/>
                  </a:cubicBezTo>
                  <a:lnTo>
                    <a:pt x="105986" y="87881"/>
                  </a:lnTo>
                  <a:lnTo>
                    <a:pt x="105986" y="92374"/>
                  </a:lnTo>
                  <a:lnTo>
                    <a:pt x="57977" y="55762"/>
                  </a:lnTo>
                  <a:cubicBezTo>
                    <a:pt x="37705" y="38170"/>
                    <a:pt x="17050" y="20563"/>
                    <a:pt x="5286" y="10764"/>
                  </a:cubicBezTo>
                  <a:lnTo>
                    <a:pt x="0" y="6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77;p3">
              <a:extLst>
                <a:ext uri="{FF2B5EF4-FFF2-40B4-BE49-F238E27FC236}">
                  <a16:creationId xmlns:a16="http://schemas.microsoft.com/office/drawing/2014/main" id="{86D17274-8938-9BBD-5D88-3836FDA4AA76}"/>
                </a:ext>
              </a:extLst>
            </p:cNvPr>
            <p:cNvSpPr/>
            <p:nvPr/>
          </p:nvSpPr>
          <p:spPr>
            <a:xfrm>
              <a:off x="96688" y="249505"/>
              <a:ext cx="89248" cy="68856"/>
            </a:xfrm>
            <a:custGeom>
              <a:avLst/>
              <a:gdLst/>
              <a:ahLst/>
              <a:cxnLst/>
              <a:rect l="l" t="t" r="r" b="b"/>
              <a:pathLst>
                <a:path w="89248" h="68856" extrusionOk="0">
                  <a:moveTo>
                    <a:pt x="2837" y="0"/>
                  </a:moveTo>
                  <a:cubicBezTo>
                    <a:pt x="5559" y="0"/>
                    <a:pt x="14436" y="6070"/>
                    <a:pt x="61830" y="39934"/>
                  </a:cubicBezTo>
                  <a:cubicBezTo>
                    <a:pt x="68411" y="44557"/>
                    <a:pt x="74678" y="48957"/>
                    <a:pt x="80390" y="52956"/>
                  </a:cubicBezTo>
                  <a:lnTo>
                    <a:pt x="89248" y="59135"/>
                  </a:lnTo>
                  <a:lnTo>
                    <a:pt x="89248" y="68856"/>
                  </a:lnTo>
                  <a:lnTo>
                    <a:pt x="87759" y="68000"/>
                  </a:lnTo>
                  <a:cubicBezTo>
                    <a:pt x="78462" y="62369"/>
                    <a:pt x="76069" y="59838"/>
                    <a:pt x="76069" y="57689"/>
                  </a:cubicBezTo>
                  <a:cubicBezTo>
                    <a:pt x="76069" y="55562"/>
                    <a:pt x="67532" y="49181"/>
                    <a:pt x="38375" y="29270"/>
                  </a:cubicBezTo>
                  <a:cubicBezTo>
                    <a:pt x="7090" y="7942"/>
                    <a:pt x="0" y="3687"/>
                    <a:pt x="1419" y="823"/>
                  </a:cubicBezTo>
                  <a:cubicBezTo>
                    <a:pt x="1844" y="397"/>
                    <a:pt x="2156" y="0"/>
                    <a:pt x="283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78;p3">
              <a:extLst>
                <a:ext uri="{FF2B5EF4-FFF2-40B4-BE49-F238E27FC236}">
                  <a16:creationId xmlns:a16="http://schemas.microsoft.com/office/drawing/2014/main" id="{51C2171A-26E0-2A5B-9B97-764FF5D13CC3}"/>
                </a:ext>
              </a:extLst>
            </p:cNvPr>
            <p:cNvSpPr/>
            <p:nvPr/>
          </p:nvSpPr>
          <p:spPr>
            <a:xfrm>
              <a:off x="79950" y="127401"/>
              <a:ext cx="105986" cy="167144"/>
            </a:xfrm>
            <a:custGeom>
              <a:avLst/>
              <a:gdLst/>
              <a:ahLst/>
              <a:cxnLst/>
              <a:rect l="l" t="t" r="r" b="b"/>
              <a:pathLst>
                <a:path w="105986" h="167144" extrusionOk="0">
                  <a:moveTo>
                    <a:pt x="0" y="0"/>
                  </a:moveTo>
                  <a:lnTo>
                    <a:pt x="4656" y="7066"/>
                  </a:lnTo>
                  <a:cubicBezTo>
                    <a:pt x="10328" y="15603"/>
                    <a:pt x="25984" y="39059"/>
                    <a:pt x="39484" y="60388"/>
                  </a:cubicBezTo>
                  <a:cubicBezTo>
                    <a:pt x="52985" y="81007"/>
                    <a:pt x="76441" y="114418"/>
                    <a:pt x="92097" y="134300"/>
                  </a:cubicBezTo>
                  <a:lnTo>
                    <a:pt x="105986" y="152042"/>
                  </a:lnTo>
                  <a:lnTo>
                    <a:pt x="105986" y="167144"/>
                  </a:lnTo>
                  <a:lnTo>
                    <a:pt x="102733" y="162748"/>
                  </a:lnTo>
                  <a:cubicBezTo>
                    <a:pt x="80724" y="135747"/>
                    <a:pt x="75023" y="129337"/>
                    <a:pt x="62232" y="119382"/>
                  </a:cubicBezTo>
                  <a:cubicBezTo>
                    <a:pt x="53694" y="113000"/>
                    <a:pt x="38067" y="100180"/>
                    <a:pt x="27402" y="90253"/>
                  </a:cubicBezTo>
                  <a:lnTo>
                    <a:pt x="0" y="65832"/>
                  </a:lnTo>
                  <a:lnTo>
                    <a:pt x="0" y="55551"/>
                  </a:lnTo>
                  <a:lnTo>
                    <a:pt x="28563" y="81169"/>
                  </a:lnTo>
                  <a:cubicBezTo>
                    <a:pt x="51922" y="101965"/>
                    <a:pt x="56176" y="105172"/>
                    <a:pt x="57239" y="105172"/>
                  </a:cubicBezTo>
                  <a:cubicBezTo>
                    <a:pt x="55821" y="100889"/>
                    <a:pt x="52985" y="96635"/>
                    <a:pt x="50149" y="92380"/>
                  </a:cubicBezTo>
                  <a:cubicBezTo>
                    <a:pt x="42683" y="81007"/>
                    <a:pt x="34018" y="67634"/>
                    <a:pt x="25021" y="53606"/>
                  </a:cubicBezTo>
                  <a:lnTo>
                    <a:pt x="0" y="1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79;p3">
              <a:extLst>
                <a:ext uri="{FF2B5EF4-FFF2-40B4-BE49-F238E27FC236}">
                  <a16:creationId xmlns:a16="http://schemas.microsoft.com/office/drawing/2014/main" id="{40DBE4C6-2245-2178-6353-1B49219D62AB}"/>
                </a:ext>
              </a:extLst>
            </p:cNvPr>
            <p:cNvSpPr/>
            <p:nvPr/>
          </p:nvSpPr>
          <p:spPr>
            <a:xfrm>
              <a:off x="79950" y="41750"/>
              <a:ext cx="105986" cy="233790"/>
            </a:xfrm>
            <a:custGeom>
              <a:avLst/>
              <a:gdLst/>
              <a:ahLst/>
              <a:cxnLst/>
              <a:rect l="l" t="t" r="r" b="b"/>
              <a:pathLst>
                <a:path w="105986" h="233790" extrusionOk="0">
                  <a:moveTo>
                    <a:pt x="52787" y="0"/>
                  </a:moveTo>
                  <a:cubicBezTo>
                    <a:pt x="53269" y="0"/>
                    <a:pt x="53808" y="113"/>
                    <a:pt x="54404" y="312"/>
                  </a:cubicBezTo>
                  <a:cubicBezTo>
                    <a:pt x="57239" y="3857"/>
                    <a:pt x="58686" y="8140"/>
                    <a:pt x="59396" y="12394"/>
                  </a:cubicBezTo>
                  <a:cubicBezTo>
                    <a:pt x="61522" y="20932"/>
                    <a:pt x="66486" y="28760"/>
                    <a:pt x="72896" y="33723"/>
                  </a:cubicBezTo>
                  <a:cubicBezTo>
                    <a:pt x="78583" y="39410"/>
                    <a:pt x="89602" y="51315"/>
                    <a:pt x="99642" y="62422"/>
                  </a:cubicBezTo>
                  <a:lnTo>
                    <a:pt x="105986" y="69539"/>
                  </a:lnTo>
                  <a:lnTo>
                    <a:pt x="105986" y="83795"/>
                  </a:lnTo>
                  <a:lnTo>
                    <a:pt x="97327" y="73618"/>
                  </a:lnTo>
                  <a:cubicBezTo>
                    <a:pt x="92438" y="68020"/>
                    <a:pt x="87460" y="62511"/>
                    <a:pt x="83560" y="58597"/>
                  </a:cubicBezTo>
                  <a:lnTo>
                    <a:pt x="84269" y="57888"/>
                  </a:lnTo>
                  <a:cubicBezTo>
                    <a:pt x="79277" y="52215"/>
                    <a:pt x="74313" y="47224"/>
                    <a:pt x="69350" y="42969"/>
                  </a:cubicBezTo>
                  <a:cubicBezTo>
                    <a:pt x="67904" y="42969"/>
                    <a:pt x="82851" y="100545"/>
                    <a:pt x="104180" y="175904"/>
                  </a:cubicBezTo>
                  <a:lnTo>
                    <a:pt x="105986" y="181123"/>
                  </a:lnTo>
                  <a:lnTo>
                    <a:pt x="105986" y="233790"/>
                  </a:lnTo>
                  <a:lnTo>
                    <a:pt x="102784" y="229410"/>
                  </a:lnTo>
                  <a:cubicBezTo>
                    <a:pt x="92125" y="214722"/>
                    <a:pt x="77874" y="194737"/>
                    <a:pt x="67195" y="178740"/>
                  </a:cubicBezTo>
                  <a:cubicBezTo>
                    <a:pt x="52985" y="158121"/>
                    <a:pt x="30948" y="126128"/>
                    <a:pt x="18156" y="108373"/>
                  </a:cubicBezTo>
                  <a:cubicBezTo>
                    <a:pt x="11080" y="98290"/>
                    <a:pt x="5294" y="90278"/>
                    <a:pt x="1192" y="84786"/>
                  </a:cubicBezTo>
                  <a:lnTo>
                    <a:pt x="0" y="83316"/>
                  </a:lnTo>
                  <a:lnTo>
                    <a:pt x="0" y="44949"/>
                  </a:lnTo>
                  <a:lnTo>
                    <a:pt x="13192" y="63589"/>
                  </a:lnTo>
                  <a:cubicBezTo>
                    <a:pt x="30948" y="88463"/>
                    <a:pt x="53694" y="121165"/>
                    <a:pt x="63650" y="135374"/>
                  </a:cubicBezTo>
                  <a:cubicBezTo>
                    <a:pt x="86027" y="167566"/>
                    <a:pt x="100861" y="189405"/>
                    <a:pt x="101315" y="189405"/>
                  </a:cubicBezTo>
                  <a:cubicBezTo>
                    <a:pt x="99897" y="183704"/>
                    <a:pt x="67195" y="65007"/>
                    <a:pt x="65067" y="57888"/>
                  </a:cubicBezTo>
                  <a:cubicBezTo>
                    <a:pt x="64188" y="53492"/>
                    <a:pt x="63593" y="51535"/>
                    <a:pt x="62912" y="51535"/>
                  </a:cubicBezTo>
                  <a:cubicBezTo>
                    <a:pt x="62487" y="51535"/>
                    <a:pt x="62061" y="52272"/>
                    <a:pt x="61522" y="53633"/>
                  </a:cubicBezTo>
                  <a:cubicBezTo>
                    <a:pt x="62232" y="62142"/>
                    <a:pt x="63650" y="70679"/>
                    <a:pt x="66486" y="78507"/>
                  </a:cubicBezTo>
                  <a:cubicBezTo>
                    <a:pt x="72896" y="101254"/>
                    <a:pt x="79986" y="141784"/>
                    <a:pt x="77150" y="143911"/>
                  </a:cubicBezTo>
                  <a:cubicBezTo>
                    <a:pt x="76583" y="144479"/>
                    <a:pt x="76072" y="144791"/>
                    <a:pt x="75618" y="144791"/>
                  </a:cubicBezTo>
                  <a:cubicBezTo>
                    <a:pt x="73690" y="144791"/>
                    <a:pt x="72328" y="139657"/>
                    <a:pt x="70059" y="125419"/>
                  </a:cubicBezTo>
                  <a:cubicBezTo>
                    <a:pt x="68613" y="115464"/>
                    <a:pt x="64359" y="97000"/>
                    <a:pt x="61522" y="84917"/>
                  </a:cubicBezTo>
                  <a:lnTo>
                    <a:pt x="55821" y="62880"/>
                  </a:lnTo>
                  <a:lnTo>
                    <a:pt x="19575" y="32305"/>
                  </a:lnTo>
                  <a:lnTo>
                    <a:pt x="0" y="16630"/>
                  </a:lnTo>
                  <a:lnTo>
                    <a:pt x="0" y="6697"/>
                  </a:lnTo>
                  <a:lnTo>
                    <a:pt x="13192" y="16649"/>
                  </a:lnTo>
                  <a:cubicBezTo>
                    <a:pt x="24566" y="26604"/>
                    <a:pt x="38776" y="37977"/>
                    <a:pt x="43739" y="42260"/>
                  </a:cubicBezTo>
                  <a:lnTo>
                    <a:pt x="53694" y="50769"/>
                  </a:lnTo>
                  <a:lnTo>
                    <a:pt x="53694" y="37977"/>
                  </a:lnTo>
                  <a:cubicBezTo>
                    <a:pt x="52276" y="33014"/>
                    <a:pt x="52276" y="28760"/>
                    <a:pt x="53694" y="23768"/>
                  </a:cubicBezTo>
                  <a:cubicBezTo>
                    <a:pt x="54404" y="20222"/>
                    <a:pt x="53694" y="15940"/>
                    <a:pt x="52276" y="11685"/>
                  </a:cubicBezTo>
                  <a:cubicBezTo>
                    <a:pt x="49213" y="3744"/>
                    <a:pt x="49837" y="0"/>
                    <a:pt x="5278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80;p3">
              <a:extLst>
                <a:ext uri="{FF2B5EF4-FFF2-40B4-BE49-F238E27FC236}">
                  <a16:creationId xmlns:a16="http://schemas.microsoft.com/office/drawing/2014/main" id="{292A77E3-1F4D-AA6C-D605-EABE890D0777}"/>
                </a:ext>
              </a:extLst>
            </p:cNvPr>
            <p:cNvSpPr/>
            <p:nvPr/>
          </p:nvSpPr>
          <p:spPr>
            <a:xfrm>
              <a:off x="339429" y="722158"/>
              <a:ext cx="17436" cy="17184"/>
            </a:xfrm>
            <a:custGeom>
              <a:avLst/>
              <a:gdLst/>
              <a:ahLst/>
              <a:cxnLst/>
              <a:rect l="l" t="t" r="r" b="b"/>
              <a:pathLst>
                <a:path w="17436" h="17184" extrusionOk="0">
                  <a:moveTo>
                    <a:pt x="17436" y="0"/>
                  </a:moveTo>
                  <a:lnTo>
                    <a:pt x="17436" y="5879"/>
                  </a:lnTo>
                  <a:lnTo>
                    <a:pt x="13146" y="5879"/>
                  </a:lnTo>
                  <a:cubicBezTo>
                    <a:pt x="12691" y="5879"/>
                    <a:pt x="12267" y="5851"/>
                    <a:pt x="11869" y="5851"/>
                  </a:cubicBezTo>
                  <a:cubicBezTo>
                    <a:pt x="9615" y="5851"/>
                    <a:pt x="8679" y="6007"/>
                    <a:pt x="12312" y="8042"/>
                  </a:cubicBezTo>
                  <a:lnTo>
                    <a:pt x="17436" y="10623"/>
                  </a:lnTo>
                  <a:lnTo>
                    <a:pt x="17436" y="17184"/>
                  </a:lnTo>
                  <a:lnTo>
                    <a:pt x="11240" y="14091"/>
                  </a:lnTo>
                  <a:cubicBezTo>
                    <a:pt x="4752" y="10405"/>
                    <a:pt x="708" y="7475"/>
                    <a:pt x="354" y="5879"/>
                  </a:cubicBezTo>
                  <a:cubicBezTo>
                    <a:pt x="0" y="3738"/>
                    <a:pt x="1425" y="2313"/>
                    <a:pt x="4981" y="1334"/>
                  </a:cubicBezTo>
                  <a:lnTo>
                    <a:pt x="1743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81;p3">
              <a:extLst>
                <a:ext uri="{FF2B5EF4-FFF2-40B4-BE49-F238E27FC236}">
                  <a16:creationId xmlns:a16="http://schemas.microsoft.com/office/drawing/2014/main" id="{4EEFABFE-E6BC-9481-FAA5-00D739172810}"/>
                </a:ext>
              </a:extLst>
            </p:cNvPr>
            <p:cNvSpPr/>
            <p:nvPr/>
          </p:nvSpPr>
          <p:spPr>
            <a:xfrm>
              <a:off x="326282" y="622812"/>
              <a:ext cx="30583" cy="19490"/>
            </a:xfrm>
            <a:custGeom>
              <a:avLst/>
              <a:gdLst/>
              <a:ahLst/>
              <a:cxnLst/>
              <a:rect l="l" t="t" r="r" b="b"/>
              <a:pathLst>
                <a:path w="30583" h="19490" extrusionOk="0">
                  <a:moveTo>
                    <a:pt x="709" y="0"/>
                  </a:moveTo>
                  <a:cubicBezTo>
                    <a:pt x="9955" y="2865"/>
                    <a:pt x="17783" y="7119"/>
                    <a:pt x="25583" y="12082"/>
                  </a:cubicBezTo>
                  <a:lnTo>
                    <a:pt x="30583" y="14803"/>
                  </a:lnTo>
                  <a:lnTo>
                    <a:pt x="30583" y="19490"/>
                  </a:lnTo>
                  <a:lnTo>
                    <a:pt x="22222" y="14855"/>
                  </a:lnTo>
                  <a:cubicBezTo>
                    <a:pt x="9601" y="7481"/>
                    <a:pt x="0" y="1078"/>
                    <a:pt x="70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2;p3">
              <a:extLst>
                <a:ext uri="{FF2B5EF4-FFF2-40B4-BE49-F238E27FC236}">
                  <a16:creationId xmlns:a16="http://schemas.microsoft.com/office/drawing/2014/main" id="{B11D3858-195B-7599-E4B1-583ECF6F3B26}"/>
                </a:ext>
              </a:extLst>
            </p:cNvPr>
            <p:cNvSpPr/>
            <p:nvPr/>
          </p:nvSpPr>
          <p:spPr>
            <a:xfrm>
              <a:off x="327531" y="588805"/>
              <a:ext cx="29334" cy="18551"/>
            </a:xfrm>
            <a:custGeom>
              <a:avLst/>
              <a:gdLst/>
              <a:ahLst/>
              <a:cxnLst/>
              <a:rect l="l" t="t" r="r" b="b"/>
              <a:pathLst>
                <a:path w="29334" h="18551" extrusionOk="0">
                  <a:moveTo>
                    <a:pt x="1360" y="0"/>
                  </a:moveTo>
                  <a:cubicBezTo>
                    <a:pt x="4338" y="0"/>
                    <a:pt x="12734" y="4113"/>
                    <a:pt x="27199" y="12678"/>
                  </a:cubicBezTo>
                  <a:lnTo>
                    <a:pt x="29334" y="13763"/>
                  </a:lnTo>
                  <a:lnTo>
                    <a:pt x="29334" y="18551"/>
                  </a:lnTo>
                  <a:lnTo>
                    <a:pt x="10086" y="7735"/>
                  </a:lnTo>
                  <a:cubicBezTo>
                    <a:pt x="4122" y="4246"/>
                    <a:pt x="346" y="1844"/>
                    <a:pt x="169" y="1305"/>
                  </a:cubicBezTo>
                  <a:cubicBezTo>
                    <a:pt x="0" y="454"/>
                    <a:pt x="397" y="0"/>
                    <a:pt x="13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83;p3">
              <a:extLst>
                <a:ext uri="{FF2B5EF4-FFF2-40B4-BE49-F238E27FC236}">
                  <a16:creationId xmlns:a16="http://schemas.microsoft.com/office/drawing/2014/main" id="{A7D519CE-AC8A-7838-6101-3E0DA038EB77}"/>
                </a:ext>
              </a:extLst>
            </p:cNvPr>
            <p:cNvSpPr/>
            <p:nvPr/>
          </p:nvSpPr>
          <p:spPr>
            <a:xfrm>
              <a:off x="352376" y="558940"/>
              <a:ext cx="4489" cy="3049"/>
            </a:xfrm>
            <a:custGeom>
              <a:avLst/>
              <a:gdLst/>
              <a:ahLst/>
              <a:cxnLst/>
              <a:rect l="l" t="t" r="r" b="b"/>
              <a:pathLst>
                <a:path w="4489" h="3049" extrusionOk="0">
                  <a:moveTo>
                    <a:pt x="1021" y="0"/>
                  </a:moveTo>
                  <a:lnTo>
                    <a:pt x="4489" y="979"/>
                  </a:lnTo>
                  <a:lnTo>
                    <a:pt x="4489" y="3049"/>
                  </a:lnTo>
                  <a:lnTo>
                    <a:pt x="198" y="1333"/>
                  </a:lnTo>
                  <a:cubicBezTo>
                    <a:pt x="0" y="454"/>
                    <a:pt x="113" y="0"/>
                    <a:pt x="102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84;p3">
              <a:extLst>
                <a:ext uri="{FF2B5EF4-FFF2-40B4-BE49-F238E27FC236}">
                  <a16:creationId xmlns:a16="http://schemas.microsoft.com/office/drawing/2014/main" id="{345FA89B-12ED-3E84-31D9-0CDA11E7619E}"/>
                </a:ext>
              </a:extLst>
            </p:cNvPr>
            <p:cNvSpPr/>
            <p:nvPr/>
          </p:nvSpPr>
          <p:spPr>
            <a:xfrm>
              <a:off x="185936" y="531841"/>
              <a:ext cx="170929" cy="181282"/>
            </a:xfrm>
            <a:custGeom>
              <a:avLst/>
              <a:gdLst/>
              <a:ahLst/>
              <a:cxnLst/>
              <a:rect l="l" t="t" r="r" b="b"/>
              <a:pathLst>
                <a:path w="170929" h="181282" extrusionOk="0">
                  <a:moveTo>
                    <a:pt x="0" y="0"/>
                  </a:moveTo>
                  <a:lnTo>
                    <a:pt x="17367" y="20604"/>
                  </a:lnTo>
                  <a:cubicBezTo>
                    <a:pt x="18614" y="24972"/>
                    <a:pt x="16601" y="27127"/>
                    <a:pt x="11779" y="27127"/>
                  </a:cubicBezTo>
                  <a:cubicBezTo>
                    <a:pt x="11099" y="27127"/>
                    <a:pt x="10361" y="27099"/>
                    <a:pt x="9567" y="27014"/>
                  </a:cubicBezTo>
                  <a:lnTo>
                    <a:pt x="3866" y="26305"/>
                  </a:lnTo>
                  <a:lnTo>
                    <a:pt x="8120" y="30559"/>
                  </a:lnTo>
                  <a:cubicBezTo>
                    <a:pt x="27322" y="51179"/>
                    <a:pt x="47942" y="70380"/>
                    <a:pt x="69979" y="88135"/>
                  </a:cubicBezTo>
                  <a:cubicBezTo>
                    <a:pt x="92726" y="105918"/>
                    <a:pt x="95562" y="108755"/>
                    <a:pt x="94144" y="110882"/>
                  </a:cubicBezTo>
                  <a:cubicBezTo>
                    <a:pt x="91308" y="112300"/>
                    <a:pt x="88471" y="113718"/>
                    <a:pt x="85606" y="113718"/>
                  </a:cubicBezTo>
                  <a:cubicBezTo>
                    <a:pt x="82062" y="113718"/>
                    <a:pt x="79225" y="114427"/>
                    <a:pt x="79225" y="115136"/>
                  </a:cubicBezTo>
                  <a:cubicBezTo>
                    <a:pt x="79935" y="118710"/>
                    <a:pt x="119018" y="147129"/>
                    <a:pt x="136801" y="157793"/>
                  </a:cubicBezTo>
                  <a:lnTo>
                    <a:pt x="170929" y="173034"/>
                  </a:lnTo>
                  <a:lnTo>
                    <a:pt x="170929" y="181282"/>
                  </a:lnTo>
                  <a:lnTo>
                    <a:pt x="114764" y="151412"/>
                  </a:lnTo>
                  <a:cubicBezTo>
                    <a:pt x="99137" y="141457"/>
                    <a:pt x="84189" y="129374"/>
                    <a:pt x="70689" y="116583"/>
                  </a:cubicBezTo>
                  <a:cubicBezTo>
                    <a:pt x="67852" y="113009"/>
                    <a:pt x="70689" y="108755"/>
                    <a:pt x="76360" y="107337"/>
                  </a:cubicBezTo>
                  <a:cubicBezTo>
                    <a:pt x="81352" y="105918"/>
                    <a:pt x="82771" y="107337"/>
                    <a:pt x="51487" y="82463"/>
                  </a:cubicBezTo>
                  <a:lnTo>
                    <a:pt x="0" y="32951"/>
                  </a:lnTo>
                  <a:lnTo>
                    <a:pt x="0" y="18231"/>
                  </a:lnTo>
                  <a:lnTo>
                    <a:pt x="1030" y="17768"/>
                  </a:lnTo>
                  <a:cubicBezTo>
                    <a:pt x="3158" y="17768"/>
                    <a:pt x="4044" y="17413"/>
                    <a:pt x="2356" y="14836"/>
                  </a:cubicBezTo>
                  <a:lnTo>
                    <a:pt x="0" y="11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85;p3">
              <a:extLst>
                <a:ext uri="{FF2B5EF4-FFF2-40B4-BE49-F238E27FC236}">
                  <a16:creationId xmlns:a16="http://schemas.microsoft.com/office/drawing/2014/main" id="{74419D22-E218-04C7-CA86-EC20224DFC98}"/>
                </a:ext>
              </a:extLst>
            </p:cNvPr>
            <p:cNvSpPr/>
            <p:nvPr/>
          </p:nvSpPr>
          <p:spPr>
            <a:xfrm>
              <a:off x="185936" y="512557"/>
              <a:ext cx="170929" cy="113309"/>
            </a:xfrm>
            <a:custGeom>
              <a:avLst/>
              <a:gdLst/>
              <a:ahLst/>
              <a:cxnLst/>
              <a:rect l="l" t="t" r="r" b="b"/>
              <a:pathLst>
                <a:path w="170929" h="113309" extrusionOk="0">
                  <a:moveTo>
                    <a:pt x="0" y="0"/>
                  </a:moveTo>
                  <a:lnTo>
                    <a:pt x="40114" y="26387"/>
                  </a:lnTo>
                  <a:cubicBezTo>
                    <a:pt x="103568" y="67973"/>
                    <a:pt x="139023" y="89968"/>
                    <a:pt x="165073" y="103464"/>
                  </a:cubicBezTo>
                  <a:lnTo>
                    <a:pt x="170929" y="106212"/>
                  </a:lnTo>
                  <a:lnTo>
                    <a:pt x="170929" y="113309"/>
                  </a:lnTo>
                  <a:lnTo>
                    <a:pt x="150302" y="103873"/>
                  </a:lnTo>
                  <a:lnTo>
                    <a:pt x="150302" y="104582"/>
                  </a:lnTo>
                  <a:cubicBezTo>
                    <a:pt x="138219" y="98172"/>
                    <a:pt x="94853" y="71880"/>
                    <a:pt x="53615" y="44879"/>
                  </a:cubicBezTo>
                  <a:lnTo>
                    <a:pt x="0" y="10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86;p3">
              <a:extLst>
                <a:ext uri="{FF2B5EF4-FFF2-40B4-BE49-F238E27FC236}">
                  <a16:creationId xmlns:a16="http://schemas.microsoft.com/office/drawing/2014/main" id="{1A518B6B-5130-BAB0-1004-7A520FF970D1}"/>
                </a:ext>
              </a:extLst>
            </p:cNvPr>
            <p:cNvSpPr/>
            <p:nvPr/>
          </p:nvSpPr>
          <p:spPr>
            <a:xfrm>
              <a:off x="185936" y="440667"/>
              <a:ext cx="170929" cy="93383"/>
            </a:xfrm>
            <a:custGeom>
              <a:avLst/>
              <a:gdLst/>
              <a:ahLst/>
              <a:cxnLst/>
              <a:rect l="l" t="t" r="r" b="b"/>
              <a:pathLst>
                <a:path w="170929" h="93383" extrusionOk="0">
                  <a:moveTo>
                    <a:pt x="0" y="0"/>
                  </a:moveTo>
                  <a:lnTo>
                    <a:pt x="10209" y="5631"/>
                  </a:lnTo>
                  <a:cubicBezTo>
                    <a:pt x="18870" y="10602"/>
                    <a:pt x="31009" y="17898"/>
                    <a:pt x="45814" y="27201"/>
                  </a:cubicBezTo>
                  <a:cubicBezTo>
                    <a:pt x="97689" y="59903"/>
                    <a:pt x="101972" y="62739"/>
                    <a:pt x="155265" y="83359"/>
                  </a:cubicBezTo>
                  <a:lnTo>
                    <a:pt x="170929" y="89231"/>
                  </a:lnTo>
                  <a:lnTo>
                    <a:pt x="170929" y="93383"/>
                  </a:lnTo>
                  <a:lnTo>
                    <a:pt x="154556" y="86904"/>
                  </a:lnTo>
                  <a:cubicBezTo>
                    <a:pt x="135383" y="79785"/>
                    <a:pt x="114764" y="71276"/>
                    <a:pt x="107645" y="68412"/>
                  </a:cubicBezTo>
                  <a:cubicBezTo>
                    <a:pt x="94861" y="62562"/>
                    <a:pt x="38075" y="26304"/>
                    <a:pt x="10482" y="8242"/>
                  </a:cubicBezTo>
                  <a:lnTo>
                    <a:pt x="0" y="1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87;p3">
              <a:extLst>
                <a:ext uri="{FF2B5EF4-FFF2-40B4-BE49-F238E27FC236}">
                  <a16:creationId xmlns:a16="http://schemas.microsoft.com/office/drawing/2014/main" id="{5922D5AF-7040-EAE9-7A29-4D46A392B6FB}"/>
                </a:ext>
              </a:extLst>
            </p:cNvPr>
            <p:cNvSpPr/>
            <p:nvPr/>
          </p:nvSpPr>
          <p:spPr>
            <a:xfrm>
              <a:off x="334422" y="305294"/>
              <a:ext cx="22443" cy="141712"/>
            </a:xfrm>
            <a:custGeom>
              <a:avLst/>
              <a:gdLst/>
              <a:ahLst/>
              <a:cxnLst/>
              <a:rect l="l" t="t" r="r" b="b"/>
              <a:pathLst>
                <a:path w="22443" h="141712" extrusionOk="0">
                  <a:moveTo>
                    <a:pt x="2893" y="0"/>
                  </a:moveTo>
                  <a:cubicBezTo>
                    <a:pt x="3574" y="0"/>
                    <a:pt x="4397" y="397"/>
                    <a:pt x="5361" y="1191"/>
                  </a:cubicBezTo>
                  <a:cubicBezTo>
                    <a:pt x="10352" y="18974"/>
                    <a:pt x="13189" y="38176"/>
                    <a:pt x="15316" y="56640"/>
                  </a:cubicBezTo>
                  <a:lnTo>
                    <a:pt x="22443" y="102915"/>
                  </a:lnTo>
                  <a:lnTo>
                    <a:pt x="22443" y="141712"/>
                  </a:lnTo>
                  <a:lnTo>
                    <a:pt x="19662" y="125943"/>
                  </a:lnTo>
                  <a:cubicBezTo>
                    <a:pt x="13550" y="90962"/>
                    <a:pt x="5113" y="41097"/>
                    <a:pt x="1106" y="14011"/>
                  </a:cubicBezTo>
                  <a:cubicBezTo>
                    <a:pt x="0" y="4651"/>
                    <a:pt x="596" y="0"/>
                    <a:pt x="28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88;p3">
              <a:extLst>
                <a:ext uri="{FF2B5EF4-FFF2-40B4-BE49-F238E27FC236}">
                  <a16:creationId xmlns:a16="http://schemas.microsoft.com/office/drawing/2014/main" id="{894A3187-89EC-FA66-9E58-094E15AB5BDD}"/>
                </a:ext>
              </a:extLst>
            </p:cNvPr>
            <p:cNvSpPr/>
            <p:nvPr/>
          </p:nvSpPr>
          <p:spPr>
            <a:xfrm>
              <a:off x="185936" y="279442"/>
              <a:ext cx="170929" cy="238424"/>
            </a:xfrm>
            <a:custGeom>
              <a:avLst/>
              <a:gdLst/>
              <a:ahLst/>
              <a:cxnLst/>
              <a:rect l="l" t="t" r="r" b="b"/>
              <a:pathLst>
                <a:path w="170929" h="238424" extrusionOk="0">
                  <a:moveTo>
                    <a:pt x="0" y="0"/>
                  </a:moveTo>
                  <a:lnTo>
                    <a:pt x="7196" y="9194"/>
                  </a:lnTo>
                  <a:cubicBezTo>
                    <a:pt x="28084" y="36255"/>
                    <a:pt x="46878" y="61702"/>
                    <a:pt x="50069" y="67573"/>
                  </a:cubicBezTo>
                  <a:cubicBezTo>
                    <a:pt x="60023" y="83910"/>
                    <a:pt x="78516" y="107365"/>
                    <a:pt x="151720" y="201217"/>
                  </a:cubicBezTo>
                  <a:lnTo>
                    <a:pt x="170929" y="225488"/>
                  </a:lnTo>
                  <a:lnTo>
                    <a:pt x="170929" y="238424"/>
                  </a:lnTo>
                  <a:lnTo>
                    <a:pt x="165929" y="231763"/>
                  </a:lnTo>
                  <a:lnTo>
                    <a:pt x="140346" y="220390"/>
                  </a:lnTo>
                  <a:cubicBezTo>
                    <a:pt x="104100" y="203344"/>
                    <a:pt x="68562" y="184143"/>
                    <a:pt x="35859" y="161396"/>
                  </a:cubicBezTo>
                  <a:lnTo>
                    <a:pt x="0" y="134050"/>
                  </a:lnTo>
                  <a:lnTo>
                    <a:pt x="0" y="129557"/>
                  </a:lnTo>
                  <a:lnTo>
                    <a:pt x="13016" y="140167"/>
                  </a:lnTo>
                  <a:cubicBezTo>
                    <a:pt x="29988" y="152519"/>
                    <a:pt x="47587" y="163892"/>
                    <a:pt x="65725" y="174188"/>
                  </a:cubicBezTo>
                  <a:cubicBezTo>
                    <a:pt x="93435" y="191262"/>
                    <a:pt x="122592" y="206890"/>
                    <a:pt x="152429" y="219681"/>
                  </a:cubicBezTo>
                  <a:cubicBezTo>
                    <a:pt x="154018" y="220475"/>
                    <a:pt x="155152" y="220986"/>
                    <a:pt x="155691" y="220986"/>
                  </a:cubicBezTo>
                  <a:cubicBezTo>
                    <a:pt x="157137" y="220986"/>
                    <a:pt x="154585" y="217497"/>
                    <a:pt x="145338" y="206180"/>
                  </a:cubicBezTo>
                  <a:cubicBezTo>
                    <a:pt x="133256" y="189844"/>
                    <a:pt x="132518" y="189135"/>
                    <a:pt x="125428" y="188426"/>
                  </a:cubicBezTo>
                  <a:cubicBezTo>
                    <a:pt x="110509" y="186270"/>
                    <a:pt x="92726" y="177761"/>
                    <a:pt x="59315" y="157142"/>
                  </a:cubicBezTo>
                  <a:cubicBezTo>
                    <a:pt x="27322" y="137231"/>
                    <a:pt x="8120" y="123731"/>
                    <a:pt x="10276" y="120894"/>
                  </a:cubicBezTo>
                  <a:cubicBezTo>
                    <a:pt x="20231" y="127276"/>
                    <a:pt x="30868" y="133686"/>
                    <a:pt x="40114" y="141514"/>
                  </a:cubicBezTo>
                  <a:cubicBezTo>
                    <a:pt x="72815" y="163523"/>
                    <a:pt x="95562" y="176343"/>
                    <a:pt x="116181" y="182725"/>
                  </a:cubicBezTo>
                  <a:lnTo>
                    <a:pt x="128264" y="186270"/>
                  </a:lnTo>
                  <a:lnTo>
                    <a:pt x="121882" y="177761"/>
                  </a:lnTo>
                  <a:cubicBezTo>
                    <a:pt x="118025" y="172628"/>
                    <a:pt x="115359" y="169820"/>
                    <a:pt x="113288" y="169820"/>
                  </a:cubicBezTo>
                  <a:cubicBezTo>
                    <a:pt x="113062" y="169820"/>
                    <a:pt x="112835" y="169848"/>
                    <a:pt x="112637" y="169933"/>
                  </a:cubicBezTo>
                  <a:cubicBezTo>
                    <a:pt x="112580" y="169933"/>
                    <a:pt x="112551" y="169962"/>
                    <a:pt x="112495" y="169962"/>
                  </a:cubicBezTo>
                  <a:cubicBezTo>
                    <a:pt x="109176" y="169962"/>
                    <a:pt x="72532" y="150562"/>
                    <a:pt x="56479" y="140067"/>
                  </a:cubicBezTo>
                  <a:cubicBezTo>
                    <a:pt x="48027" y="134452"/>
                    <a:pt x="45219" y="131842"/>
                    <a:pt x="46722" y="131842"/>
                  </a:cubicBezTo>
                  <a:cubicBezTo>
                    <a:pt x="48651" y="131842"/>
                    <a:pt x="57557" y="136068"/>
                    <a:pt x="70689" y="143641"/>
                  </a:cubicBezTo>
                  <a:cubicBezTo>
                    <a:pt x="83480" y="151441"/>
                    <a:pt x="98399" y="159978"/>
                    <a:pt x="103391" y="162105"/>
                  </a:cubicBezTo>
                  <a:lnTo>
                    <a:pt x="113346" y="167097"/>
                  </a:lnTo>
                  <a:lnTo>
                    <a:pt x="95562" y="143641"/>
                  </a:lnTo>
                  <a:cubicBezTo>
                    <a:pt x="84898" y="130850"/>
                    <a:pt x="69979" y="110939"/>
                    <a:pt x="61442" y="98857"/>
                  </a:cubicBezTo>
                  <a:lnTo>
                    <a:pt x="45105" y="77528"/>
                  </a:lnTo>
                  <a:lnTo>
                    <a:pt x="28031" y="69700"/>
                  </a:lnTo>
                  <a:cubicBezTo>
                    <a:pt x="8120" y="59745"/>
                    <a:pt x="1030" y="53363"/>
                    <a:pt x="1030" y="52654"/>
                  </a:cubicBezTo>
                  <a:cubicBezTo>
                    <a:pt x="1087" y="52569"/>
                    <a:pt x="1229" y="52541"/>
                    <a:pt x="1399" y="52541"/>
                  </a:cubicBezTo>
                  <a:cubicBezTo>
                    <a:pt x="2959" y="52541"/>
                    <a:pt x="8093" y="55065"/>
                    <a:pt x="13822" y="57618"/>
                  </a:cubicBezTo>
                  <a:cubicBezTo>
                    <a:pt x="20231" y="60454"/>
                    <a:pt x="28740" y="64737"/>
                    <a:pt x="33023" y="66155"/>
                  </a:cubicBezTo>
                  <a:lnTo>
                    <a:pt x="39405" y="69700"/>
                  </a:lnTo>
                  <a:lnTo>
                    <a:pt x="36568" y="64028"/>
                  </a:lnTo>
                  <a:cubicBezTo>
                    <a:pt x="34441" y="59745"/>
                    <a:pt x="28740" y="56200"/>
                    <a:pt x="10276" y="44826"/>
                  </a:cubicBezTo>
                  <a:lnTo>
                    <a:pt x="0" y="38918"/>
                  </a:lnTo>
                  <a:lnTo>
                    <a:pt x="0" y="29197"/>
                  </a:lnTo>
                  <a:lnTo>
                    <a:pt x="6366" y="33637"/>
                  </a:lnTo>
                  <a:cubicBezTo>
                    <a:pt x="15077" y="39678"/>
                    <a:pt x="20586" y="43408"/>
                    <a:pt x="20941" y="43408"/>
                  </a:cubicBezTo>
                  <a:lnTo>
                    <a:pt x="0" y="15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89;p3">
              <a:extLst>
                <a:ext uri="{FF2B5EF4-FFF2-40B4-BE49-F238E27FC236}">
                  <a16:creationId xmlns:a16="http://schemas.microsoft.com/office/drawing/2014/main" id="{7BD78179-9768-97B7-1385-55B6B0EFD396}"/>
                </a:ext>
              </a:extLst>
            </p:cNvPr>
            <p:cNvSpPr/>
            <p:nvPr/>
          </p:nvSpPr>
          <p:spPr>
            <a:xfrm>
              <a:off x="185936" y="164191"/>
              <a:ext cx="170929" cy="334470"/>
            </a:xfrm>
            <a:custGeom>
              <a:avLst/>
              <a:gdLst/>
              <a:ahLst/>
              <a:cxnLst/>
              <a:rect l="l" t="t" r="r" b="b"/>
              <a:pathLst>
                <a:path w="170929" h="334470" extrusionOk="0">
                  <a:moveTo>
                    <a:pt x="48679" y="0"/>
                  </a:moveTo>
                  <a:cubicBezTo>
                    <a:pt x="49984" y="0"/>
                    <a:pt x="53756" y="6665"/>
                    <a:pt x="59315" y="20761"/>
                  </a:cubicBezTo>
                  <a:cubicBezTo>
                    <a:pt x="70689" y="49181"/>
                    <a:pt x="74234" y="64099"/>
                    <a:pt x="91308" y="149414"/>
                  </a:cubicBezTo>
                  <a:lnTo>
                    <a:pt x="105518" y="219781"/>
                  </a:lnTo>
                  <a:lnTo>
                    <a:pt x="120436" y="238982"/>
                  </a:lnTo>
                  <a:cubicBezTo>
                    <a:pt x="124720" y="245364"/>
                    <a:pt x="130392" y="251774"/>
                    <a:pt x="136092" y="257475"/>
                  </a:cubicBezTo>
                  <a:cubicBezTo>
                    <a:pt x="134674" y="246810"/>
                    <a:pt x="133256" y="236855"/>
                    <a:pt x="131101" y="226900"/>
                  </a:cubicBezTo>
                  <a:cubicBezTo>
                    <a:pt x="128264" y="216236"/>
                    <a:pt x="126847" y="204862"/>
                    <a:pt x="126137" y="194198"/>
                  </a:cubicBezTo>
                  <a:cubicBezTo>
                    <a:pt x="130392" y="205571"/>
                    <a:pt x="133965" y="217654"/>
                    <a:pt x="135383" y="229736"/>
                  </a:cubicBezTo>
                  <a:cubicBezTo>
                    <a:pt x="142473" y="266693"/>
                    <a:pt x="142473" y="268139"/>
                    <a:pt x="151720" y="279512"/>
                  </a:cubicBezTo>
                  <a:lnTo>
                    <a:pt x="160258" y="290886"/>
                  </a:lnTo>
                  <a:lnTo>
                    <a:pt x="156003" y="275230"/>
                  </a:lnTo>
                  <a:cubicBezTo>
                    <a:pt x="143184" y="226900"/>
                    <a:pt x="119727" y="93256"/>
                    <a:pt x="124009" y="93256"/>
                  </a:cubicBezTo>
                  <a:cubicBezTo>
                    <a:pt x="128264" y="107465"/>
                    <a:pt x="131101" y="121703"/>
                    <a:pt x="133256" y="135913"/>
                  </a:cubicBezTo>
                  <a:cubicBezTo>
                    <a:pt x="144977" y="211088"/>
                    <a:pt x="155900" y="263066"/>
                    <a:pt x="165427" y="290052"/>
                  </a:cubicBezTo>
                  <a:lnTo>
                    <a:pt x="170929" y="301366"/>
                  </a:lnTo>
                  <a:lnTo>
                    <a:pt x="170929" y="334470"/>
                  </a:lnTo>
                  <a:lnTo>
                    <a:pt x="115615" y="263501"/>
                  </a:lnTo>
                  <a:cubicBezTo>
                    <a:pt x="97567" y="240135"/>
                    <a:pt x="81352" y="218902"/>
                    <a:pt x="69270" y="202735"/>
                  </a:cubicBezTo>
                  <a:cubicBezTo>
                    <a:pt x="45105" y="170742"/>
                    <a:pt x="16657" y="132368"/>
                    <a:pt x="5993" y="119548"/>
                  </a:cubicBezTo>
                  <a:lnTo>
                    <a:pt x="0" y="111349"/>
                  </a:lnTo>
                  <a:lnTo>
                    <a:pt x="0" y="58682"/>
                  </a:lnTo>
                  <a:lnTo>
                    <a:pt x="8848" y="84247"/>
                  </a:lnTo>
                  <a:cubicBezTo>
                    <a:pt x="12702" y="92646"/>
                    <a:pt x="16402" y="98248"/>
                    <a:pt x="18586" y="98248"/>
                  </a:cubicBezTo>
                  <a:cubicBezTo>
                    <a:pt x="18672" y="98248"/>
                    <a:pt x="18728" y="98248"/>
                    <a:pt x="18785" y="98219"/>
                  </a:cubicBezTo>
                  <a:cubicBezTo>
                    <a:pt x="19494" y="93256"/>
                    <a:pt x="18785" y="88292"/>
                    <a:pt x="18076" y="84010"/>
                  </a:cubicBezTo>
                  <a:cubicBezTo>
                    <a:pt x="17367" y="79046"/>
                    <a:pt x="16657" y="74054"/>
                    <a:pt x="17367" y="69091"/>
                  </a:cubicBezTo>
                  <a:cubicBezTo>
                    <a:pt x="17735" y="68609"/>
                    <a:pt x="18104" y="68325"/>
                    <a:pt x="18416" y="68325"/>
                  </a:cubicBezTo>
                  <a:cubicBezTo>
                    <a:pt x="20004" y="68325"/>
                    <a:pt x="21168" y="74196"/>
                    <a:pt x="22359" y="88292"/>
                  </a:cubicBezTo>
                  <a:cubicBezTo>
                    <a:pt x="22359" y="98219"/>
                    <a:pt x="25195" y="107465"/>
                    <a:pt x="30158" y="115294"/>
                  </a:cubicBezTo>
                  <a:cubicBezTo>
                    <a:pt x="31605" y="118130"/>
                    <a:pt x="33731" y="120257"/>
                    <a:pt x="36568" y="122413"/>
                  </a:cubicBezTo>
                  <a:cubicBezTo>
                    <a:pt x="35151" y="97510"/>
                    <a:pt x="32314" y="72636"/>
                    <a:pt x="28031" y="47762"/>
                  </a:cubicBezTo>
                  <a:cubicBezTo>
                    <a:pt x="24344" y="27427"/>
                    <a:pt x="24912" y="22577"/>
                    <a:pt x="26074" y="22577"/>
                  </a:cubicBezTo>
                  <a:cubicBezTo>
                    <a:pt x="26244" y="22577"/>
                    <a:pt x="26415" y="22690"/>
                    <a:pt x="26613" y="22889"/>
                  </a:cubicBezTo>
                  <a:cubicBezTo>
                    <a:pt x="28740" y="24307"/>
                    <a:pt x="37986" y="84010"/>
                    <a:pt x="40822" y="113166"/>
                  </a:cubicBezTo>
                  <a:cubicBezTo>
                    <a:pt x="40822" y="123122"/>
                    <a:pt x="43687" y="132368"/>
                    <a:pt x="49360" y="140168"/>
                  </a:cubicBezTo>
                  <a:cubicBezTo>
                    <a:pt x="51487" y="143741"/>
                    <a:pt x="54351" y="146577"/>
                    <a:pt x="56479" y="150123"/>
                  </a:cubicBezTo>
                  <a:cubicBezTo>
                    <a:pt x="56507" y="150151"/>
                    <a:pt x="56535" y="150151"/>
                    <a:pt x="56564" y="150151"/>
                  </a:cubicBezTo>
                  <a:cubicBezTo>
                    <a:pt x="57783" y="150151"/>
                    <a:pt x="55429" y="135459"/>
                    <a:pt x="42241" y="59136"/>
                  </a:cubicBezTo>
                  <a:cubicBezTo>
                    <a:pt x="37986" y="39934"/>
                    <a:pt x="35859" y="20761"/>
                    <a:pt x="34441" y="851"/>
                  </a:cubicBezTo>
                  <a:cubicBezTo>
                    <a:pt x="35859" y="851"/>
                    <a:pt x="62861" y="150832"/>
                    <a:pt x="60734" y="153668"/>
                  </a:cubicBezTo>
                  <a:cubicBezTo>
                    <a:pt x="71397" y="170742"/>
                    <a:pt x="82771" y="187788"/>
                    <a:pt x="96272" y="203444"/>
                  </a:cubicBezTo>
                  <a:cubicBezTo>
                    <a:pt x="96272" y="203444"/>
                    <a:pt x="89889" y="168615"/>
                    <a:pt x="81352" y="127376"/>
                  </a:cubicBezTo>
                  <a:cubicBezTo>
                    <a:pt x="74234" y="93256"/>
                    <a:pt x="65725" y="59136"/>
                    <a:pt x="55060" y="26434"/>
                  </a:cubicBezTo>
                  <a:cubicBezTo>
                    <a:pt x="48906" y="9189"/>
                    <a:pt x="47119" y="0"/>
                    <a:pt x="4867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90;p3">
              <a:extLst>
                <a:ext uri="{FF2B5EF4-FFF2-40B4-BE49-F238E27FC236}">
                  <a16:creationId xmlns:a16="http://schemas.microsoft.com/office/drawing/2014/main" id="{E7BCF2E0-8996-C92E-4F46-5797401447B9}"/>
                </a:ext>
              </a:extLst>
            </p:cNvPr>
            <p:cNvSpPr/>
            <p:nvPr/>
          </p:nvSpPr>
          <p:spPr>
            <a:xfrm>
              <a:off x="185936" y="111288"/>
              <a:ext cx="170929" cy="235195"/>
            </a:xfrm>
            <a:custGeom>
              <a:avLst/>
              <a:gdLst/>
              <a:ahLst/>
              <a:cxnLst/>
              <a:rect l="l" t="t" r="r" b="b"/>
              <a:pathLst>
                <a:path w="170929" h="235195" extrusionOk="0">
                  <a:moveTo>
                    <a:pt x="0" y="0"/>
                  </a:moveTo>
                  <a:lnTo>
                    <a:pt x="7194" y="8070"/>
                  </a:lnTo>
                  <a:cubicBezTo>
                    <a:pt x="10936" y="12347"/>
                    <a:pt x="13644" y="15549"/>
                    <a:pt x="14531" y="16797"/>
                  </a:cubicBezTo>
                  <a:cubicBezTo>
                    <a:pt x="15069" y="17875"/>
                    <a:pt x="15523" y="18442"/>
                    <a:pt x="15977" y="18442"/>
                  </a:cubicBezTo>
                  <a:cubicBezTo>
                    <a:pt x="16714" y="18442"/>
                    <a:pt x="17480" y="16995"/>
                    <a:pt x="18785" y="13932"/>
                  </a:cubicBezTo>
                  <a:cubicBezTo>
                    <a:pt x="20402" y="10756"/>
                    <a:pt x="20799" y="9139"/>
                    <a:pt x="23295" y="9139"/>
                  </a:cubicBezTo>
                  <a:cubicBezTo>
                    <a:pt x="24117" y="9139"/>
                    <a:pt x="25195" y="9309"/>
                    <a:pt x="26613" y="9678"/>
                  </a:cubicBezTo>
                  <a:cubicBezTo>
                    <a:pt x="32314" y="10387"/>
                    <a:pt x="47942" y="24596"/>
                    <a:pt x="98399" y="74373"/>
                  </a:cubicBezTo>
                  <a:cubicBezTo>
                    <a:pt x="113941" y="89235"/>
                    <a:pt x="121145" y="95730"/>
                    <a:pt x="123046" y="95730"/>
                  </a:cubicBezTo>
                  <a:cubicBezTo>
                    <a:pt x="123130" y="95730"/>
                    <a:pt x="123216" y="95730"/>
                    <a:pt x="123301" y="95701"/>
                  </a:cubicBezTo>
                  <a:cubicBezTo>
                    <a:pt x="123613" y="95531"/>
                    <a:pt x="123954" y="95446"/>
                    <a:pt x="124293" y="95446"/>
                  </a:cubicBezTo>
                  <a:cubicBezTo>
                    <a:pt x="125371" y="95446"/>
                    <a:pt x="126478" y="96354"/>
                    <a:pt x="127555" y="98537"/>
                  </a:cubicBezTo>
                  <a:cubicBezTo>
                    <a:pt x="131725" y="109230"/>
                    <a:pt x="138843" y="118930"/>
                    <a:pt x="141510" y="118930"/>
                  </a:cubicBezTo>
                  <a:cubicBezTo>
                    <a:pt x="142020" y="118930"/>
                    <a:pt x="142360" y="118533"/>
                    <a:pt x="142473" y="117739"/>
                  </a:cubicBezTo>
                  <a:cubicBezTo>
                    <a:pt x="143184" y="115583"/>
                    <a:pt x="145338" y="114874"/>
                    <a:pt x="146757" y="114165"/>
                  </a:cubicBezTo>
                  <a:cubicBezTo>
                    <a:pt x="146870" y="114165"/>
                    <a:pt x="146983" y="114137"/>
                    <a:pt x="147097" y="114137"/>
                  </a:cubicBezTo>
                  <a:cubicBezTo>
                    <a:pt x="149735" y="114137"/>
                    <a:pt x="154584" y="117881"/>
                    <a:pt x="161729" y="125443"/>
                  </a:cubicBezTo>
                  <a:lnTo>
                    <a:pt x="170929" y="135951"/>
                  </a:lnTo>
                  <a:lnTo>
                    <a:pt x="170929" y="144465"/>
                  </a:lnTo>
                  <a:lnTo>
                    <a:pt x="166256" y="138446"/>
                  </a:lnTo>
                  <a:cubicBezTo>
                    <a:pt x="165134" y="137002"/>
                    <a:pt x="164512" y="136203"/>
                    <a:pt x="164512" y="136203"/>
                  </a:cubicBezTo>
                  <a:cubicBezTo>
                    <a:pt x="165221" y="139748"/>
                    <a:pt x="165221" y="143322"/>
                    <a:pt x="166639" y="146158"/>
                  </a:cubicBezTo>
                  <a:cubicBezTo>
                    <a:pt x="167007" y="149009"/>
                    <a:pt x="168432" y="158248"/>
                    <a:pt x="170386" y="170950"/>
                  </a:cubicBezTo>
                  <a:lnTo>
                    <a:pt x="170929" y="174498"/>
                  </a:lnTo>
                  <a:lnTo>
                    <a:pt x="170929" y="235195"/>
                  </a:lnTo>
                  <a:lnTo>
                    <a:pt x="167376" y="209435"/>
                  </a:lnTo>
                  <a:cubicBezTo>
                    <a:pt x="160966" y="158950"/>
                    <a:pt x="154556" y="124829"/>
                    <a:pt x="150302" y="122702"/>
                  </a:cubicBezTo>
                  <a:cubicBezTo>
                    <a:pt x="150132" y="122532"/>
                    <a:pt x="149933" y="122447"/>
                    <a:pt x="149706" y="122447"/>
                  </a:cubicBezTo>
                  <a:cubicBezTo>
                    <a:pt x="148912" y="122447"/>
                    <a:pt x="147693" y="123496"/>
                    <a:pt x="146047" y="126248"/>
                  </a:cubicBezTo>
                  <a:cubicBezTo>
                    <a:pt x="144913" y="129594"/>
                    <a:pt x="143807" y="130757"/>
                    <a:pt x="141992" y="130757"/>
                  </a:cubicBezTo>
                  <a:cubicBezTo>
                    <a:pt x="141510" y="130757"/>
                    <a:pt x="140970" y="130672"/>
                    <a:pt x="140346" y="130530"/>
                  </a:cubicBezTo>
                  <a:cubicBezTo>
                    <a:pt x="140120" y="130360"/>
                    <a:pt x="139922" y="130275"/>
                    <a:pt x="139751" y="130275"/>
                  </a:cubicBezTo>
                  <a:cubicBezTo>
                    <a:pt x="138419" y="130275"/>
                    <a:pt x="139411" y="135494"/>
                    <a:pt x="143184" y="146867"/>
                  </a:cubicBezTo>
                  <a:cubicBezTo>
                    <a:pt x="151011" y="169614"/>
                    <a:pt x="149592" y="168905"/>
                    <a:pt x="147466" y="169614"/>
                  </a:cubicBezTo>
                  <a:cubicBezTo>
                    <a:pt x="147381" y="169642"/>
                    <a:pt x="147296" y="169671"/>
                    <a:pt x="147210" y="169671"/>
                  </a:cubicBezTo>
                  <a:cubicBezTo>
                    <a:pt x="145055" y="169671"/>
                    <a:pt x="141510" y="161048"/>
                    <a:pt x="134674" y="141904"/>
                  </a:cubicBezTo>
                  <a:cubicBezTo>
                    <a:pt x="126137" y="114874"/>
                    <a:pt x="124720" y="112747"/>
                    <a:pt x="113346" y="100665"/>
                  </a:cubicBezTo>
                  <a:cubicBezTo>
                    <a:pt x="99137" y="85037"/>
                    <a:pt x="36568" y="23887"/>
                    <a:pt x="35151" y="23887"/>
                  </a:cubicBezTo>
                  <a:cubicBezTo>
                    <a:pt x="35859" y="28170"/>
                    <a:pt x="36568" y="32424"/>
                    <a:pt x="38695" y="35970"/>
                  </a:cubicBezTo>
                  <a:cubicBezTo>
                    <a:pt x="47233" y="58717"/>
                    <a:pt x="60734" y="126957"/>
                    <a:pt x="56479" y="127666"/>
                  </a:cubicBezTo>
                  <a:cubicBezTo>
                    <a:pt x="52196" y="116292"/>
                    <a:pt x="49360" y="104210"/>
                    <a:pt x="47233" y="92128"/>
                  </a:cubicBezTo>
                  <a:cubicBezTo>
                    <a:pt x="44397" y="75082"/>
                    <a:pt x="40114" y="58007"/>
                    <a:pt x="35151" y="41671"/>
                  </a:cubicBezTo>
                  <a:cubicBezTo>
                    <a:pt x="31605" y="33133"/>
                    <a:pt x="28740" y="24596"/>
                    <a:pt x="28031" y="22469"/>
                  </a:cubicBezTo>
                  <a:cubicBezTo>
                    <a:pt x="27124" y="19434"/>
                    <a:pt x="26357" y="18101"/>
                    <a:pt x="25819" y="18101"/>
                  </a:cubicBezTo>
                  <a:cubicBezTo>
                    <a:pt x="25081" y="18101"/>
                    <a:pt x="24798" y="20541"/>
                    <a:pt x="25195" y="24596"/>
                  </a:cubicBezTo>
                  <a:cubicBezTo>
                    <a:pt x="25905" y="31006"/>
                    <a:pt x="23777" y="35970"/>
                    <a:pt x="20231" y="35970"/>
                  </a:cubicBezTo>
                  <a:cubicBezTo>
                    <a:pt x="14531" y="31006"/>
                    <a:pt x="9567" y="25305"/>
                    <a:pt x="4576" y="19633"/>
                  </a:cubicBezTo>
                  <a:lnTo>
                    <a:pt x="0" y="14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91;p3">
              <a:extLst>
                <a:ext uri="{FF2B5EF4-FFF2-40B4-BE49-F238E27FC236}">
                  <a16:creationId xmlns:a16="http://schemas.microsoft.com/office/drawing/2014/main" id="{D84140FB-A726-DA29-E985-783F48B655CC}"/>
                </a:ext>
              </a:extLst>
            </p:cNvPr>
            <p:cNvSpPr/>
            <p:nvPr/>
          </p:nvSpPr>
          <p:spPr>
            <a:xfrm>
              <a:off x="356865" y="732781"/>
              <a:ext cx="193956" cy="61216"/>
            </a:xfrm>
            <a:custGeom>
              <a:avLst/>
              <a:gdLst/>
              <a:ahLst/>
              <a:cxnLst/>
              <a:rect l="l" t="t" r="r" b="b"/>
              <a:pathLst>
                <a:path w="193956" h="61216" extrusionOk="0">
                  <a:moveTo>
                    <a:pt x="0" y="0"/>
                  </a:moveTo>
                  <a:lnTo>
                    <a:pt x="4161" y="2096"/>
                  </a:lnTo>
                  <a:cubicBezTo>
                    <a:pt x="8669" y="4268"/>
                    <a:pt x="14726" y="7126"/>
                    <a:pt x="22739" y="10884"/>
                  </a:cubicBezTo>
                  <a:cubicBezTo>
                    <a:pt x="68048" y="32220"/>
                    <a:pt x="116165" y="46344"/>
                    <a:pt x="165283" y="52970"/>
                  </a:cubicBezTo>
                  <a:lnTo>
                    <a:pt x="193956" y="55360"/>
                  </a:lnTo>
                  <a:lnTo>
                    <a:pt x="193956" y="61216"/>
                  </a:lnTo>
                  <a:lnTo>
                    <a:pt x="150505" y="57008"/>
                  </a:lnTo>
                  <a:cubicBezTo>
                    <a:pt x="128290" y="53364"/>
                    <a:pt x="106252" y="48209"/>
                    <a:pt x="84569" y="41459"/>
                  </a:cubicBezTo>
                  <a:cubicBezTo>
                    <a:pt x="64674" y="35418"/>
                    <a:pt x="39615" y="25462"/>
                    <a:pt x="19353" y="16220"/>
                  </a:cubicBezTo>
                  <a:lnTo>
                    <a:pt x="0" y="6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2;p3">
              <a:extLst>
                <a:ext uri="{FF2B5EF4-FFF2-40B4-BE49-F238E27FC236}">
                  <a16:creationId xmlns:a16="http://schemas.microsoft.com/office/drawing/2014/main" id="{79F29292-F9E1-E4A5-DE60-2F1FAA4699FB}"/>
                </a:ext>
              </a:extLst>
            </p:cNvPr>
            <p:cNvSpPr/>
            <p:nvPr/>
          </p:nvSpPr>
          <p:spPr>
            <a:xfrm>
              <a:off x="538122" y="610304"/>
              <a:ext cx="12699" cy="69982"/>
            </a:xfrm>
            <a:custGeom>
              <a:avLst/>
              <a:gdLst/>
              <a:ahLst/>
              <a:cxnLst/>
              <a:rect l="l" t="t" r="r" b="b"/>
              <a:pathLst>
                <a:path w="12699" h="69982" extrusionOk="0">
                  <a:moveTo>
                    <a:pt x="964" y="0"/>
                  </a:moveTo>
                  <a:cubicBezTo>
                    <a:pt x="2241" y="0"/>
                    <a:pt x="4481" y="8622"/>
                    <a:pt x="7091" y="23881"/>
                  </a:cubicBezTo>
                  <a:cubicBezTo>
                    <a:pt x="8126" y="31099"/>
                    <a:pt x="9783" y="39606"/>
                    <a:pt x="11742" y="48307"/>
                  </a:cubicBezTo>
                  <a:lnTo>
                    <a:pt x="12699" y="52102"/>
                  </a:lnTo>
                  <a:lnTo>
                    <a:pt x="12699" y="69982"/>
                  </a:lnTo>
                  <a:lnTo>
                    <a:pt x="0" y="3290"/>
                  </a:lnTo>
                  <a:cubicBezTo>
                    <a:pt x="171" y="1049"/>
                    <a:pt x="510" y="0"/>
                    <a:pt x="9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293;p3">
              <a:extLst>
                <a:ext uri="{FF2B5EF4-FFF2-40B4-BE49-F238E27FC236}">
                  <a16:creationId xmlns:a16="http://schemas.microsoft.com/office/drawing/2014/main" id="{75D8E09A-A897-73AD-DC8C-A2C21F316AFB}"/>
                </a:ext>
              </a:extLst>
            </p:cNvPr>
            <p:cNvSpPr/>
            <p:nvPr/>
          </p:nvSpPr>
          <p:spPr>
            <a:xfrm>
              <a:off x="356865" y="504930"/>
              <a:ext cx="193956" cy="263399"/>
            </a:xfrm>
            <a:custGeom>
              <a:avLst/>
              <a:gdLst/>
              <a:ahLst/>
              <a:cxnLst/>
              <a:rect l="l" t="t" r="r" b="b"/>
              <a:pathLst>
                <a:path w="193956" h="263399" extrusionOk="0">
                  <a:moveTo>
                    <a:pt x="0" y="0"/>
                  </a:moveTo>
                  <a:lnTo>
                    <a:pt x="23815" y="30091"/>
                  </a:lnTo>
                  <a:cubicBezTo>
                    <a:pt x="117077" y="147670"/>
                    <a:pt x="161084" y="201158"/>
                    <a:pt x="169174" y="206741"/>
                  </a:cubicBezTo>
                  <a:cubicBezTo>
                    <a:pt x="172720" y="208869"/>
                    <a:pt x="174847" y="211024"/>
                    <a:pt x="174137" y="211733"/>
                  </a:cubicBezTo>
                  <a:cubicBezTo>
                    <a:pt x="177712" y="217406"/>
                    <a:pt x="181966" y="223107"/>
                    <a:pt x="186930" y="227361"/>
                  </a:cubicBezTo>
                  <a:lnTo>
                    <a:pt x="193956" y="234039"/>
                  </a:lnTo>
                  <a:lnTo>
                    <a:pt x="193956" y="253730"/>
                  </a:lnTo>
                  <a:lnTo>
                    <a:pt x="190333" y="252859"/>
                  </a:lnTo>
                  <a:cubicBezTo>
                    <a:pt x="189681" y="252859"/>
                    <a:pt x="189028" y="252887"/>
                    <a:pt x="188348" y="252944"/>
                  </a:cubicBezTo>
                  <a:cubicBezTo>
                    <a:pt x="179130" y="252944"/>
                    <a:pt x="176265" y="253653"/>
                    <a:pt x="180548" y="255071"/>
                  </a:cubicBezTo>
                  <a:cubicBezTo>
                    <a:pt x="181257" y="255071"/>
                    <a:pt x="183569" y="255787"/>
                    <a:pt x="186589" y="256858"/>
                  </a:cubicBezTo>
                  <a:lnTo>
                    <a:pt x="193956" y="259659"/>
                  </a:lnTo>
                  <a:lnTo>
                    <a:pt x="193956" y="263399"/>
                  </a:lnTo>
                  <a:lnTo>
                    <a:pt x="115853" y="242989"/>
                  </a:lnTo>
                  <a:cubicBezTo>
                    <a:pt x="99516" y="239443"/>
                    <a:pt x="73905" y="234480"/>
                    <a:pt x="58986" y="230197"/>
                  </a:cubicBezTo>
                  <a:cubicBezTo>
                    <a:pt x="44777" y="226652"/>
                    <a:pt x="30567" y="224525"/>
                    <a:pt x="15620" y="223107"/>
                  </a:cubicBezTo>
                  <a:lnTo>
                    <a:pt x="0" y="223107"/>
                  </a:lnTo>
                  <a:lnTo>
                    <a:pt x="0" y="217227"/>
                  </a:lnTo>
                  <a:lnTo>
                    <a:pt x="4956" y="216697"/>
                  </a:lnTo>
                  <a:lnTo>
                    <a:pt x="16329" y="216697"/>
                  </a:lnTo>
                  <a:lnTo>
                    <a:pt x="10657" y="213860"/>
                  </a:lnTo>
                  <a:lnTo>
                    <a:pt x="0" y="208193"/>
                  </a:lnTo>
                  <a:lnTo>
                    <a:pt x="0" y="199944"/>
                  </a:lnTo>
                  <a:lnTo>
                    <a:pt x="51867" y="223107"/>
                  </a:lnTo>
                  <a:cubicBezTo>
                    <a:pt x="91376" y="234026"/>
                    <a:pt x="166679" y="247045"/>
                    <a:pt x="186873" y="247045"/>
                  </a:cubicBezTo>
                  <a:cubicBezTo>
                    <a:pt x="190276" y="247045"/>
                    <a:pt x="192120" y="246676"/>
                    <a:pt x="191922" y="245853"/>
                  </a:cubicBezTo>
                  <a:cubicBezTo>
                    <a:pt x="183385" y="242280"/>
                    <a:pt x="174137" y="239443"/>
                    <a:pt x="165601" y="238025"/>
                  </a:cubicBezTo>
                  <a:cubicBezTo>
                    <a:pt x="132218" y="228779"/>
                    <a:pt x="100225" y="217406"/>
                    <a:pt x="68232" y="205323"/>
                  </a:cubicBezTo>
                  <a:cubicBezTo>
                    <a:pt x="65737" y="203735"/>
                    <a:pt x="65339" y="202941"/>
                    <a:pt x="66900" y="202941"/>
                  </a:cubicBezTo>
                  <a:cubicBezTo>
                    <a:pt x="70275" y="202941"/>
                    <a:pt x="82697" y="206571"/>
                    <a:pt x="103062" y="213860"/>
                  </a:cubicBezTo>
                  <a:cubicBezTo>
                    <a:pt x="137579" y="226170"/>
                    <a:pt x="175273" y="237430"/>
                    <a:pt x="182392" y="237430"/>
                  </a:cubicBezTo>
                  <a:cubicBezTo>
                    <a:pt x="183498" y="237430"/>
                    <a:pt x="183866" y="237174"/>
                    <a:pt x="183385" y="236607"/>
                  </a:cubicBezTo>
                  <a:cubicBezTo>
                    <a:pt x="170593" y="230197"/>
                    <a:pt x="157093" y="225234"/>
                    <a:pt x="143591" y="220951"/>
                  </a:cubicBezTo>
                  <a:cubicBezTo>
                    <a:pt x="100935" y="206741"/>
                    <a:pt x="92397" y="203196"/>
                    <a:pt x="93816" y="201069"/>
                  </a:cubicBezTo>
                  <a:cubicBezTo>
                    <a:pt x="105898" y="203905"/>
                    <a:pt x="117980" y="207451"/>
                    <a:pt x="130063" y="212442"/>
                  </a:cubicBezTo>
                  <a:cubicBezTo>
                    <a:pt x="149265" y="218824"/>
                    <a:pt x="167047" y="225234"/>
                    <a:pt x="169883" y="225234"/>
                  </a:cubicBezTo>
                  <a:cubicBezTo>
                    <a:pt x="171245" y="225773"/>
                    <a:pt x="172210" y="226113"/>
                    <a:pt x="172692" y="226113"/>
                  </a:cubicBezTo>
                  <a:cubicBezTo>
                    <a:pt x="173457" y="226113"/>
                    <a:pt x="173032" y="225262"/>
                    <a:pt x="171302" y="223107"/>
                  </a:cubicBezTo>
                  <a:cubicBezTo>
                    <a:pt x="161346" y="217406"/>
                    <a:pt x="150682" y="213151"/>
                    <a:pt x="140018" y="210287"/>
                  </a:cubicBezTo>
                  <a:cubicBezTo>
                    <a:pt x="111599" y="201069"/>
                    <a:pt x="91688" y="192532"/>
                    <a:pt x="96651" y="191823"/>
                  </a:cubicBezTo>
                  <a:cubicBezTo>
                    <a:pt x="107316" y="194659"/>
                    <a:pt x="117980" y="198204"/>
                    <a:pt x="128645" y="201778"/>
                  </a:cubicBezTo>
                  <a:cubicBezTo>
                    <a:pt x="138600" y="206032"/>
                    <a:pt x="148555" y="208869"/>
                    <a:pt x="159220" y="211024"/>
                  </a:cubicBezTo>
                  <a:cubicBezTo>
                    <a:pt x="160637" y="208159"/>
                    <a:pt x="152809" y="204614"/>
                    <a:pt x="128645" y="195368"/>
                  </a:cubicBezTo>
                  <a:cubicBezTo>
                    <a:pt x="115144" y="191114"/>
                    <a:pt x="103062" y="186122"/>
                    <a:pt x="101643" y="185413"/>
                  </a:cubicBezTo>
                  <a:cubicBezTo>
                    <a:pt x="99460" y="183966"/>
                    <a:pt x="99091" y="183257"/>
                    <a:pt x="100423" y="183257"/>
                  </a:cubicBezTo>
                  <a:cubicBezTo>
                    <a:pt x="103005" y="183257"/>
                    <a:pt x="111968" y="185952"/>
                    <a:pt x="126517" y="191114"/>
                  </a:cubicBezTo>
                  <a:lnTo>
                    <a:pt x="149265" y="198913"/>
                  </a:lnTo>
                  <a:lnTo>
                    <a:pt x="144301" y="192532"/>
                  </a:lnTo>
                  <a:cubicBezTo>
                    <a:pt x="141436" y="188277"/>
                    <a:pt x="136473" y="186122"/>
                    <a:pt x="131480" y="186122"/>
                  </a:cubicBezTo>
                  <a:cubicBezTo>
                    <a:pt x="96651" y="179031"/>
                    <a:pt x="63241" y="167658"/>
                    <a:pt x="31276" y="153420"/>
                  </a:cubicBezTo>
                  <a:cubicBezTo>
                    <a:pt x="25589" y="150938"/>
                    <a:pt x="18835" y="147611"/>
                    <a:pt x="11926" y="143982"/>
                  </a:cubicBezTo>
                  <a:lnTo>
                    <a:pt x="0" y="137371"/>
                  </a:lnTo>
                  <a:lnTo>
                    <a:pt x="0" y="132685"/>
                  </a:lnTo>
                  <a:lnTo>
                    <a:pt x="18205" y="142593"/>
                  </a:lnTo>
                  <a:cubicBezTo>
                    <a:pt x="26646" y="146861"/>
                    <a:pt x="35176" y="150952"/>
                    <a:pt x="41941" y="154157"/>
                  </a:cubicBezTo>
                  <a:cubicBezTo>
                    <a:pt x="71296" y="166637"/>
                    <a:pt x="120420" y="181329"/>
                    <a:pt x="130914" y="181329"/>
                  </a:cubicBezTo>
                  <a:cubicBezTo>
                    <a:pt x="132360" y="181329"/>
                    <a:pt x="133098" y="181045"/>
                    <a:pt x="132928" y="180449"/>
                  </a:cubicBezTo>
                  <a:cubicBezTo>
                    <a:pt x="130772" y="176167"/>
                    <a:pt x="127936" y="172621"/>
                    <a:pt x="124390" y="169076"/>
                  </a:cubicBezTo>
                  <a:cubicBezTo>
                    <a:pt x="117924" y="161447"/>
                    <a:pt x="116307" y="159631"/>
                    <a:pt x="113953" y="159631"/>
                  </a:cubicBezTo>
                  <a:cubicBezTo>
                    <a:pt x="113443" y="159631"/>
                    <a:pt x="112931" y="159716"/>
                    <a:pt x="112308" y="159830"/>
                  </a:cubicBezTo>
                  <a:cubicBezTo>
                    <a:pt x="111939" y="159943"/>
                    <a:pt x="111458" y="160000"/>
                    <a:pt x="110861" y="160000"/>
                  </a:cubicBezTo>
                  <a:cubicBezTo>
                    <a:pt x="100119" y="160000"/>
                    <a:pt x="50705" y="142690"/>
                    <a:pt x="12286" y="126557"/>
                  </a:cubicBezTo>
                  <a:lnTo>
                    <a:pt x="0" y="120936"/>
                  </a:lnTo>
                  <a:lnTo>
                    <a:pt x="0" y="113839"/>
                  </a:lnTo>
                  <a:lnTo>
                    <a:pt x="17747" y="122165"/>
                  </a:lnTo>
                  <a:cubicBezTo>
                    <a:pt x="36949" y="130673"/>
                    <a:pt x="56859" y="137792"/>
                    <a:pt x="76770" y="143493"/>
                  </a:cubicBezTo>
                  <a:cubicBezTo>
                    <a:pt x="69651" y="138501"/>
                    <a:pt x="62531" y="134956"/>
                    <a:pt x="55441" y="131411"/>
                  </a:cubicBezTo>
                  <a:cubicBezTo>
                    <a:pt x="42635" y="125355"/>
                    <a:pt x="21661" y="114336"/>
                    <a:pt x="3800" y="104562"/>
                  </a:cubicBezTo>
                  <a:lnTo>
                    <a:pt x="0" y="102427"/>
                  </a:lnTo>
                  <a:lnTo>
                    <a:pt x="0" y="97638"/>
                  </a:lnTo>
                  <a:lnTo>
                    <a:pt x="84569" y="140628"/>
                  </a:lnTo>
                  <a:cubicBezTo>
                    <a:pt x="91688" y="142784"/>
                    <a:pt x="97362" y="145620"/>
                    <a:pt x="103062" y="149875"/>
                  </a:cubicBezTo>
                  <a:cubicBezTo>
                    <a:pt x="103062" y="151293"/>
                    <a:pt x="105188" y="152711"/>
                    <a:pt x="108025" y="153420"/>
                  </a:cubicBezTo>
                  <a:cubicBezTo>
                    <a:pt x="109358" y="153930"/>
                    <a:pt x="110351" y="154242"/>
                    <a:pt x="110946" y="154242"/>
                  </a:cubicBezTo>
                  <a:cubicBezTo>
                    <a:pt x="112847" y="154242"/>
                    <a:pt x="110521" y="150981"/>
                    <a:pt x="102353" y="140628"/>
                  </a:cubicBezTo>
                  <a:cubicBezTo>
                    <a:pt x="93816" y="129964"/>
                    <a:pt x="93107" y="129964"/>
                    <a:pt x="77478" y="122874"/>
                  </a:cubicBezTo>
                  <a:cubicBezTo>
                    <a:pt x="65396" y="117173"/>
                    <a:pt x="15620" y="93008"/>
                    <a:pt x="11366" y="89462"/>
                  </a:cubicBezTo>
                  <a:cubicBezTo>
                    <a:pt x="10657" y="89462"/>
                    <a:pt x="9948" y="89462"/>
                    <a:pt x="11366" y="88044"/>
                  </a:cubicBezTo>
                  <a:cubicBezTo>
                    <a:pt x="11537" y="87562"/>
                    <a:pt x="11678" y="87222"/>
                    <a:pt x="12302" y="87222"/>
                  </a:cubicBezTo>
                  <a:cubicBezTo>
                    <a:pt x="14400" y="87222"/>
                    <a:pt x="21803" y="91136"/>
                    <a:pt x="52577" y="106508"/>
                  </a:cubicBezTo>
                  <a:cubicBezTo>
                    <a:pt x="72344" y="116378"/>
                    <a:pt x="81336" y="120775"/>
                    <a:pt x="83718" y="120775"/>
                  </a:cubicBezTo>
                  <a:cubicBezTo>
                    <a:pt x="85619" y="120775"/>
                    <a:pt x="83321" y="117967"/>
                    <a:pt x="78897" y="112918"/>
                  </a:cubicBezTo>
                  <a:cubicBezTo>
                    <a:pt x="71778" y="102963"/>
                    <a:pt x="70359" y="102254"/>
                    <a:pt x="36239" y="84471"/>
                  </a:cubicBezTo>
                  <a:cubicBezTo>
                    <a:pt x="23448" y="78798"/>
                    <a:pt x="11366" y="71679"/>
                    <a:pt x="702" y="63880"/>
                  </a:cubicBezTo>
                  <a:cubicBezTo>
                    <a:pt x="361" y="63170"/>
                    <a:pt x="417" y="62773"/>
                    <a:pt x="1127" y="62773"/>
                  </a:cubicBezTo>
                  <a:cubicBezTo>
                    <a:pt x="3282" y="62773"/>
                    <a:pt x="11281" y="66489"/>
                    <a:pt x="30567" y="76671"/>
                  </a:cubicBezTo>
                  <a:cubicBezTo>
                    <a:pt x="41941" y="83053"/>
                    <a:pt x="54023" y="89462"/>
                    <a:pt x="56859" y="90881"/>
                  </a:cubicBezTo>
                  <a:cubicBezTo>
                    <a:pt x="58589" y="91533"/>
                    <a:pt x="59809" y="91930"/>
                    <a:pt x="60433" y="91930"/>
                  </a:cubicBezTo>
                  <a:cubicBezTo>
                    <a:pt x="61879" y="91930"/>
                    <a:pt x="60376" y="89916"/>
                    <a:pt x="55441" y="84471"/>
                  </a:cubicBezTo>
                  <a:cubicBezTo>
                    <a:pt x="51158" y="78089"/>
                    <a:pt x="47613" y="75253"/>
                    <a:pt x="45486" y="75253"/>
                  </a:cubicBezTo>
                  <a:lnTo>
                    <a:pt x="0" y="57059"/>
                  </a:lnTo>
                  <a:lnTo>
                    <a:pt x="0" y="54989"/>
                  </a:lnTo>
                  <a:lnTo>
                    <a:pt x="3577" y="55998"/>
                  </a:lnTo>
                  <a:cubicBezTo>
                    <a:pt x="7465" y="57363"/>
                    <a:pt x="13139" y="59469"/>
                    <a:pt x="21321" y="62433"/>
                  </a:cubicBezTo>
                  <a:lnTo>
                    <a:pt x="44777" y="71679"/>
                  </a:lnTo>
                  <a:lnTo>
                    <a:pt x="31276" y="53924"/>
                  </a:lnTo>
                  <a:lnTo>
                    <a:pt x="17747" y="36141"/>
                  </a:lnTo>
                  <a:lnTo>
                    <a:pt x="0" y="29119"/>
                  </a:lnTo>
                  <a:lnTo>
                    <a:pt x="0" y="24967"/>
                  </a:lnTo>
                  <a:lnTo>
                    <a:pt x="12784" y="29759"/>
                  </a:lnTo>
                  <a:lnTo>
                    <a:pt x="3538" y="17649"/>
                  </a:lnTo>
                  <a:lnTo>
                    <a:pt x="0" y="12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94;p3">
              <a:extLst>
                <a:ext uri="{FF2B5EF4-FFF2-40B4-BE49-F238E27FC236}">
                  <a16:creationId xmlns:a16="http://schemas.microsoft.com/office/drawing/2014/main" id="{F1D60E0F-00A4-7B6D-DE24-A2DE8B4EFD4F}"/>
                </a:ext>
              </a:extLst>
            </p:cNvPr>
            <p:cNvSpPr/>
            <p:nvPr/>
          </p:nvSpPr>
          <p:spPr>
            <a:xfrm>
              <a:off x="356865" y="247240"/>
              <a:ext cx="193956" cy="478153"/>
            </a:xfrm>
            <a:custGeom>
              <a:avLst/>
              <a:gdLst/>
              <a:ahLst/>
              <a:cxnLst/>
              <a:rect l="l" t="t" r="r" b="b"/>
              <a:pathLst>
                <a:path w="193956" h="478153" extrusionOk="0">
                  <a:moveTo>
                    <a:pt x="0" y="0"/>
                  </a:moveTo>
                  <a:lnTo>
                    <a:pt x="3246" y="3708"/>
                  </a:lnTo>
                  <a:cubicBezTo>
                    <a:pt x="7975" y="9407"/>
                    <a:pt x="13288" y="16071"/>
                    <a:pt x="19194" y="23707"/>
                  </a:cubicBezTo>
                  <a:cubicBezTo>
                    <a:pt x="29830" y="36499"/>
                    <a:pt x="38367" y="47872"/>
                    <a:pt x="39076" y="47872"/>
                  </a:cubicBezTo>
                  <a:cubicBezTo>
                    <a:pt x="39189" y="47985"/>
                    <a:pt x="39274" y="48014"/>
                    <a:pt x="39360" y="48014"/>
                  </a:cubicBezTo>
                  <a:cubicBezTo>
                    <a:pt x="39984" y="48014"/>
                    <a:pt x="40608" y="46085"/>
                    <a:pt x="41204" y="43618"/>
                  </a:cubicBezTo>
                  <a:cubicBezTo>
                    <a:pt x="42848" y="37690"/>
                    <a:pt x="44465" y="35024"/>
                    <a:pt x="46393" y="35024"/>
                  </a:cubicBezTo>
                  <a:cubicBezTo>
                    <a:pt x="46989" y="35024"/>
                    <a:pt x="47641" y="35279"/>
                    <a:pt x="48322" y="35790"/>
                  </a:cubicBezTo>
                  <a:cubicBezTo>
                    <a:pt x="62531" y="50737"/>
                    <a:pt x="74614" y="67073"/>
                    <a:pt x="85988" y="84148"/>
                  </a:cubicBezTo>
                  <a:cubicBezTo>
                    <a:pt x="95319" y="97535"/>
                    <a:pt x="98438" y="100910"/>
                    <a:pt x="100821" y="100910"/>
                  </a:cubicBezTo>
                  <a:cubicBezTo>
                    <a:pt x="101332" y="100910"/>
                    <a:pt x="101843" y="100740"/>
                    <a:pt x="102353" y="100484"/>
                  </a:cubicBezTo>
                  <a:cubicBezTo>
                    <a:pt x="103062" y="100172"/>
                    <a:pt x="103799" y="100031"/>
                    <a:pt x="104565" y="100031"/>
                  </a:cubicBezTo>
                  <a:cubicBezTo>
                    <a:pt x="109075" y="100031"/>
                    <a:pt x="114549" y="105675"/>
                    <a:pt x="123682" y="119686"/>
                  </a:cubicBezTo>
                  <a:cubicBezTo>
                    <a:pt x="131480" y="130350"/>
                    <a:pt x="134345" y="133895"/>
                    <a:pt x="136473" y="133895"/>
                  </a:cubicBezTo>
                  <a:cubicBezTo>
                    <a:pt x="137096" y="133697"/>
                    <a:pt x="137664" y="133612"/>
                    <a:pt x="138202" y="133612"/>
                  </a:cubicBezTo>
                  <a:cubicBezTo>
                    <a:pt x="139507" y="133612"/>
                    <a:pt x="140642" y="134094"/>
                    <a:pt x="142146" y="134605"/>
                  </a:cubicBezTo>
                  <a:cubicBezTo>
                    <a:pt x="152100" y="145978"/>
                    <a:pt x="159928" y="159478"/>
                    <a:pt x="165601" y="173716"/>
                  </a:cubicBezTo>
                  <a:cubicBezTo>
                    <a:pt x="168466" y="181516"/>
                    <a:pt x="172011" y="187926"/>
                    <a:pt x="176265" y="194308"/>
                  </a:cubicBezTo>
                  <a:cubicBezTo>
                    <a:pt x="178420" y="196463"/>
                    <a:pt x="179839" y="199299"/>
                    <a:pt x="180548" y="201427"/>
                  </a:cubicBezTo>
                  <a:cubicBezTo>
                    <a:pt x="181257" y="204972"/>
                    <a:pt x="183385" y="207836"/>
                    <a:pt x="185511" y="207836"/>
                  </a:cubicBezTo>
                  <a:cubicBezTo>
                    <a:pt x="188348" y="208546"/>
                    <a:pt x="190503" y="210673"/>
                    <a:pt x="191922" y="213509"/>
                  </a:cubicBezTo>
                  <a:lnTo>
                    <a:pt x="193956" y="219069"/>
                  </a:lnTo>
                  <a:lnTo>
                    <a:pt x="193956" y="242397"/>
                  </a:lnTo>
                  <a:lnTo>
                    <a:pt x="188348" y="223464"/>
                  </a:lnTo>
                  <a:cubicBezTo>
                    <a:pt x="186930" y="219919"/>
                    <a:pt x="185511" y="217763"/>
                    <a:pt x="185511" y="217763"/>
                  </a:cubicBezTo>
                  <a:cubicBezTo>
                    <a:pt x="184803" y="218472"/>
                    <a:pt x="186930" y="229137"/>
                    <a:pt x="189794" y="241957"/>
                  </a:cubicBezTo>
                  <a:lnTo>
                    <a:pt x="193956" y="288691"/>
                  </a:lnTo>
                  <a:lnTo>
                    <a:pt x="193956" y="388549"/>
                  </a:lnTo>
                  <a:lnTo>
                    <a:pt x="192022" y="363712"/>
                  </a:lnTo>
                  <a:cubicBezTo>
                    <a:pt x="191212" y="349286"/>
                    <a:pt x="190503" y="332227"/>
                    <a:pt x="189794" y="311615"/>
                  </a:cubicBezTo>
                  <a:cubicBezTo>
                    <a:pt x="187638" y="259002"/>
                    <a:pt x="183385" y="225591"/>
                    <a:pt x="177712" y="222046"/>
                  </a:cubicBezTo>
                  <a:cubicBezTo>
                    <a:pt x="171302" y="212800"/>
                    <a:pt x="167047" y="202136"/>
                    <a:pt x="162765" y="192180"/>
                  </a:cubicBezTo>
                  <a:cubicBezTo>
                    <a:pt x="152809" y="165888"/>
                    <a:pt x="144301" y="148814"/>
                    <a:pt x="140018" y="145978"/>
                  </a:cubicBezTo>
                  <a:cubicBezTo>
                    <a:pt x="139819" y="145779"/>
                    <a:pt x="139592" y="145694"/>
                    <a:pt x="139337" y="145694"/>
                  </a:cubicBezTo>
                  <a:cubicBezTo>
                    <a:pt x="138600" y="145694"/>
                    <a:pt x="137692" y="146347"/>
                    <a:pt x="137182" y="147396"/>
                  </a:cubicBezTo>
                  <a:cubicBezTo>
                    <a:pt x="136132" y="148843"/>
                    <a:pt x="135055" y="149580"/>
                    <a:pt x="133863" y="149580"/>
                  </a:cubicBezTo>
                  <a:cubicBezTo>
                    <a:pt x="131027" y="149580"/>
                    <a:pt x="127708" y="145297"/>
                    <a:pt x="123682" y="136732"/>
                  </a:cubicBezTo>
                  <a:cubicBezTo>
                    <a:pt x="118689" y="126067"/>
                    <a:pt x="112308" y="116821"/>
                    <a:pt x="105898" y="107603"/>
                  </a:cubicBezTo>
                  <a:cubicBezTo>
                    <a:pt x="105188" y="107603"/>
                    <a:pt x="104480" y="108312"/>
                    <a:pt x="100935" y="109022"/>
                  </a:cubicBezTo>
                  <a:cubicBezTo>
                    <a:pt x="98098" y="110440"/>
                    <a:pt x="98098" y="111858"/>
                    <a:pt x="101643" y="121813"/>
                  </a:cubicBezTo>
                  <a:cubicBezTo>
                    <a:pt x="111599" y="151679"/>
                    <a:pt x="120107" y="182225"/>
                    <a:pt x="125808" y="212800"/>
                  </a:cubicBezTo>
                  <a:cubicBezTo>
                    <a:pt x="127936" y="224882"/>
                    <a:pt x="132928" y="261839"/>
                    <a:pt x="137182" y="295959"/>
                  </a:cubicBezTo>
                  <a:cubicBezTo>
                    <a:pt x="149265" y="389810"/>
                    <a:pt x="152809" y="405438"/>
                    <a:pt x="162765" y="415393"/>
                  </a:cubicBezTo>
                  <a:lnTo>
                    <a:pt x="167756" y="421066"/>
                  </a:lnTo>
                  <a:lnTo>
                    <a:pt x="163474" y="404020"/>
                  </a:lnTo>
                  <a:cubicBezTo>
                    <a:pt x="160637" y="395483"/>
                    <a:pt x="159928" y="387655"/>
                    <a:pt x="160637" y="387655"/>
                  </a:cubicBezTo>
                  <a:cubicBezTo>
                    <a:pt x="164183" y="393356"/>
                    <a:pt x="167047" y="399737"/>
                    <a:pt x="168466" y="406856"/>
                  </a:cubicBezTo>
                  <a:cubicBezTo>
                    <a:pt x="169883" y="416102"/>
                    <a:pt x="173429" y="423930"/>
                    <a:pt x="177712" y="431730"/>
                  </a:cubicBezTo>
                  <a:cubicBezTo>
                    <a:pt x="178789" y="432836"/>
                    <a:pt x="179612" y="433517"/>
                    <a:pt x="180123" y="433517"/>
                  </a:cubicBezTo>
                  <a:cubicBezTo>
                    <a:pt x="181569" y="433517"/>
                    <a:pt x="180491" y="427986"/>
                    <a:pt x="176265" y="411111"/>
                  </a:cubicBezTo>
                  <a:cubicBezTo>
                    <a:pt x="167332" y="375969"/>
                    <a:pt x="163049" y="354187"/>
                    <a:pt x="165374" y="354187"/>
                  </a:cubicBezTo>
                  <a:cubicBezTo>
                    <a:pt x="165459" y="354187"/>
                    <a:pt x="165515" y="354215"/>
                    <a:pt x="165601" y="354244"/>
                  </a:cubicBezTo>
                  <a:cubicBezTo>
                    <a:pt x="169174" y="361363"/>
                    <a:pt x="171302" y="369191"/>
                    <a:pt x="172720" y="376281"/>
                  </a:cubicBezTo>
                  <a:cubicBezTo>
                    <a:pt x="178060" y="403488"/>
                    <a:pt x="184595" y="427871"/>
                    <a:pt x="189923" y="440767"/>
                  </a:cubicBezTo>
                  <a:lnTo>
                    <a:pt x="193956" y="448065"/>
                  </a:lnTo>
                  <a:lnTo>
                    <a:pt x="193956" y="478153"/>
                  </a:lnTo>
                  <a:lnTo>
                    <a:pt x="183491" y="467156"/>
                  </a:lnTo>
                  <a:cubicBezTo>
                    <a:pt x="153038" y="434900"/>
                    <a:pt x="108393" y="386251"/>
                    <a:pt x="94524" y="369191"/>
                  </a:cubicBezTo>
                  <a:cubicBezTo>
                    <a:pt x="77819" y="349635"/>
                    <a:pt x="40856" y="303425"/>
                    <a:pt x="2027" y="254021"/>
                  </a:cubicBezTo>
                  <a:lnTo>
                    <a:pt x="0" y="251420"/>
                  </a:lnTo>
                  <a:lnTo>
                    <a:pt x="0" y="218317"/>
                  </a:lnTo>
                  <a:lnTo>
                    <a:pt x="3538" y="225591"/>
                  </a:lnTo>
                  <a:lnTo>
                    <a:pt x="6373" y="229137"/>
                  </a:lnTo>
                  <a:lnTo>
                    <a:pt x="4247" y="222755"/>
                  </a:lnTo>
                  <a:cubicBezTo>
                    <a:pt x="3893" y="221330"/>
                    <a:pt x="2517" y="213908"/>
                    <a:pt x="553" y="202899"/>
                  </a:cubicBezTo>
                  <a:lnTo>
                    <a:pt x="0" y="199766"/>
                  </a:lnTo>
                  <a:lnTo>
                    <a:pt x="0" y="160969"/>
                  </a:lnTo>
                  <a:lnTo>
                    <a:pt x="572" y="164683"/>
                  </a:lnTo>
                  <a:cubicBezTo>
                    <a:pt x="7938" y="209072"/>
                    <a:pt x="14202" y="236263"/>
                    <a:pt x="18456" y="242666"/>
                  </a:cubicBezTo>
                  <a:cubicBezTo>
                    <a:pt x="22172" y="248650"/>
                    <a:pt x="24582" y="252337"/>
                    <a:pt x="25717" y="252337"/>
                  </a:cubicBezTo>
                  <a:cubicBezTo>
                    <a:pt x="28099" y="252337"/>
                    <a:pt x="24980" y="236369"/>
                    <a:pt x="16329" y="192180"/>
                  </a:cubicBezTo>
                  <a:cubicBezTo>
                    <a:pt x="11011" y="165527"/>
                    <a:pt x="4480" y="128870"/>
                    <a:pt x="52" y="99620"/>
                  </a:cubicBezTo>
                  <a:lnTo>
                    <a:pt x="0" y="99243"/>
                  </a:lnTo>
                  <a:lnTo>
                    <a:pt x="0" y="38547"/>
                  </a:lnTo>
                  <a:lnTo>
                    <a:pt x="2717" y="56285"/>
                  </a:lnTo>
                  <a:cubicBezTo>
                    <a:pt x="3891" y="64003"/>
                    <a:pt x="5132" y="72221"/>
                    <a:pt x="6373" y="80574"/>
                  </a:cubicBezTo>
                  <a:cubicBezTo>
                    <a:pt x="19194" y="170852"/>
                    <a:pt x="43359" y="279622"/>
                    <a:pt x="51867" y="284585"/>
                  </a:cubicBezTo>
                  <a:cubicBezTo>
                    <a:pt x="51867" y="284018"/>
                    <a:pt x="51867" y="280104"/>
                    <a:pt x="51867" y="274630"/>
                  </a:cubicBezTo>
                  <a:cubicBezTo>
                    <a:pt x="51158" y="268958"/>
                    <a:pt x="51158" y="263966"/>
                    <a:pt x="52577" y="263966"/>
                  </a:cubicBezTo>
                  <a:cubicBezTo>
                    <a:pt x="54023" y="263966"/>
                    <a:pt x="55441" y="270376"/>
                    <a:pt x="56150" y="278204"/>
                  </a:cubicBezTo>
                  <a:cubicBezTo>
                    <a:pt x="55441" y="285294"/>
                    <a:pt x="57568" y="292414"/>
                    <a:pt x="61823" y="298086"/>
                  </a:cubicBezTo>
                  <a:cubicBezTo>
                    <a:pt x="63241" y="300242"/>
                    <a:pt x="65396" y="302369"/>
                    <a:pt x="67524" y="304496"/>
                  </a:cubicBezTo>
                  <a:cubicBezTo>
                    <a:pt x="68232" y="304496"/>
                    <a:pt x="66106" y="288868"/>
                    <a:pt x="63950" y="270376"/>
                  </a:cubicBezTo>
                  <a:cubicBezTo>
                    <a:pt x="61823" y="258293"/>
                    <a:pt x="60404" y="246920"/>
                    <a:pt x="61113" y="234838"/>
                  </a:cubicBezTo>
                  <a:cubicBezTo>
                    <a:pt x="61171" y="234809"/>
                    <a:pt x="61199" y="234781"/>
                    <a:pt x="61226" y="234781"/>
                  </a:cubicBezTo>
                  <a:cubicBezTo>
                    <a:pt x="62759" y="234781"/>
                    <a:pt x="66928" y="260591"/>
                    <a:pt x="71069" y="293122"/>
                  </a:cubicBezTo>
                  <a:cubicBezTo>
                    <a:pt x="71069" y="300951"/>
                    <a:pt x="73196" y="308041"/>
                    <a:pt x="76060" y="314451"/>
                  </a:cubicBezTo>
                  <a:cubicBezTo>
                    <a:pt x="77478" y="317287"/>
                    <a:pt x="80315" y="318706"/>
                    <a:pt x="80315" y="318706"/>
                  </a:cubicBezTo>
                  <a:cubicBezTo>
                    <a:pt x="79606" y="299532"/>
                    <a:pt x="77478" y="281040"/>
                    <a:pt x="73905" y="262548"/>
                  </a:cubicBezTo>
                  <a:cubicBezTo>
                    <a:pt x="72487" y="256166"/>
                    <a:pt x="71778" y="249756"/>
                    <a:pt x="72487" y="243375"/>
                  </a:cubicBezTo>
                  <a:cubicBezTo>
                    <a:pt x="74614" y="243375"/>
                    <a:pt x="81024" y="277495"/>
                    <a:pt x="83860" y="305205"/>
                  </a:cubicBezTo>
                  <a:cubicBezTo>
                    <a:pt x="85279" y="326534"/>
                    <a:pt x="85279" y="327952"/>
                    <a:pt x="92397" y="336489"/>
                  </a:cubicBezTo>
                  <a:lnTo>
                    <a:pt x="99516" y="345026"/>
                  </a:lnTo>
                  <a:lnTo>
                    <a:pt x="99516" y="340034"/>
                  </a:lnTo>
                  <a:cubicBezTo>
                    <a:pt x="98098" y="331497"/>
                    <a:pt x="91688" y="288868"/>
                    <a:pt x="90270" y="279622"/>
                  </a:cubicBezTo>
                  <a:cubicBezTo>
                    <a:pt x="89561" y="275339"/>
                    <a:pt x="90270" y="271794"/>
                    <a:pt x="90979" y="271794"/>
                  </a:cubicBezTo>
                  <a:cubicBezTo>
                    <a:pt x="95234" y="283876"/>
                    <a:pt x="98098" y="297377"/>
                    <a:pt x="98807" y="310197"/>
                  </a:cubicBezTo>
                  <a:cubicBezTo>
                    <a:pt x="100935" y="324406"/>
                    <a:pt x="103062" y="338616"/>
                    <a:pt x="106607" y="352117"/>
                  </a:cubicBezTo>
                  <a:cubicBezTo>
                    <a:pt x="108224" y="355350"/>
                    <a:pt x="109386" y="356910"/>
                    <a:pt x="110068" y="356910"/>
                  </a:cubicBezTo>
                  <a:cubicBezTo>
                    <a:pt x="111542" y="356910"/>
                    <a:pt x="110918" y="349961"/>
                    <a:pt x="108025" y="336489"/>
                  </a:cubicBezTo>
                  <a:cubicBezTo>
                    <a:pt x="101643" y="306623"/>
                    <a:pt x="95234" y="235547"/>
                    <a:pt x="95942" y="235547"/>
                  </a:cubicBezTo>
                  <a:cubicBezTo>
                    <a:pt x="96056" y="235490"/>
                    <a:pt x="96170" y="235462"/>
                    <a:pt x="96255" y="235462"/>
                  </a:cubicBezTo>
                  <a:cubicBezTo>
                    <a:pt x="97588" y="235462"/>
                    <a:pt x="98835" y="239574"/>
                    <a:pt x="99516" y="245502"/>
                  </a:cubicBezTo>
                  <a:cubicBezTo>
                    <a:pt x="106607" y="312324"/>
                    <a:pt x="115853" y="364908"/>
                    <a:pt x="122972" y="372736"/>
                  </a:cubicBezTo>
                  <a:lnTo>
                    <a:pt x="127227" y="377728"/>
                  </a:lnTo>
                  <a:lnTo>
                    <a:pt x="125808" y="365617"/>
                  </a:lnTo>
                  <a:cubicBezTo>
                    <a:pt x="125099" y="359236"/>
                    <a:pt x="123682" y="349280"/>
                    <a:pt x="122262" y="344317"/>
                  </a:cubicBezTo>
                  <a:cubicBezTo>
                    <a:pt x="120391" y="336886"/>
                    <a:pt x="120703" y="331100"/>
                    <a:pt x="122661" y="331100"/>
                  </a:cubicBezTo>
                  <a:cubicBezTo>
                    <a:pt x="122972" y="331100"/>
                    <a:pt x="123313" y="331242"/>
                    <a:pt x="123682" y="331497"/>
                  </a:cubicBezTo>
                  <a:cubicBezTo>
                    <a:pt x="126517" y="339325"/>
                    <a:pt x="127936" y="347862"/>
                    <a:pt x="129353" y="356399"/>
                  </a:cubicBezTo>
                  <a:cubicBezTo>
                    <a:pt x="132928" y="382691"/>
                    <a:pt x="135055" y="386237"/>
                    <a:pt x="142146" y="393356"/>
                  </a:cubicBezTo>
                  <a:lnTo>
                    <a:pt x="147137" y="398319"/>
                  </a:lnTo>
                  <a:lnTo>
                    <a:pt x="145010" y="391938"/>
                  </a:lnTo>
                  <a:cubicBezTo>
                    <a:pt x="142146" y="381982"/>
                    <a:pt x="138600" y="351407"/>
                    <a:pt x="129353" y="285294"/>
                  </a:cubicBezTo>
                  <a:cubicBezTo>
                    <a:pt x="123682" y="234838"/>
                    <a:pt x="114436" y="185090"/>
                    <a:pt x="100225" y="136732"/>
                  </a:cubicBezTo>
                  <a:cubicBezTo>
                    <a:pt x="94780" y="116991"/>
                    <a:pt x="84768" y="94670"/>
                    <a:pt x="82669" y="94670"/>
                  </a:cubicBezTo>
                  <a:cubicBezTo>
                    <a:pt x="82584" y="94670"/>
                    <a:pt x="82499" y="94698"/>
                    <a:pt x="82442" y="94812"/>
                  </a:cubicBezTo>
                  <a:cubicBezTo>
                    <a:pt x="83860" y="101193"/>
                    <a:pt x="85988" y="106894"/>
                    <a:pt x="88143" y="112567"/>
                  </a:cubicBezTo>
                  <a:cubicBezTo>
                    <a:pt x="95942" y="134605"/>
                    <a:pt x="122972" y="295959"/>
                    <a:pt x="120107" y="299532"/>
                  </a:cubicBezTo>
                  <a:cubicBezTo>
                    <a:pt x="119767" y="300100"/>
                    <a:pt x="119455" y="300412"/>
                    <a:pt x="119115" y="300412"/>
                  </a:cubicBezTo>
                  <a:cubicBezTo>
                    <a:pt x="117442" y="300412"/>
                    <a:pt x="115881" y="291960"/>
                    <a:pt x="112308" y="267540"/>
                  </a:cubicBezTo>
                  <a:cubicBezTo>
                    <a:pt x="103062" y="203554"/>
                    <a:pt x="88852" y="132477"/>
                    <a:pt x="81024" y="110440"/>
                  </a:cubicBezTo>
                  <a:cubicBezTo>
                    <a:pt x="73196" y="89111"/>
                    <a:pt x="57568" y="54282"/>
                    <a:pt x="53314" y="51446"/>
                  </a:cubicBezTo>
                  <a:cubicBezTo>
                    <a:pt x="51867" y="50737"/>
                    <a:pt x="50450" y="49319"/>
                    <a:pt x="49740" y="47872"/>
                  </a:cubicBezTo>
                  <a:cubicBezTo>
                    <a:pt x="49315" y="47220"/>
                    <a:pt x="48861" y="46908"/>
                    <a:pt x="48407" y="46908"/>
                  </a:cubicBezTo>
                  <a:cubicBezTo>
                    <a:pt x="47386" y="46908"/>
                    <a:pt x="46251" y="48496"/>
                    <a:pt x="44777" y="51446"/>
                  </a:cubicBezTo>
                  <a:cubicBezTo>
                    <a:pt x="42649" y="56409"/>
                    <a:pt x="41204" y="57827"/>
                    <a:pt x="39076" y="57827"/>
                  </a:cubicBezTo>
                  <a:cubicBezTo>
                    <a:pt x="29830" y="48581"/>
                    <a:pt x="22030" y="38654"/>
                    <a:pt x="14911" y="28699"/>
                  </a:cubicBezTo>
                  <a:lnTo>
                    <a:pt x="15620" y="28699"/>
                  </a:lnTo>
                  <a:cubicBezTo>
                    <a:pt x="9579" y="20871"/>
                    <a:pt x="4070" y="13759"/>
                    <a:pt x="71" y="8604"/>
                  </a:cubicBezTo>
                  <a:lnTo>
                    <a:pt x="0" y="8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95;p3">
              <a:extLst>
                <a:ext uri="{FF2B5EF4-FFF2-40B4-BE49-F238E27FC236}">
                  <a16:creationId xmlns:a16="http://schemas.microsoft.com/office/drawing/2014/main" id="{6C69294D-CD61-0929-AF88-442B11DEAAC2}"/>
                </a:ext>
              </a:extLst>
            </p:cNvPr>
            <p:cNvSpPr/>
            <p:nvPr/>
          </p:nvSpPr>
          <p:spPr>
            <a:xfrm>
              <a:off x="550821" y="466309"/>
              <a:ext cx="81357" cy="361277"/>
            </a:xfrm>
            <a:custGeom>
              <a:avLst/>
              <a:gdLst/>
              <a:ahLst/>
              <a:cxnLst/>
              <a:rect l="l" t="t" r="r" b="b"/>
              <a:pathLst>
                <a:path w="81357" h="361277" extrusionOk="0">
                  <a:moveTo>
                    <a:pt x="0" y="0"/>
                  </a:moveTo>
                  <a:lnTo>
                    <a:pt x="19294" y="52725"/>
                  </a:lnTo>
                  <a:cubicBezTo>
                    <a:pt x="21421" y="61971"/>
                    <a:pt x="24967" y="70508"/>
                    <a:pt x="29249" y="78308"/>
                  </a:cubicBezTo>
                  <a:cubicBezTo>
                    <a:pt x="37048" y="92546"/>
                    <a:pt x="47713" y="147285"/>
                    <a:pt x="52705" y="199160"/>
                  </a:cubicBezTo>
                  <a:cubicBezTo>
                    <a:pt x="56250" y="242526"/>
                    <a:pt x="62661" y="270237"/>
                    <a:pt x="73296" y="294430"/>
                  </a:cubicBezTo>
                  <a:cubicBezTo>
                    <a:pt x="74544" y="297089"/>
                    <a:pt x="75613" y="299218"/>
                    <a:pt x="77147" y="301482"/>
                  </a:cubicBezTo>
                  <a:lnTo>
                    <a:pt x="81357" y="306462"/>
                  </a:lnTo>
                  <a:lnTo>
                    <a:pt x="81357" y="336042"/>
                  </a:lnTo>
                  <a:lnTo>
                    <a:pt x="67981" y="324094"/>
                  </a:lnTo>
                  <a:cubicBezTo>
                    <a:pt x="48075" y="306144"/>
                    <a:pt x="30653" y="290147"/>
                    <a:pt x="27802" y="287311"/>
                  </a:cubicBezTo>
                  <a:cubicBezTo>
                    <a:pt x="26922" y="285950"/>
                    <a:pt x="25732" y="285467"/>
                    <a:pt x="24796" y="285467"/>
                  </a:cubicBezTo>
                  <a:cubicBezTo>
                    <a:pt x="24257" y="285467"/>
                    <a:pt x="23803" y="285637"/>
                    <a:pt x="23547" y="285893"/>
                  </a:cubicBezTo>
                  <a:lnTo>
                    <a:pt x="23547" y="286602"/>
                  </a:lnTo>
                  <a:cubicBezTo>
                    <a:pt x="23037" y="287112"/>
                    <a:pt x="21846" y="287594"/>
                    <a:pt x="20172" y="287594"/>
                  </a:cubicBezTo>
                  <a:cubicBezTo>
                    <a:pt x="19464" y="287594"/>
                    <a:pt x="18698" y="287509"/>
                    <a:pt x="17876" y="287311"/>
                  </a:cubicBezTo>
                  <a:cubicBezTo>
                    <a:pt x="16797" y="287056"/>
                    <a:pt x="16003" y="286885"/>
                    <a:pt x="15465" y="286885"/>
                  </a:cubicBezTo>
                  <a:cubicBezTo>
                    <a:pt x="13140" y="286885"/>
                    <a:pt x="16231" y="290090"/>
                    <a:pt x="27802" y="302230"/>
                  </a:cubicBezTo>
                  <a:lnTo>
                    <a:pt x="81357" y="348381"/>
                  </a:lnTo>
                  <a:lnTo>
                    <a:pt x="81357" y="361277"/>
                  </a:lnTo>
                  <a:lnTo>
                    <a:pt x="64787" y="347723"/>
                  </a:lnTo>
                  <a:lnTo>
                    <a:pt x="44876" y="329968"/>
                  </a:lnTo>
                  <a:lnTo>
                    <a:pt x="23547" y="329968"/>
                  </a:lnTo>
                  <a:lnTo>
                    <a:pt x="0" y="327688"/>
                  </a:lnTo>
                  <a:lnTo>
                    <a:pt x="0" y="321832"/>
                  </a:lnTo>
                  <a:lnTo>
                    <a:pt x="20712" y="323558"/>
                  </a:lnTo>
                  <a:cubicBezTo>
                    <a:pt x="37048" y="323558"/>
                    <a:pt x="37758" y="323558"/>
                    <a:pt x="34921" y="320013"/>
                  </a:cubicBezTo>
                  <a:cubicBezTo>
                    <a:pt x="28511" y="313603"/>
                    <a:pt x="20712" y="309348"/>
                    <a:pt x="801" y="302230"/>
                  </a:cubicBezTo>
                  <a:lnTo>
                    <a:pt x="0" y="302020"/>
                  </a:lnTo>
                  <a:lnTo>
                    <a:pt x="0" y="298280"/>
                  </a:lnTo>
                  <a:lnTo>
                    <a:pt x="2929" y="299393"/>
                  </a:lnTo>
                  <a:cubicBezTo>
                    <a:pt x="9140" y="301464"/>
                    <a:pt x="12713" y="302570"/>
                    <a:pt x="14301" y="302570"/>
                  </a:cubicBezTo>
                  <a:cubicBezTo>
                    <a:pt x="15465" y="302570"/>
                    <a:pt x="15606" y="302003"/>
                    <a:pt x="15011" y="300811"/>
                  </a:cubicBezTo>
                  <a:cubicBezTo>
                    <a:pt x="12742" y="297890"/>
                    <a:pt x="9870" y="295557"/>
                    <a:pt x="6672" y="293955"/>
                  </a:cubicBezTo>
                  <a:lnTo>
                    <a:pt x="0" y="292351"/>
                  </a:lnTo>
                  <a:lnTo>
                    <a:pt x="0" y="272661"/>
                  </a:lnTo>
                  <a:lnTo>
                    <a:pt x="5776" y="278150"/>
                  </a:lnTo>
                  <a:cubicBezTo>
                    <a:pt x="8799" y="280546"/>
                    <a:pt x="11111" y="281610"/>
                    <a:pt x="14301" y="282319"/>
                  </a:cubicBezTo>
                  <a:cubicBezTo>
                    <a:pt x="16826" y="282830"/>
                    <a:pt x="19322" y="283340"/>
                    <a:pt x="20853" y="283340"/>
                  </a:cubicBezTo>
                  <a:cubicBezTo>
                    <a:pt x="21478" y="283340"/>
                    <a:pt x="21931" y="283255"/>
                    <a:pt x="22130" y="283056"/>
                  </a:cubicBezTo>
                  <a:cubicBezTo>
                    <a:pt x="22130" y="282319"/>
                    <a:pt x="18584" y="278065"/>
                    <a:pt x="13593" y="273101"/>
                  </a:cubicBezTo>
                  <a:cubicBezTo>
                    <a:pt x="10927" y="270435"/>
                    <a:pt x="7450" y="266869"/>
                    <a:pt x="3371" y="262626"/>
                  </a:cubicBezTo>
                  <a:lnTo>
                    <a:pt x="0" y="259084"/>
                  </a:lnTo>
                  <a:lnTo>
                    <a:pt x="0" y="228996"/>
                  </a:lnTo>
                  <a:lnTo>
                    <a:pt x="801" y="230444"/>
                  </a:lnTo>
                  <a:lnTo>
                    <a:pt x="5765" y="235407"/>
                  </a:lnTo>
                  <a:lnTo>
                    <a:pt x="1510" y="221907"/>
                  </a:lnTo>
                  <a:lnTo>
                    <a:pt x="0" y="213977"/>
                  </a:lnTo>
                  <a:lnTo>
                    <a:pt x="0" y="196097"/>
                  </a:lnTo>
                  <a:lnTo>
                    <a:pt x="5499" y="217887"/>
                  </a:lnTo>
                  <a:cubicBezTo>
                    <a:pt x="9976" y="233869"/>
                    <a:pt x="14373" y="246242"/>
                    <a:pt x="16118" y="246242"/>
                  </a:cubicBezTo>
                  <a:cubicBezTo>
                    <a:pt x="16231" y="246242"/>
                    <a:pt x="16344" y="246185"/>
                    <a:pt x="16429" y="246072"/>
                  </a:cubicBezTo>
                  <a:cubicBezTo>
                    <a:pt x="15011" y="239690"/>
                    <a:pt x="12884" y="233989"/>
                    <a:pt x="10756" y="228317"/>
                  </a:cubicBezTo>
                  <a:cubicBezTo>
                    <a:pt x="6133" y="214448"/>
                    <a:pt x="3112" y="201117"/>
                    <a:pt x="894" y="180948"/>
                  </a:cubicBezTo>
                  <a:lnTo>
                    <a:pt x="0" y="169480"/>
                  </a:lnTo>
                  <a:lnTo>
                    <a:pt x="0" y="69622"/>
                  </a:lnTo>
                  <a:lnTo>
                    <a:pt x="2929" y="102501"/>
                  </a:lnTo>
                  <a:cubicBezTo>
                    <a:pt x="4346" y="133047"/>
                    <a:pt x="6503" y="168585"/>
                    <a:pt x="7211" y="180668"/>
                  </a:cubicBezTo>
                  <a:cubicBezTo>
                    <a:pt x="11466" y="215525"/>
                    <a:pt x="25675" y="257445"/>
                    <a:pt x="38467" y="268818"/>
                  </a:cubicBezTo>
                  <a:cubicBezTo>
                    <a:pt x="42041" y="272392"/>
                    <a:pt x="45586" y="275937"/>
                    <a:pt x="47004" y="277356"/>
                  </a:cubicBezTo>
                  <a:cubicBezTo>
                    <a:pt x="47117" y="277469"/>
                    <a:pt x="47230" y="277526"/>
                    <a:pt x="47288" y="277526"/>
                  </a:cubicBezTo>
                  <a:cubicBezTo>
                    <a:pt x="48053" y="277526"/>
                    <a:pt x="45983" y="270804"/>
                    <a:pt x="42749" y="261728"/>
                  </a:cubicBezTo>
                  <a:cubicBezTo>
                    <a:pt x="37048" y="247490"/>
                    <a:pt x="32794" y="233280"/>
                    <a:pt x="29249" y="218362"/>
                  </a:cubicBezTo>
                  <a:cubicBezTo>
                    <a:pt x="22839" y="190623"/>
                    <a:pt x="12884" y="107464"/>
                    <a:pt x="15720" y="105337"/>
                  </a:cubicBezTo>
                  <a:cubicBezTo>
                    <a:pt x="19294" y="121674"/>
                    <a:pt x="22130" y="138039"/>
                    <a:pt x="23547" y="154376"/>
                  </a:cubicBezTo>
                  <a:cubicBezTo>
                    <a:pt x="29958" y="201996"/>
                    <a:pt x="35630" y="229735"/>
                    <a:pt x="43459" y="251064"/>
                  </a:cubicBezTo>
                  <a:cubicBezTo>
                    <a:pt x="44565" y="254354"/>
                    <a:pt x="45217" y="256169"/>
                    <a:pt x="45529" y="256169"/>
                  </a:cubicBezTo>
                  <a:cubicBezTo>
                    <a:pt x="45983" y="256169"/>
                    <a:pt x="45472" y="251574"/>
                    <a:pt x="44167" y="241108"/>
                  </a:cubicBezTo>
                  <a:cubicBezTo>
                    <a:pt x="35630" y="182114"/>
                    <a:pt x="34213" y="170032"/>
                    <a:pt x="30667" y="145130"/>
                  </a:cubicBezTo>
                  <a:cubicBezTo>
                    <a:pt x="29249" y="135174"/>
                    <a:pt x="28511" y="125247"/>
                    <a:pt x="29249" y="116001"/>
                  </a:cubicBezTo>
                  <a:cubicBezTo>
                    <a:pt x="32085" y="112428"/>
                    <a:pt x="23547" y="82590"/>
                    <a:pt x="18584" y="79017"/>
                  </a:cubicBezTo>
                  <a:cubicBezTo>
                    <a:pt x="15720" y="77598"/>
                    <a:pt x="12884" y="69799"/>
                    <a:pt x="9338" y="54852"/>
                  </a:cubicBezTo>
                  <a:lnTo>
                    <a:pt x="0" y="23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96;p3">
              <a:extLst>
                <a:ext uri="{FF2B5EF4-FFF2-40B4-BE49-F238E27FC236}">
                  <a16:creationId xmlns:a16="http://schemas.microsoft.com/office/drawing/2014/main" id="{F707DC11-572A-CB5E-66FE-65F8906D0F64}"/>
                </a:ext>
              </a:extLst>
            </p:cNvPr>
            <p:cNvSpPr/>
            <p:nvPr/>
          </p:nvSpPr>
          <p:spPr>
            <a:xfrm>
              <a:off x="632178" y="772771"/>
              <a:ext cx="86499" cy="96483"/>
            </a:xfrm>
            <a:custGeom>
              <a:avLst/>
              <a:gdLst/>
              <a:ahLst/>
              <a:cxnLst/>
              <a:rect l="l" t="t" r="r" b="b"/>
              <a:pathLst>
                <a:path w="86499" h="96483" extrusionOk="0">
                  <a:moveTo>
                    <a:pt x="0" y="0"/>
                  </a:moveTo>
                  <a:lnTo>
                    <a:pt x="2436" y="2883"/>
                  </a:lnTo>
                  <a:cubicBezTo>
                    <a:pt x="8658" y="9282"/>
                    <a:pt x="19323" y="18883"/>
                    <a:pt x="39588" y="37006"/>
                  </a:cubicBezTo>
                  <a:lnTo>
                    <a:pt x="82217" y="74672"/>
                  </a:lnTo>
                  <a:lnTo>
                    <a:pt x="84372" y="83209"/>
                  </a:lnTo>
                  <a:lnTo>
                    <a:pt x="86499" y="92455"/>
                  </a:lnTo>
                  <a:lnTo>
                    <a:pt x="77963" y="95291"/>
                  </a:lnTo>
                  <a:cubicBezTo>
                    <a:pt x="75040" y="96114"/>
                    <a:pt x="72148" y="96483"/>
                    <a:pt x="69227" y="96483"/>
                  </a:cubicBezTo>
                  <a:cubicBezTo>
                    <a:pt x="67156" y="96483"/>
                    <a:pt x="65086" y="96284"/>
                    <a:pt x="63043" y="96000"/>
                  </a:cubicBezTo>
                  <a:cubicBezTo>
                    <a:pt x="54514" y="93873"/>
                    <a:pt x="27987" y="76542"/>
                    <a:pt x="4764" y="58712"/>
                  </a:cubicBezTo>
                  <a:lnTo>
                    <a:pt x="0" y="54815"/>
                  </a:lnTo>
                  <a:lnTo>
                    <a:pt x="0" y="41918"/>
                  </a:lnTo>
                  <a:lnTo>
                    <a:pt x="28924" y="66844"/>
                  </a:lnTo>
                  <a:cubicBezTo>
                    <a:pt x="49260" y="81224"/>
                    <a:pt x="62533" y="89023"/>
                    <a:pt x="65822" y="89023"/>
                  </a:cubicBezTo>
                  <a:cubicBezTo>
                    <a:pt x="66447" y="89023"/>
                    <a:pt x="66702" y="88740"/>
                    <a:pt x="66589" y="88172"/>
                  </a:cubicBezTo>
                  <a:cubicBezTo>
                    <a:pt x="66589" y="87463"/>
                    <a:pt x="55216" y="77508"/>
                    <a:pt x="41715" y="66135"/>
                  </a:cubicBezTo>
                  <a:cubicBezTo>
                    <a:pt x="35319" y="60810"/>
                    <a:pt x="26523" y="53171"/>
                    <a:pt x="16838" y="44620"/>
                  </a:cubicBezTo>
                  <a:lnTo>
                    <a:pt x="0" y="29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335;p3">
            <a:extLst>
              <a:ext uri="{FF2B5EF4-FFF2-40B4-BE49-F238E27FC236}">
                <a16:creationId xmlns:a16="http://schemas.microsoft.com/office/drawing/2014/main" id="{52153525-C39B-3624-7272-10726B7DD968}"/>
              </a:ext>
            </a:extLst>
          </p:cNvPr>
          <p:cNvGrpSpPr/>
          <p:nvPr/>
        </p:nvGrpSpPr>
        <p:grpSpPr>
          <a:xfrm>
            <a:off x="10737851" y="1"/>
            <a:ext cx="1104055" cy="1057487"/>
            <a:chOff x="0" y="0"/>
            <a:chExt cx="828650" cy="793641"/>
          </a:xfrm>
        </p:grpSpPr>
        <p:sp>
          <p:nvSpPr>
            <p:cNvPr id="35" name="Google Shape;336;p3">
              <a:extLst>
                <a:ext uri="{FF2B5EF4-FFF2-40B4-BE49-F238E27FC236}">
                  <a16:creationId xmlns:a16="http://schemas.microsoft.com/office/drawing/2014/main" id="{B375BCC9-3F9F-159C-29A2-BEBBAC741300}"/>
                </a:ext>
              </a:extLst>
            </p:cNvPr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37;p3">
              <a:extLst>
                <a:ext uri="{FF2B5EF4-FFF2-40B4-BE49-F238E27FC236}">
                  <a16:creationId xmlns:a16="http://schemas.microsoft.com/office/drawing/2014/main" id="{0C017577-ADCC-6903-51BC-BB5DCD14D568}"/>
                </a:ext>
              </a:extLst>
            </p:cNvPr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38;p3">
              <a:extLst>
                <a:ext uri="{FF2B5EF4-FFF2-40B4-BE49-F238E27FC236}">
                  <a16:creationId xmlns:a16="http://schemas.microsoft.com/office/drawing/2014/main" id="{67C5300F-A5FA-FF56-3E67-A6F133E9223F}"/>
                </a:ext>
              </a:extLst>
            </p:cNvPr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39;p3">
              <a:extLst>
                <a:ext uri="{FF2B5EF4-FFF2-40B4-BE49-F238E27FC236}">
                  <a16:creationId xmlns:a16="http://schemas.microsoft.com/office/drawing/2014/main" id="{F84E58CA-162E-A0C0-D000-E20D5728CF8D}"/>
                </a:ext>
              </a:extLst>
            </p:cNvPr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40;p3">
              <a:extLst>
                <a:ext uri="{FF2B5EF4-FFF2-40B4-BE49-F238E27FC236}">
                  <a16:creationId xmlns:a16="http://schemas.microsoft.com/office/drawing/2014/main" id="{61277213-5BF4-D4A8-B200-96CDECF4D342}"/>
                </a:ext>
              </a:extLst>
            </p:cNvPr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41;p3">
              <a:extLst>
                <a:ext uri="{FF2B5EF4-FFF2-40B4-BE49-F238E27FC236}">
                  <a16:creationId xmlns:a16="http://schemas.microsoft.com/office/drawing/2014/main" id="{30D856CD-6552-3B46-A4B4-7342FD1EA728}"/>
                </a:ext>
              </a:extLst>
            </p:cNvPr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42;p3">
              <a:extLst>
                <a:ext uri="{FF2B5EF4-FFF2-40B4-BE49-F238E27FC236}">
                  <a16:creationId xmlns:a16="http://schemas.microsoft.com/office/drawing/2014/main" id="{E4868C31-759C-9EF8-089F-A0395072D445}"/>
                </a:ext>
              </a:extLst>
            </p:cNvPr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343;p3">
              <a:extLst>
                <a:ext uri="{FF2B5EF4-FFF2-40B4-BE49-F238E27FC236}">
                  <a16:creationId xmlns:a16="http://schemas.microsoft.com/office/drawing/2014/main" id="{72C940C7-EADA-618C-A85F-A2818FA1CCF9}"/>
                </a:ext>
              </a:extLst>
            </p:cNvPr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344;p3">
              <a:extLst>
                <a:ext uri="{FF2B5EF4-FFF2-40B4-BE49-F238E27FC236}">
                  <a16:creationId xmlns:a16="http://schemas.microsoft.com/office/drawing/2014/main" id="{06053D5E-F24E-163A-5C39-CE8AB4690FD8}"/>
                </a:ext>
              </a:extLst>
            </p:cNvPr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345;p3">
              <a:extLst>
                <a:ext uri="{FF2B5EF4-FFF2-40B4-BE49-F238E27FC236}">
                  <a16:creationId xmlns:a16="http://schemas.microsoft.com/office/drawing/2014/main" id="{E8809A0A-FA79-A683-5F5F-A42DBF2B2614}"/>
                </a:ext>
              </a:extLst>
            </p:cNvPr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346;p3">
              <a:extLst>
                <a:ext uri="{FF2B5EF4-FFF2-40B4-BE49-F238E27FC236}">
                  <a16:creationId xmlns:a16="http://schemas.microsoft.com/office/drawing/2014/main" id="{9548C298-45A9-76FD-64E8-90F8AC1DD970}"/>
                </a:ext>
              </a:extLst>
            </p:cNvPr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347;p3">
              <a:extLst>
                <a:ext uri="{FF2B5EF4-FFF2-40B4-BE49-F238E27FC236}">
                  <a16:creationId xmlns:a16="http://schemas.microsoft.com/office/drawing/2014/main" id="{861F2806-1183-8571-3070-65A323B26AA2}"/>
                </a:ext>
              </a:extLst>
            </p:cNvPr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348;p3">
              <a:extLst>
                <a:ext uri="{FF2B5EF4-FFF2-40B4-BE49-F238E27FC236}">
                  <a16:creationId xmlns:a16="http://schemas.microsoft.com/office/drawing/2014/main" id="{F996D28D-7208-B7A5-44DF-CEE52E579BCE}"/>
                </a:ext>
              </a:extLst>
            </p:cNvPr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349;p3">
              <a:extLst>
                <a:ext uri="{FF2B5EF4-FFF2-40B4-BE49-F238E27FC236}">
                  <a16:creationId xmlns:a16="http://schemas.microsoft.com/office/drawing/2014/main" id="{9F1AF548-DBDB-5CED-81EA-7DDC98A0D87B}"/>
                </a:ext>
              </a:extLst>
            </p:cNvPr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350;p3">
              <a:extLst>
                <a:ext uri="{FF2B5EF4-FFF2-40B4-BE49-F238E27FC236}">
                  <a16:creationId xmlns:a16="http://schemas.microsoft.com/office/drawing/2014/main" id="{7178F0EC-A135-560A-3557-4BEFEB1ADFEB}"/>
                </a:ext>
              </a:extLst>
            </p:cNvPr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351;p3">
              <a:extLst>
                <a:ext uri="{FF2B5EF4-FFF2-40B4-BE49-F238E27FC236}">
                  <a16:creationId xmlns:a16="http://schemas.microsoft.com/office/drawing/2014/main" id="{72AE8569-5045-D142-F1F5-3509C059ADA2}"/>
                </a:ext>
              </a:extLst>
            </p:cNvPr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352;p3">
              <a:extLst>
                <a:ext uri="{FF2B5EF4-FFF2-40B4-BE49-F238E27FC236}">
                  <a16:creationId xmlns:a16="http://schemas.microsoft.com/office/drawing/2014/main" id="{C5A3949A-5EC4-878E-7C40-C70815EF78F1}"/>
                </a:ext>
              </a:extLst>
            </p:cNvPr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353;p3">
              <a:extLst>
                <a:ext uri="{FF2B5EF4-FFF2-40B4-BE49-F238E27FC236}">
                  <a16:creationId xmlns:a16="http://schemas.microsoft.com/office/drawing/2014/main" id="{11721845-58F8-AEC5-35F7-E5D22CE1CD1B}"/>
                </a:ext>
              </a:extLst>
            </p:cNvPr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354;p3">
              <a:extLst>
                <a:ext uri="{FF2B5EF4-FFF2-40B4-BE49-F238E27FC236}">
                  <a16:creationId xmlns:a16="http://schemas.microsoft.com/office/drawing/2014/main" id="{1B1DE921-6A76-7384-A7B3-D9FD5DE58D0A}"/>
                </a:ext>
              </a:extLst>
            </p:cNvPr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355;p3">
              <a:extLst>
                <a:ext uri="{FF2B5EF4-FFF2-40B4-BE49-F238E27FC236}">
                  <a16:creationId xmlns:a16="http://schemas.microsoft.com/office/drawing/2014/main" id="{ED040FC6-803E-88F5-D5B0-F4D85EF87B3A}"/>
                </a:ext>
              </a:extLst>
            </p:cNvPr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356;p3">
              <a:extLst>
                <a:ext uri="{FF2B5EF4-FFF2-40B4-BE49-F238E27FC236}">
                  <a16:creationId xmlns:a16="http://schemas.microsoft.com/office/drawing/2014/main" id="{A3418832-9E29-3154-E84C-27659C19EFC4}"/>
                </a:ext>
              </a:extLst>
            </p:cNvPr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357;p3">
              <a:extLst>
                <a:ext uri="{FF2B5EF4-FFF2-40B4-BE49-F238E27FC236}">
                  <a16:creationId xmlns:a16="http://schemas.microsoft.com/office/drawing/2014/main" id="{EDE155BF-5644-5832-5C5F-F8A02EB36670}"/>
                </a:ext>
              </a:extLst>
            </p:cNvPr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358;p3">
              <a:extLst>
                <a:ext uri="{FF2B5EF4-FFF2-40B4-BE49-F238E27FC236}">
                  <a16:creationId xmlns:a16="http://schemas.microsoft.com/office/drawing/2014/main" id="{F74EEC56-2D21-FF02-52EA-14F03DF39EE0}"/>
                </a:ext>
              </a:extLst>
            </p:cNvPr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359;p3">
              <a:extLst>
                <a:ext uri="{FF2B5EF4-FFF2-40B4-BE49-F238E27FC236}">
                  <a16:creationId xmlns:a16="http://schemas.microsoft.com/office/drawing/2014/main" id="{FB69DFF4-081A-F9A4-3DED-A0A7290BC739}"/>
                </a:ext>
              </a:extLst>
            </p:cNvPr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360;p3">
              <a:extLst>
                <a:ext uri="{FF2B5EF4-FFF2-40B4-BE49-F238E27FC236}">
                  <a16:creationId xmlns:a16="http://schemas.microsoft.com/office/drawing/2014/main" id="{D69737DF-B1E5-6849-D73D-71E6FA514929}"/>
                </a:ext>
              </a:extLst>
            </p:cNvPr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361;p3">
              <a:extLst>
                <a:ext uri="{FF2B5EF4-FFF2-40B4-BE49-F238E27FC236}">
                  <a16:creationId xmlns:a16="http://schemas.microsoft.com/office/drawing/2014/main" id="{3F0450E7-1A06-7497-7815-20075735E2D0}"/>
                </a:ext>
              </a:extLst>
            </p:cNvPr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362;p3">
              <a:extLst>
                <a:ext uri="{FF2B5EF4-FFF2-40B4-BE49-F238E27FC236}">
                  <a16:creationId xmlns:a16="http://schemas.microsoft.com/office/drawing/2014/main" id="{EE95E019-4240-9B21-CAC6-64C218C290C4}"/>
                </a:ext>
              </a:extLst>
            </p:cNvPr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363;p3">
              <a:extLst>
                <a:ext uri="{FF2B5EF4-FFF2-40B4-BE49-F238E27FC236}">
                  <a16:creationId xmlns:a16="http://schemas.microsoft.com/office/drawing/2014/main" id="{1F00058C-4F0D-FFB4-58C5-38E93F7D5467}"/>
                </a:ext>
              </a:extLst>
            </p:cNvPr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364;p3">
              <a:extLst>
                <a:ext uri="{FF2B5EF4-FFF2-40B4-BE49-F238E27FC236}">
                  <a16:creationId xmlns:a16="http://schemas.microsoft.com/office/drawing/2014/main" id="{1F2D2EE6-6553-C365-3DA6-4AFEFD08EEA2}"/>
                </a:ext>
              </a:extLst>
            </p:cNvPr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365;p3">
              <a:extLst>
                <a:ext uri="{FF2B5EF4-FFF2-40B4-BE49-F238E27FC236}">
                  <a16:creationId xmlns:a16="http://schemas.microsoft.com/office/drawing/2014/main" id="{8ADD4789-D4CF-2406-2028-8019CC28510A}"/>
                </a:ext>
              </a:extLst>
            </p:cNvPr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366;p3">
              <a:extLst>
                <a:ext uri="{FF2B5EF4-FFF2-40B4-BE49-F238E27FC236}">
                  <a16:creationId xmlns:a16="http://schemas.microsoft.com/office/drawing/2014/main" id="{4A4AD680-7B82-19C8-6AAA-9B3C44B39FBD}"/>
                </a:ext>
              </a:extLst>
            </p:cNvPr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367;p3">
              <a:extLst>
                <a:ext uri="{FF2B5EF4-FFF2-40B4-BE49-F238E27FC236}">
                  <a16:creationId xmlns:a16="http://schemas.microsoft.com/office/drawing/2014/main" id="{3284889B-0AFC-ACEB-4170-BCB29CDDA0C7}"/>
                </a:ext>
              </a:extLst>
            </p:cNvPr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368;p3">
              <a:extLst>
                <a:ext uri="{FF2B5EF4-FFF2-40B4-BE49-F238E27FC236}">
                  <a16:creationId xmlns:a16="http://schemas.microsoft.com/office/drawing/2014/main" id="{5120C6CB-6D39-5B70-00ED-F5B910E7F1CF}"/>
                </a:ext>
              </a:extLst>
            </p:cNvPr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369;p3">
            <a:extLst>
              <a:ext uri="{FF2B5EF4-FFF2-40B4-BE49-F238E27FC236}">
                <a16:creationId xmlns:a16="http://schemas.microsoft.com/office/drawing/2014/main" id="{4DE01264-AD51-6D95-A9D5-53DB779CDE7B}"/>
              </a:ext>
            </a:extLst>
          </p:cNvPr>
          <p:cNvGrpSpPr/>
          <p:nvPr/>
        </p:nvGrpSpPr>
        <p:grpSpPr>
          <a:xfrm>
            <a:off x="4345643" y="5663352"/>
            <a:ext cx="1734759" cy="1194648"/>
            <a:chOff x="0" y="0"/>
            <a:chExt cx="1301359" cy="896000"/>
          </a:xfrm>
        </p:grpSpPr>
        <p:sp>
          <p:nvSpPr>
            <p:cNvPr id="517" name="Google Shape;370;p3">
              <a:extLst>
                <a:ext uri="{FF2B5EF4-FFF2-40B4-BE49-F238E27FC236}">
                  <a16:creationId xmlns:a16="http://schemas.microsoft.com/office/drawing/2014/main" id="{A9F3F9F9-9787-C705-4109-48DC61143A4E}"/>
                </a:ext>
              </a:extLst>
            </p:cNvPr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371;p3">
              <a:extLst>
                <a:ext uri="{FF2B5EF4-FFF2-40B4-BE49-F238E27FC236}">
                  <a16:creationId xmlns:a16="http://schemas.microsoft.com/office/drawing/2014/main" id="{70496B9A-CCE3-BEAB-D074-13ED9EEC942E}"/>
                </a:ext>
              </a:extLst>
            </p:cNvPr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372;p3">
              <a:extLst>
                <a:ext uri="{FF2B5EF4-FFF2-40B4-BE49-F238E27FC236}">
                  <a16:creationId xmlns:a16="http://schemas.microsoft.com/office/drawing/2014/main" id="{1D7276C2-23CD-263C-236E-5D08E6964D92}"/>
                </a:ext>
              </a:extLst>
            </p:cNvPr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373;p3">
              <a:extLst>
                <a:ext uri="{FF2B5EF4-FFF2-40B4-BE49-F238E27FC236}">
                  <a16:creationId xmlns:a16="http://schemas.microsoft.com/office/drawing/2014/main" id="{DA2D0627-9A31-1815-A8BB-68D1C42EFA5D}"/>
                </a:ext>
              </a:extLst>
            </p:cNvPr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374;p3">
              <a:extLst>
                <a:ext uri="{FF2B5EF4-FFF2-40B4-BE49-F238E27FC236}">
                  <a16:creationId xmlns:a16="http://schemas.microsoft.com/office/drawing/2014/main" id="{90EEEFC2-BAB9-F9E6-CB33-295CCC2729D3}"/>
                </a:ext>
              </a:extLst>
            </p:cNvPr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375;p3">
              <a:extLst>
                <a:ext uri="{FF2B5EF4-FFF2-40B4-BE49-F238E27FC236}">
                  <a16:creationId xmlns:a16="http://schemas.microsoft.com/office/drawing/2014/main" id="{74BACF3F-5DA7-621A-CE14-FBCECBF7CBB7}"/>
                </a:ext>
              </a:extLst>
            </p:cNvPr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376;p3">
              <a:extLst>
                <a:ext uri="{FF2B5EF4-FFF2-40B4-BE49-F238E27FC236}">
                  <a16:creationId xmlns:a16="http://schemas.microsoft.com/office/drawing/2014/main" id="{9F0598E3-9012-0780-5DCA-6436E7FF57C1}"/>
                </a:ext>
              </a:extLst>
            </p:cNvPr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377;p3">
              <a:extLst>
                <a:ext uri="{FF2B5EF4-FFF2-40B4-BE49-F238E27FC236}">
                  <a16:creationId xmlns:a16="http://schemas.microsoft.com/office/drawing/2014/main" id="{C5ECD721-AC33-90C1-BC2D-EEFB71CA3462}"/>
                </a:ext>
              </a:extLst>
            </p:cNvPr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378;p3">
              <a:extLst>
                <a:ext uri="{FF2B5EF4-FFF2-40B4-BE49-F238E27FC236}">
                  <a16:creationId xmlns:a16="http://schemas.microsoft.com/office/drawing/2014/main" id="{531C5A16-FCD1-79B3-889A-487344955102}"/>
                </a:ext>
              </a:extLst>
            </p:cNvPr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379;p3">
              <a:extLst>
                <a:ext uri="{FF2B5EF4-FFF2-40B4-BE49-F238E27FC236}">
                  <a16:creationId xmlns:a16="http://schemas.microsoft.com/office/drawing/2014/main" id="{66CEDB46-93F8-A572-B757-4D7B736C51FF}"/>
                </a:ext>
              </a:extLst>
            </p:cNvPr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380;p3">
              <a:extLst>
                <a:ext uri="{FF2B5EF4-FFF2-40B4-BE49-F238E27FC236}">
                  <a16:creationId xmlns:a16="http://schemas.microsoft.com/office/drawing/2014/main" id="{663015C1-322A-B51C-B650-FAD74703883C}"/>
                </a:ext>
              </a:extLst>
            </p:cNvPr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381;p3">
              <a:extLst>
                <a:ext uri="{FF2B5EF4-FFF2-40B4-BE49-F238E27FC236}">
                  <a16:creationId xmlns:a16="http://schemas.microsoft.com/office/drawing/2014/main" id="{B8E67C9E-1133-B7A5-5124-9F6942E0BBD2}"/>
                </a:ext>
              </a:extLst>
            </p:cNvPr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382;p3">
              <a:extLst>
                <a:ext uri="{FF2B5EF4-FFF2-40B4-BE49-F238E27FC236}">
                  <a16:creationId xmlns:a16="http://schemas.microsoft.com/office/drawing/2014/main" id="{62503B82-D634-611D-9532-AEAD6DAC3349}"/>
                </a:ext>
              </a:extLst>
            </p:cNvPr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383;p3">
              <a:extLst>
                <a:ext uri="{FF2B5EF4-FFF2-40B4-BE49-F238E27FC236}">
                  <a16:creationId xmlns:a16="http://schemas.microsoft.com/office/drawing/2014/main" id="{383B1E2E-354E-8B2E-1C74-E9C2C1D85944}"/>
                </a:ext>
              </a:extLst>
            </p:cNvPr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384;p3">
              <a:extLst>
                <a:ext uri="{FF2B5EF4-FFF2-40B4-BE49-F238E27FC236}">
                  <a16:creationId xmlns:a16="http://schemas.microsoft.com/office/drawing/2014/main" id="{4BDCD537-5006-52D4-653E-2E2D8CA725F0}"/>
                </a:ext>
              </a:extLst>
            </p:cNvPr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385;p3">
              <a:extLst>
                <a:ext uri="{FF2B5EF4-FFF2-40B4-BE49-F238E27FC236}">
                  <a16:creationId xmlns:a16="http://schemas.microsoft.com/office/drawing/2014/main" id="{69ADEB38-F6D5-9C68-32B2-A1E3DA7F0930}"/>
                </a:ext>
              </a:extLst>
            </p:cNvPr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386;p3">
              <a:extLst>
                <a:ext uri="{FF2B5EF4-FFF2-40B4-BE49-F238E27FC236}">
                  <a16:creationId xmlns:a16="http://schemas.microsoft.com/office/drawing/2014/main" id="{EB035C6B-AE0A-CD04-B249-1BA74F7ED3D1}"/>
                </a:ext>
              </a:extLst>
            </p:cNvPr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387;p3">
              <a:extLst>
                <a:ext uri="{FF2B5EF4-FFF2-40B4-BE49-F238E27FC236}">
                  <a16:creationId xmlns:a16="http://schemas.microsoft.com/office/drawing/2014/main" id="{C9D12772-139C-F468-2017-91265A477074}"/>
                </a:ext>
              </a:extLst>
            </p:cNvPr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388;p3">
              <a:extLst>
                <a:ext uri="{FF2B5EF4-FFF2-40B4-BE49-F238E27FC236}">
                  <a16:creationId xmlns:a16="http://schemas.microsoft.com/office/drawing/2014/main" id="{82BB5344-37F6-FBEE-5DE3-B8A8911AB346}"/>
                </a:ext>
              </a:extLst>
            </p:cNvPr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389;p3">
              <a:extLst>
                <a:ext uri="{FF2B5EF4-FFF2-40B4-BE49-F238E27FC236}">
                  <a16:creationId xmlns:a16="http://schemas.microsoft.com/office/drawing/2014/main" id="{88C6164A-76CB-E1D9-0AA2-1EA36D3B7497}"/>
                </a:ext>
              </a:extLst>
            </p:cNvPr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390;p3">
              <a:extLst>
                <a:ext uri="{FF2B5EF4-FFF2-40B4-BE49-F238E27FC236}">
                  <a16:creationId xmlns:a16="http://schemas.microsoft.com/office/drawing/2014/main" id="{3744D9D1-C05B-E3F4-FBC4-13C77EA0E580}"/>
                </a:ext>
              </a:extLst>
            </p:cNvPr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391;p3">
              <a:extLst>
                <a:ext uri="{FF2B5EF4-FFF2-40B4-BE49-F238E27FC236}">
                  <a16:creationId xmlns:a16="http://schemas.microsoft.com/office/drawing/2014/main" id="{257BCC95-F758-85CD-74E4-539508AAF0E6}"/>
                </a:ext>
              </a:extLst>
            </p:cNvPr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392;p3">
              <a:extLst>
                <a:ext uri="{FF2B5EF4-FFF2-40B4-BE49-F238E27FC236}">
                  <a16:creationId xmlns:a16="http://schemas.microsoft.com/office/drawing/2014/main" id="{382B772F-F798-53BC-8657-FBF5D9EC8C22}"/>
                </a:ext>
              </a:extLst>
            </p:cNvPr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393;p3">
              <a:extLst>
                <a:ext uri="{FF2B5EF4-FFF2-40B4-BE49-F238E27FC236}">
                  <a16:creationId xmlns:a16="http://schemas.microsoft.com/office/drawing/2014/main" id="{26A1403D-480D-81DD-3B85-54DBB30D24A3}"/>
                </a:ext>
              </a:extLst>
            </p:cNvPr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394;p3">
              <a:extLst>
                <a:ext uri="{FF2B5EF4-FFF2-40B4-BE49-F238E27FC236}">
                  <a16:creationId xmlns:a16="http://schemas.microsoft.com/office/drawing/2014/main" id="{18A5A348-F341-4DCB-AFFB-AFF200262639}"/>
                </a:ext>
              </a:extLst>
            </p:cNvPr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395;p3">
              <a:extLst>
                <a:ext uri="{FF2B5EF4-FFF2-40B4-BE49-F238E27FC236}">
                  <a16:creationId xmlns:a16="http://schemas.microsoft.com/office/drawing/2014/main" id="{77876528-1171-9152-9EB0-DD0765FEB3D2}"/>
                </a:ext>
              </a:extLst>
            </p:cNvPr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396;p3">
              <a:extLst>
                <a:ext uri="{FF2B5EF4-FFF2-40B4-BE49-F238E27FC236}">
                  <a16:creationId xmlns:a16="http://schemas.microsoft.com/office/drawing/2014/main" id="{F4003FEB-52FC-6FEA-2C5F-F4F458957597}"/>
                </a:ext>
              </a:extLst>
            </p:cNvPr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397;p3">
              <a:extLst>
                <a:ext uri="{FF2B5EF4-FFF2-40B4-BE49-F238E27FC236}">
                  <a16:creationId xmlns:a16="http://schemas.microsoft.com/office/drawing/2014/main" id="{900DFFDC-5A0D-6B9C-E449-692BCCC0A646}"/>
                </a:ext>
              </a:extLst>
            </p:cNvPr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398;p3">
              <a:extLst>
                <a:ext uri="{FF2B5EF4-FFF2-40B4-BE49-F238E27FC236}">
                  <a16:creationId xmlns:a16="http://schemas.microsoft.com/office/drawing/2014/main" id="{5DE0CE72-FF58-3B19-AF08-9E747D20A7C3}"/>
                </a:ext>
              </a:extLst>
            </p:cNvPr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399;p3">
              <a:extLst>
                <a:ext uri="{FF2B5EF4-FFF2-40B4-BE49-F238E27FC236}">
                  <a16:creationId xmlns:a16="http://schemas.microsoft.com/office/drawing/2014/main" id="{5AD539AB-DEB5-8C73-2AEE-02EFE2BF4BEA}"/>
                </a:ext>
              </a:extLst>
            </p:cNvPr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400;p3">
              <a:extLst>
                <a:ext uri="{FF2B5EF4-FFF2-40B4-BE49-F238E27FC236}">
                  <a16:creationId xmlns:a16="http://schemas.microsoft.com/office/drawing/2014/main" id="{76226E8C-AEC5-37F9-83B4-B3F855A7ABB9}"/>
                </a:ext>
              </a:extLst>
            </p:cNvPr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401;p3">
              <a:extLst>
                <a:ext uri="{FF2B5EF4-FFF2-40B4-BE49-F238E27FC236}">
                  <a16:creationId xmlns:a16="http://schemas.microsoft.com/office/drawing/2014/main" id="{EE023F0C-CF5A-67B5-7FAD-EAE54263F0C6}"/>
                </a:ext>
              </a:extLst>
            </p:cNvPr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402;p3">
              <a:extLst>
                <a:ext uri="{FF2B5EF4-FFF2-40B4-BE49-F238E27FC236}">
                  <a16:creationId xmlns:a16="http://schemas.microsoft.com/office/drawing/2014/main" id="{9D90AC10-F8F5-9D7F-BBE1-90447CBA8F40}"/>
                </a:ext>
              </a:extLst>
            </p:cNvPr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403;p3">
              <a:extLst>
                <a:ext uri="{FF2B5EF4-FFF2-40B4-BE49-F238E27FC236}">
                  <a16:creationId xmlns:a16="http://schemas.microsoft.com/office/drawing/2014/main" id="{3727FA7D-4AA0-B81D-957B-2CECB8C5C0FE}"/>
                </a:ext>
              </a:extLst>
            </p:cNvPr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404;p3">
              <a:extLst>
                <a:ext uri="{FF2B5EF4-FFF2-40B4-BE49-F238E27FC236}">
                  <a16:creationId xmlns:a16="http://schemas.microsoft.com/office/drawing/2014/main" id="{356A8BEA-5203-35B2-0F0C-14C91969FBF1}"/>
                </a:ext>
              </a:extLst>
            </p:cNvPr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405;p3">
              <a:extLst>
                <a:ext uri="{FF2B5EF4-FFF2-40B4-BE49-F238E27FC236}">
                  <a16:creationId xmlns:a16="http://schemas.microsoft.com/office/drawing/2014/main" id="{7A5C7488-397B-EB02-D4D1-CBBB9C5F2D60}"/>
                </a:ext>
              </a:extLst>
            </p:cNvPr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406;p3">
              <a:extLst>
                <a:ext uri="{FF2B5EF4-FFF2-40B4-BE49-F238E27FC236}">
                  <a16:creationId xmlns:a16="http://schemas.microsoft.com/office/drawing/2014/main" id="{17E70E5C-60F9-4084-2304-6B09B2E99D5F}"/>
                </a:ext>
              </a:extLst>
            </p:cNvPr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407;p3">
              <a:extLst>
                <a:ext uri="{FF2B5EF4-FFF2-40B4-BE49-F238E27FC236}">
                  <a16:creationId xmlns:a16="http://schemas.microsoft.com/office/drawing/2014/main" id="{49BDD2C9-3E17-6639-0793-2E2E65AED407}"/>
                </a:ext>
              </a:extLst>
            </p:cNvPr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408;p3">
              <a:extLst>
                <a:ext uri="{FF2B5EF4-FFF2-40B4-BE49-F238E27FC236}">
                  <a16:creationId xmlns:a16="http://schemas.microsoft.com/office/drawing/2014/main" id="{33113439-103C-2F8F-14C4-99019871C3A6}"/>
                </a:ext>
              </a:extLst>
            </p:cNvPr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409;p3">
              <a:extLst>
                <a:ext uri="{FF2B5EF4-FFF2-40B4-BE49-F238E27FC236}">
                  <a16:creationId xmlns:a16="http://schemas.microsoft.com/office/drawing/2014/main" id="{492DC33B-7A57-994F-DBC6-A4FD6BB4120E}"/>
                </a:ext>
              </a:extLst>
            </p:cNvPr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410;p3">
              <a:extLst>
                <a:ext uri="{FF2B5EF4-FFF2-40B4-BE49-F238E27FC236}">
                  <a16:creationId xmlns:a16="http://schemas.microsoft.com/office/drawing/2014/main" id="{C0351DE5-1859-711D-18B3-49FF5D55E460}"/>
                </a:ext>
              </a:extLst>
            </p:cNvPr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411;p3">
              <a:extLst>
                <a:ext uri="{FF2B5EF4-FFF2-40B4-BE49-F238E27FC236}">
                  <a16:creationId xmlns:a16="http://schemas.microsoft.com/office/drawing/2014/main" id="{5893C8FA-2F83-8608-DBB8-4212868A8CA6}"/>
                </a:ext>
              </a:extLst>
            </p:cNvPr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412;p3">
              <a:extLst>
                <a:ext uri="{FF2B5EF4-FFF2-40B4-BE49-F238E27FC236}">
                  <a16:creationId xmlns:a16="http://schemas.microsoft.com/office/drawing/2014/main" id="{07827EFA-EFA0-D888-DF71-378ED147690E}"/>
                </a:ext>
              </a:extLst>
            </p:cNvPr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413;p3">
              <a:extLst>
                <a:ext uri="{FF2B5EF4-FFF2-40B4-BE49-F238E27FC236}">
                  <a16:creationId xmlns:a16="http://schemas.microsoft.com/office/drawing/2014/main" id="{296E1486-E1DB-8EA4-2BD3-0F7236AC436F}"/>
                </a:ext>
              </a:extLst>
            </p:cNvPr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414;p3">
              <a:extLst>
                <a:ext uri="{FF2B5EF4-FFF2-40B4-BE49-F238E27FC236}">
                  <a16:creationId xmlns:a16="http://schemas.microsoft.com/office/drawing/2014/main" id="{8069ED63-8AC0-8105-3639-0A7C229A4A62}"/>
                </a:ext>
              </a:extLst>
            </p:cNvPr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415;p3">
              <a:extLst>
                <a:ext uri="{FF2B5EF4-FFF2-40B4-BE49-F238E27FC236}">
                  <a16:creationId xmlns:a16="http://schemas.microsoft.com/office/drawing/2014/main" id="{4918FB78-C489-C55C-D615-E0AF68BCF0F6}"/>
                </a:ext>
              </a:extLst>
            </p:cNvPr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416;p3">
              <a:extLst>
                <a:ext uri="{FF2B5EF4-FFF2-40B4-BE49-F238E27FC236}">
                  <a16:creationId xmlns:a16="http://schemas.microsoft.com/office/drawing/2014/main" id="{FD98C060-08FA-F2E1-D8C0-748F0F438EDE}"/>
                </a:ext>
              </a:extLst>
            </p:cNvPr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417;p3">
              <a:extLst>
                <a:ext uri="{FF2B5EF4-FFF2-40B4-BE49-F238E27FC236}">
                  <a16:creationId xmlns:a16="http://schemas.microsoft.com/office/drawing/2014/main" id="{FA27B83D-573D-2291-8517-06A6B002EDEE}"/>
                </a:ext>
              </a:extLst>
            </p:cNvPr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418;p3">
              <a:extLst>
                <a:ext uri="{FF2B5EF4-FFF2-40B4-BE49-F238E27FC236}">
                  <a16:creationId xmlns:a16="http://schemas.microsoft.com/office/drawing/2014/main" id="{314BFF16-6853-432E-6B5E-CAB695009BBD}"/>
                </a:ext>
              </a:extLst>
            </p:cNvPr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419;p3">
              <a:extLst>
                <a:ext uri="{FF2B5EF4-FFF2-40B4-BE49-F238E27FC236}">
                  <a16:creationId xmlns:a16="http://schemas.microsoft.com/office/drawing/2014/main" id="{4EE060EC-9468-3C12-24E5-099097F934A7}"/>
                </a:ext>
              </a:extLst>
            </p:cNvPr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420;p3">
              <a:extLst>
                <a:ext uri="{FF2B5EF4-FFF2-40B4-BE49-F238E27FC236}">
                  <a16:creationId xmlns:a16="http://schemas.microsoft.com/office/drawing/2014/main" id="{7DA20B6E-FF02-B692-B4B0-C0F4E66A2B90}"/>
                </a:ext>
              </a:extLst>
            </p:cNvPr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421;p3">
              <a:extLst>
                <a:ext uri="{FF2B5EF4-FFF2-40B4-BE49-F238E27FC236}">
                  <a16:creationId xmlns:a16="http://schemas.microsoft.com/office/drawing/2014/main" id="{1EEAD68D-8F5A-C843-62A5-08F79DE8D730}"/>
                </a:ext>
              </a:extLst>
            </p:cNvPr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422;p3">
              <a:extLst>
                <a:ext uri="{FF2B5EF4-FFF2-40B4-BE49-F238E27FC236}">
                  <a16:creationId xmlns:a16="http://schemas.microsoft.com/office/drawing/2014/main" id="{4419B94E-91E8-0BCE-93E4-1046E163B6C1}"/>
                </a:ext>
              </a:extLst>
            </p:cNvPr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423;p3">
              <a:extLst>
                <a:ext uri="{FF2B5EF4-FFF2-40B4-BE49-F238E27FC236}">
                  <a16:creationId xmlns:a16="http://schemas.microsoft.com/office/drawing/2014/main" id="{2C4B7016-50D2-073D-99CE-620BDE46ED9B}"/>
                </a:ext>
              </a:extLst>
            </p:cNvPr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424;p3">
              <a:extLst>
                <a:ext uri="{FF2B5EF4-FFF2-40B4-BE49-F238E27FC236}">
                  <a16:creationId xmlns:a16="http://schemas.microsoft.com/office/drawing/2014/main" id="{FF8B4F63-40CF-9092-8C50-D2E933165086}"/>
                </a:ext>
              </a:extLst>
            </p:cNvPr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425;p3">
              <a:extLst>
                <a:ext uri="{FF2B5EF4-FFF2-40B4-BE49-F238E27FC236}">
                  <a16:creationId xmlns:a16="http://schemas.microsoft.com/office/drawing/2014/main" id="{781DE99C-BB90-B038-E72A-31D0AFC9F5B2}"/>
                </a:ext>
              </a:extLst>
            </p:cNvPr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426;p3">
              <a:extLst>
                <a:ext uri="{FF2B5EF4-FFF2-40B4-BE49-F238E27FC236}">
                  <a16:creationId xmlns:a16="http://schemas.microsoft.com/office/drawing/2014/main" id="{87C0797E-A028-9B6F-641D-1B27A25E2ED5}"/>
                </a:ext>
              </a:extLst>
            </p:cNvPr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427;p3">
              <a:extLst>
                <a:ext uri="{FF2B5EF4-FFF2-40B4-BE49-F238E27FC236}">
                  <a16:creationId xmlns:a16="http://schemas.microsoft.com/office/drawing/2014/main" id="{473A474B-1B34-CE34-7B71-73F4DF9BADA2}"/>
                </a:ext>
              </a:extLst>
            </p:cNvPr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428;p3">
              <a:extLst>
                <a:ext uri="{FF2B5EF4-FFF2-40B4-BE49-F238E27FC236}">
                  <a16:creationId xmlns:a16="http://schemas.microsoft.com/office/drawing/2014/main" id="{95769BC5-68CB-4EA0-A02B-0B8C13B6D873}"/>
                </a:ext>
              </a:extLst>
            </p:cNvPr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429;p3">
              <a:extLst>
                <a:ext uri="{FF2B5EF4-FFF2-40B4-BE49-F238E27FC236}">
                  <a16:creationId xmlns:a16="http://schemas.microsoft.com/office/drawing/2014/main" id="{F0B3006F-B676-D9DD-58A7-ED9EA0324BFF}"/>
                </a:ext>
              </a:extLst>
            </p:cNvPr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430;p3">
              <a:extLst>
                <a:ext uri="{FF2B5EF4-FFF2-40B4-BE49-F238E27FC236}">
                  <a16:creationId xmlns:a16="http://schemas.microsoft.com/office/drawing/2014/main" id="{26FD49AA-8679-0468-0C16-5C355DB99A7C}"/>
                </a:ext>
              </a:extLst>
            </p:cNvPr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431;p3">
              <a:extLst>
                <a:ext uri="{FF2B5EF4-FFF2-40B4-BE49-F238E27FC236}">
                  <a16:creationId xmlns:a16="http://schemas.microsoft.com/office/drawing/2014/main" id="{77846007-AD8E-F001-5243-E00031AAFED2}"/>
                </a:ext>
              </a:extLst>
            </p:cNvPr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432;p3">
              <a:extLst>
                <a:ext uri="{FF2B5EF4-FFF2-40B4-BE49-F238E27FC236}">
                  <a16:creationId xmlns:a16="http://schemas.microsoft.com/office/drawing/2014/main" id="{DFF3E62B-090D-4465-A6BC-AB1F0B8B4B2F}"/>
                </a:ext>
              </a:extLst>
            </p:cNvPr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433;p3">
              <a:extLst>
                <a:ext uri="{FF2B5EF4-FFF2-40B4-BE49-F238E27FC236}">
                  <a16:creationId xmlns:a16="http://schemas.microsoft.com/office/drawing/2014/main" id="{266BA7F5-64D4-DDB3-430C-0E0D0480A642}"/>
                </a:ext>
              </a:extLst>
            </p:cNvPr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434;p3">
              <a:extLst>
                <a:ext uri="{FF2B5EF4-FFF2-40B4-BE49-F238E27FC236}">
                  <a16:creationId xmlns:a16="http://schemas.microsoft.com/office/drawing/2014/main" id="{6AD41296-8053-7DD2-D331-13DA59ECFBCC}"/>
                </a:ext>
              </a:extLst>
            </p:cNvPr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435;p3">
              <a:extLst>
                <a:ext uri="{FF2B5EF4-FFF2-40B4-BE49-F238E27FC236}">
                  <a16:creationId xmlns:a16="http://schemas.microsoft.com/office/drawing/2014/main" id="{E0D40CEC-D437-DA4C-ECDB-CADD7CC380D3}"/>
                </a:ext>
              </a:extLst>
            </p:cNvPr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436;p3">
              <a:extLst>
                <a:ext uri="{FF2B5EF4-FFF2-40B4-BE49-F238E27FC236}">
                  <a16:creationId xmlns:a16="http://schemas.microsoft.com/office/drawing/2014/main" id="{F387A142-346B-0D77-55E2-6C486E995B8C}"/>
                </a:ext>
              </a:extLst>
            </p:cNvPr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437;p3">
              <a:extLst>
                <a:ext uri="{FF2B5EF4-FFF2-40B4-BE49-F238E27FC236}">
                  <a16:creationId xmlns:a16="http://schemas.microsoft.com/office/drawing/2014/main" id="{517D927C-9641-EEA0-744F-553D97671D90}"/>
                </a:ext>
              </a:extLst>
            </p:cNvPr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438;p3">
              <a:extLst>
                <a:ext uri="{FF2B5EF4-FFF2-40B4-BE49-F238E27FC236}">
                  <a16:creationId xmlns:a16="http://schemas.microsoft.com/office/drawing/2014/main" id="{8E9545AB-2677-85FE-22EA-C0E0F50E4F84}"/>
                </a:ext>
              </a:extLst>
            </p:cNvPr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439;p3">
              <a:extLst>
                <a:ext uri="{FF2B5EF4-FFF2-40B4-BE49-F238E27FC236}">
                  <a16:creationId xmlns:a16="http://schemas.microsoft.com/office/drawing/2014/main" id="{A9964D29-6DC3-738D-96C7-D4898DCD7EE5}"/>
                </a:ext>
              </a:extLst>
            </p:cNvPr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440;p3">
              <a:extLst>
                <a:ext uri="{FF2B5EF4-FFF2-40B4-BE49-F238E27FC236}">
                  <a16:creationId xmlns:a16="http://schemas.microsoft.com/office/drawing/2014/main" id="{821B8ACE-DF56-46BE-1506-706E0EA65170}"/>
                </a:ext>
              </a:extLst>
            </p:cNvPr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441;p3">
              <a:extLst>
                <a:ext uri="{FF2B5EF4-FFF2-40B4-BE49-F238E27FC236}">
                  <a16:creationId xmlns:a16="http://schemas.microsoft.com/office/drawing/2014/main" id="{3B14BB1A-DB3B-68AA-4E53-86D62C3D2F60}"/>
                </a:ext>
              </a:extLst>
            </p:cNvPr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442;p3">
              <a:extLst>
                <a:ext uri="{FF2B5EF4-FFF2-40B4-BE49-F238E27FC236}">
                  <a16:creationId xmlns:a16="http://schemas.microsoft.com/office/drawing/2014/main" id="{A524CA09-3136-A413-68C1-A10A6C5A2642}"/>
                </a:ext>
              </a:extLst>
            </p:cNvPr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443;p3">
              <a:extLst>
                <a:ext uri="{FF2B5EF4-FFF2-40B4-BE49-F238E27FC236}">
                  <a16:creationId xmlns:a16="http://schemas.microsoft.com/office/drawing/2014/main" id="{28018292-70C6-9854-C951-04743AA7186C}"/>
                </a:ext>
              </a:extLst>
            </p:cNvPr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444;p3">
              <a:extLst>
                <a:ext uri="{FF2B5EF4-FFF2-40B4-BE49-F238E27FC236}">
                  <a16:creationId xmlns:a16="http://schemas.microsoft.com/office/drawing/2014/main" id="{EC803AEA-8E89-C7AA-5EB9-E4696E29E627}"/>
                </a:ext>
              </a:extLst>
            </p:cNvPr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445;p3">
              <a:extLst>
                <a:ext uri="{FF2B5EF4-FFF2-40B4-BE49-F238E27FC236}">
                  <a16:creationId xmlns:a16="http://schemas.microsoft.com/office/drawing/2014/main" id="{5E2CE94D-1633-C778-6B9C-DF5DE93D2A6B}"/>
                </a:ext>
              </a:extLst>
            </p:cNvPr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446;p3">
              <a:extLst>
                <a:ext uri="{FF2B5EF4-FFF2-40B4-BE49-F238E27FC236}">
                  <a16:creationId xmlns:a16="http://schemas.microsoft.com/office/drawing/2014/main" id="{D1B9FDB5-9D7F-FD8F-2E54-07F6B160273F}"/>
                </a:ext>
              </a:extLst>
            </p:cNvPr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447;p3">
              <a:extLst>
                <a:ext uri="{FF2B5EF4-FFF2-40B4-BE49-F238E27FC236}">
                  <a16:creationId xmlns:a16="http://schemas.microsoft.com/office/drawing/2014/main" id="{8236032E-F9A7-D062-C459-A19567C96694}"/>
                </a:ext>
              </a:extLst>
            </p:cNvPr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448;p3">
              <a:extLst>
                <a:ext uri="{FF2B5EF4-FFF2-40B4-BE49-F238E27FC236}">
                  <a16:creationId xmlns:a16="http://schemas.microsoft.com/office/drawing/2014/main" id="{7831DB5A-A6EB-572C-B9D9-1404FE209494}"/>
                </a:ext>
              </a:extLst>
            </p:cNvPr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449;p3">
              <a:extLst>
                <a:ext uri="{FF2B5EF4-FFF2-40B4-BE49-F238E27FC236}">
                  <a16:creationId xmlns:a16="http://schemas.microsoft.com/office/drawing/2014/main" id="{D055530A-8237-C463-FAA4-D8054828F854}"/>
                </a:ext>
              </a:extLst>
            </p:cNvPr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450;p3">
              <a:extLst>
                <a:ext uri="{FF2B5EF4-FFF2-40B4-BE49-F238E27FC236}">
                  <a16:creationId xmlns:a16="http://schemas.microsoft.com/office/drawing/2014/main" id="{6BEF242F-C4AF-6B04-7036-0CAEB90F9B9C}"/>
                </a:ext>
              </a:extLst>
            </p:cNvPr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451;p3">
              <a:extLst>
                <a:ext uri="{FF2B5EF4-FFF2-40B4-BE49-F238E27FC236}">
                  <a16:creationId xmlns:a16="http://schemas.microsoft.com/office/drawing/2014/main" id="{14771AD2-E651-6D1B-2200-88B4D1F13B61}"/>
                </a:ext>
              </a:extLst>
            </p:cNvPr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452;p3">
              <a:extLst>
                <a:ext uri="{FF2B5EF4-FFF2-40B4-BE49-F238E27FC236}">
                  <a16:creationId xmlns:a16="http://schemas.microsoft.com/office/drawing/2014/main" id="{1F226256-6BB1-A416-9059-12844F6BAB4C}"/>
                </a:ext>
              </a:extLst>
            </p:cNvPr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453;p3">
              <a:extLst>
                <a:ext uri="{FF2B5EF4-FFF2-40B4-BE49-F238E27FC236}">
                  <a16:creationId xmlns:a16="http://schemas.microsoft.com/office/drawing/2014/main" id="{92FACFF2-9ED8-8E76-FABC-F63DB68462DB}"/>
                </a:ext>
              </a:extLst>
            </p:cNvPr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454;p3">
              <a:extLst>
                <a:ext uri="{FF2B5EF4-FFF2-40B4-BE49-F238E27FC236}">
                  <a16:creationId xmlns:a16="http://schemas.microsoft.com/office/drawing/2014/main" id="{96AFE913-CBA2-D760-5B17-C1D5ECAC7C72}"/>
                </a:ext>
              </a:extLst>
            </p:cNvPr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455;p3">
              <a:extLst>
                <a:ext uri="{FF2B5EF4-FFF2-40B4-BE49-F238E27FC236}">
                  <a16:creationId xmlns:a16="http://schemas.microsoft.com/office/drawing/2014/main" id="{3FF6DD9A-D013-33B9-C3B5-37BE73A83591}"/>
                </a:ext>
              </a:extLst>
            </p:cNvPr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456;p3">
              <a:extLst>
                <a:ext uri="{FF2B5EF4-FFF2-40B4-BE49-F238E27FC236}">
                  <a16:creationId xmlns:a16="http://schemas.microsoft.com/office/drawing/2014/main" id="{3D901A9D-AA9F-5FC5-E19F-D78A20F5F384}"/>
                </a:ext>
              </a:extLst>
            </p:cNvPr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457;p3">
              <a:extLst>
                <a:ext uri="{FF2B5EF4-FFF2-40B4-BE49-F238E27FC236}">
                  <a16:creationId xmlns:a16="http://schemas.microsoft.com/office/drawing/2014/main" id="{E6404FC6-D0F7-D163-4DD7-879101C4D0F1}"/>
                </a:ext>
              </a:extLst>
            </p:cNvPr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458;p3">
              <a:extLst>
                <a:ext uri="{FF2B5EF4-FFF2-40B4-BE49-F238E27FC236}">
                  <a16:creationId xmlns:a16="http://schemas.microsoft.com/office/drawing/2014/main" id="{55C5C9FB-19E0-BF9A-5BEC-9DA95B62902C}"/>
                </a:ext>
              </a:extLst>
            </p:cNvPr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459;p3">
              <a:extLst>
                <a:ext uri="{FF2B5EF4-FFF2-40B4-BE49-F238E27FC236}">
                  <a16:creationId xmlns:a16="http://schemas.microsoft.com/office/drawing/2014/main" id="{E3B6CDB7-9276-68DD-457C-0308FFB4C68F}"/>
                </a:ext>
              </a:extLst>
            </p:cNvPr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460;p3">
              <a:extLst>
                <a:ext uri="{FF2B5EF4-FFF2-40B4-BE49-F238E27FC236}">
                  <a16:creationId xmlns:a16="http://schemas.microsoft.com/office/drawing/2014/main" id="{36019D9E-AD5F-6766-0084-12C47CFA80E4}"/>
                </a:ext>
              </a:extLst>
            </p:cNvPr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461;p3">
              <a:extLst>
                <a:ext uri="{FF2B5EF4-FFF2-40B4-BE49-F238E27FC236}">
                  <a16:creationId xmlns:a16="http://schemas.microsoft.com/office/drawing/2014/main" id="{5FC3A642-F02C-88C7-796C-39EE6498309E}"/>
                </a:ext>
              </a:extLst>
            </p:cNvPr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462;p3">
              <a:extLst>
                <a:ext uri="{FF2B5EF4-FFF2-40B4-BE49-F238E27FC236}">
                  <a16:creationId xmlns:a16="http://schemas.microsoft.com/office/drawing/2014/main" id="{5583F5A8-5744-36B7-3774-AADDA034C8E1}"/>
                </a:ext>
              </a:extLst>
            </p:cNvPr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463;p3">
              <a:extLst>
                <a:ext uri="{FF2B5EF4-FFF2-40B4-BE49-F238E27FC236}">
                  <a16:creationId xmlns:a16="http://schemas.microsoft.com/office/drawing/2014/main" id="{E6630D64-88C6-25D1-3D8E-0E7814B1B90D}"/>
                </a:ext>
              </a:extLst>
            </p:cNvPr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464;p3">
              <a:extLst>
                <a:ext uri="{FF2B5EF4-FFF2-40B4-BE49-F238E27FC236}">
                  <a16:creationId xmlns:a16="http://schemas.microsoft.com/office/drawing/2014/main" id="{4B5E9866-C0DF-C8D0-A8AC-392C79EE932C}"/>
                </a:ext>
              </a:extLst>
            </p:cNvPr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465;p3">
              <a:extLst>
                <a:ext uri="{FF2B5EF4-FFF2-40B4-BE49-F238E27FC236}">
                  <a16:creationId xmlns:a16="http://schemas.microsoft.com/office/drawing/2014/main" id="{9BF6DAFC-BCC5-F488-34C3-075735F24C09}"/>
                </a:ext>
              </a:extLst>
            </p:cNvPr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466;p3">
              <a:extLst>
                <a:ext uri="{FF2B5EF4-FFF2-40B4-BE49-F238E27FC236}">
                  <a16:creationId xmlns:a16="http://schemas.microsoft.com/office/drawing/2014/main" id="{609925CF-08E4-A74A-E903-940AA628A105}"/>
                </a:ext>
              </a:extLst>
            </p:cNvPr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467;p3">
              <a:extLst>
                <a:ext uri="{FF2B5EF4-FFF2-40B4-BE49-F238E27FC236}">
                  <a16:creationId xmlns:a16="http://schemas.microsoft.com/office/drawing/2014/main" id="{72406351-9778-6701-0D55-3D88F9DF3835}"/>
                </a:ext>
              </a:extLst>
            </p:cNvPr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468;p3">
              <a:extLst>
                <a:ext uri="{FF2B5EF4-FFF2-40B4-BE49-F238E27FC236}">
                  <a16:creationId xmlns:a16="http://schemas.microsoft.com/office/drawing/2014/main" id="{74AD0EC2-5ED7-9F91-5621-ADB72ADCB79B}"/>
                </a:ext>
              </a:extLst>
            </p:cNvPr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469;p3">
              <a:extLst>
                <a:ext uri="{FF2B5EF4-FFF2-40B4-BE49-F238E27FC236}">
                  <a16:creationId xmlns:a16="http://schemas.microsoft.com/office/drawing/2014/main" id="{5479A612-6E9A-583B-9BD6-A667F0886EB7}"/>
                </a:ext>
              </a:extLst>
            </p:cNvPr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470;p3">
              <a:extLst>
                <a:ext uri="{FF2B5EF4-FFF2-40B4-BE49-F238E27FC236}">
                  <a16:creationId xmlns:a16="http://schemas.microsoft.com/office/drawing/2014/main" id="{FA62A8B3-F31F-47B1-B344-0E6D47501E07}"/>
                </a:ext>
              </a:extLst>
            </p:cNvPr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471;p3">
              <a:extLst>
                <a:ext uri="{FF2B5EF4-FFF2-40B4-BE49-F238E27FC236}">
                  <a16:creationId xmlns:a16="http://schemas.microsoft.com/office/drawing/2014/main" id="{22DBB334-E0CA-3A15-3B81-83B9931D0CCC}"/>
                </a:ext>
              </a:extLst>
            </p:cNvPr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472;p3">
              <a:extLst>
                <a:ext uri="{FF2B5EF4-FFF2-40B4-BE49-F238E27FC236}">
                  <a16:creationId xmlns:a16="http://schemas.microsoft.com/office/drawing/2014/main" id="{E8430CE5-A7F9-F94C-1D02-E9DD1116BDDE}"/>
                </a:ext>
              </a:extLst>
            </p:cNvPr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473;p3">
              <a:extLst>
                <a:ext uri="{FF2B5EF4-FFF2-40B4-BE49-F238E27FC236}">
                  <a16:creationId xmlns:a16="http://schemas.microsoft.com/office/drawing/2014/main" id="{837B36F7-6817-AB49-5EDD-A5616D7C0912}"/>
                </a:ext>
              </a:extLst>
            </p:cNvPr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474;p3">
              <a:extLst>
                <a:ext uri="{FF2B5EF4-FFF2-40B4-BE49-F238E27FC236}">
                  <a16:creationId xmlns:a16="http://schemas.microsoft.com/office/drawing/2014/main" id="{8830115F-450B-8C5D-FF4B-F9D9512B2974}"/>
                </a:ext>
              </a:extLst>
            </p:cNvPr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475;p3">
              <a:extLst>
                <a:ext uri="{FF2B5EF4-FFF2-40B4-BE49-F238E27FC236}">
                  <a16:creationId xmlns:a16="http://schemas.microsoft.com/office/drawing/2014/main" id="{7572D9C7-143A-7188-DCF0-5749A16D952B}"/>
                </a:ext>
              </a:extLst>
            </p:cNvPr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476;p3">
              <a:extLst>
                <a:ext uri="{FF2B5EF4-FFF2-40B4-BE49-F238E27FC236}">
                  <a16:creationId xmlns:a16="http://schemas.microsoft.com/office/drawing/2014/main" id="{2AC91125-9B6B-BB93-9CCF-D0F7544C5391}"/>
                </a:ext>
              </a:extLst>
            </p:cNvPr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477;p3">
              <a:extLst>
                <a:ext uri="{FF2B5EF4-FFF2-40B4-BE49-F238E27FC236}">
                  <a16:creationId xmlns:a16="http://schemas.microsoft.com/office/drawing/2014/main" id="{F1396D39-5DF0-0ADF-9233-F5E8615E6F81}"/>
                </a:ext>
              </a:extLst>
            </p:cNvPr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478;p3">
              <a:extLst>
                <a:ext uri="{FF2B5EF4-FFF2-40B4-BE49-F238E27FC236}">
                  <a16:creationId xmlns:a16="http://schemas.microsoft.com/office/drawing/2014/main" id="{DD6E6D80-D07A-2E27-E52D-FB137010F56D}"/>
                </a:ext>
              </a:extLst>
            </p:cNvPr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479;p3">
              <a:extLst>
                <a:ext uri="{FF2B5EF4-FFF2-40B4-BE49-F238E27FC236}">
                  <a16:creationId xmlns:a16="http://schemas.microsoft.com/office/drawing/2014/main" id="{EAC02FEF-0A14-A91C-E5D2-8046E916CBF6}"/>
                </a:ext>
              </a:extLst>
            </p:cNvPr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480;p3">
              <a:extLst>
                <a:ext uri="{FF2B5EF4-FFF2-40B4-BE49-F238E27FC236}">
                  <a16:creationId xmlns:a16="http://schemas.microsoft.com/office/drawing/2014/main" id="{410EFF93-DB1A-F7BB-B5E6-2115020A155F}"/>
                </a:ext>
              </a:extLst>
            </p:cNvPr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481;p3">
              <a:extLst>
                <a:ext uri="{FF2B5EF4-FFF2-40B4-BE49-F238E27FC236}">
                  <a16:creationId xmlns:a16="http://schemas.microsoft.com/office/drawing/2014/main" id="{FEEDA07C-4369-4810-4545-548792384D09}"/>
                </a:ext>
              </a:extLst>
            </p:cNvPr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482;p3">
              <a:extLst>
                <a:ext uri="{FF2B5EF4-FFF2-40B4-BE49-F238E27FC236}">
                  <a16:creationId xmlns:a16="http://schemas.microsoft.com/office/drawing/2014/main" id="{74251AB3-4B75-A0D7-46EE-5751B70F7842}"/>
                </a:ext>
              </a:extLst>
            </p:cNvPr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483;p3">
              <a:extLst>
                <a:ext uri="{FF2B5EF4-FFF2-40B4-BE49-F238E27FC236}">
                  <a16:creationId xmlns:a16="http://schemas.microsoft.com/office/drawing/2014/main" id="{26A791A7-1E98-CD38-AA74-F6C8FD3C5BC1}"/>
                </a:ext>
              </a:extLst>
            </p:cNvPr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484;p3">
              <a:extLst>
                <a:ext uri="{FF2B5EF4-FFF2-40B4-BE49-F238E27FC236}">
                  <a16:creationId xmlns:a16="http://schemas.microsoft.com/office/drawing/2014/main" id="{0ACC968F-1D04-5CEA-CFE2-21A1FD27BA8F}"/>
                </a:ext>
              </a:extLst>
            </p:cNvPr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485;p3">
              <a:extLst>
                <a:ext uri="{FF2B5EF4-FFF2-40B4-BE49-F238E27FC236}">
                  <a16:creationId xmlns:a16="http://schemas.microsoft.com/office/drawing/2014/main" id="{0A71BA04-3FF9-0A52-AF78-F5133D54A77B}"/>
                </a:ext>
              </a:extLst>
            </p:cNvPr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486;p3">
              <a:extLst>
                <a:ext uri="{FF2B5EF4-FFF2-40B4-BE49-F238E27FC236}">
                  <a16:creationId xmlns:a16="http://schemas.microsoft.com/office/drawing/2014/main" id="{E46790AC-C009-E881-4F00-BAE7E3EEC0A8}"/>
                </a:ext>
              </a:extLst>
            </p:cNvPr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487;p3">
              <a:extLst>
                <a:ext uri="{FF2B5EF4-FFF2-40B4-BE49-F238E27FC236}">
                  <a16:creationId xmlns:a16="http://schemas.microsoft.com/office/drawing/2014/main" id="{39D432B6-56EA-E4E9-484E-1C5F47588ACB}"/>
                </a:ext>
              </a:extLst>
            </p:cNvPr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488;p3">
              <a:extLst>
                <a:ext uri="{FF2B5EF4-FFF2-40B4-BE49-F238E27FC236}">
                  <a16:creationId xmlns:a16="http://schemas.microsoft.com/office/drawing/2014/main" id="{15BCC5FD-F906-F484-EB60-E59576896E0E}"/>
                </a:ext>
              </a:extLst>
            </p:cNvPr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489;p3">
              <a:extLst>
                <a:ext uri="{FF2B5EF4-FFF2-40B4-BE49-F238E27FC236}">
                  <a16:creationId xmlns:a16="http://schemas.microsoft.com/office/drawing/2014/main" id="{F7DD4C55-6F21-A079-1ABF-D1586E49EED9}"/>
                </a:ext>
              </a:extLst>
            </p:cNvPr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490;p3">
              <a:extLst>
                <a:ext uri="{FF2B5EF4-FFF2-40B4-BE49-F238E27FC236}">
                  <a16:creationId xmlns:a16="http://schemas.microsoft.com/office/drawing/2014/main" id="{5BD4A5A6-64B7-6F3A-C0EB-54F4BAA5FF41}"/>
                </a:ext>
              </a:extLst>
            </p:cNvPr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491;p3">
              <a:extLst>
                <a:ext uri="{FF2B5EF4-FFF2-40B4-BE49-F238E27FC236}">
                  <a16:creationId xmlns:a16="http://schemas.microsoft.com/office/drawing/2014/main" id="{0B9585A4-664B-473B-5250-EF2BB4D4E703}"/>
                </a:ext>
              </a:extLst>
            </p:cNvPr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492;p3">
              <a:extLst>
                <a:ext uri="{FF2B5EF4-FFF2-40B4-BE49-F238E27FC236}">
                  <a16:creationId xmlns:a16="http://schemas.microsoft.com/office/drawing/2014/main" id="{E0545706-ACCF-2204-D145-352ED170E7DB}"/>
                </a:ext>
              </a:extLst>
            </p:cNvPr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493;p3">
              <a:extLst>
                <a:ext uri="{FF2B5EF4-FFF2-40B4-BE49-F238E27FC236}">
                  <a16:creationId xmlns:a16="http://schemas.microsoft.com/office/drawing/2014/main" id="{FBC0F878-4A5D-A835-4F93-669109FB7029}"/>
                </a:ext>
              </a:extLst>
            </p:cNvPr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494;p3">
              <a:extLst>
                <a:ext uri="{FF2B5EF4-FFF2-40B4-BE49-F238E27FC236}">
                  <a16:creationId xmlns:a16="http://schemas.microsoft.com/office/drawing/2014/main" id="{F1989803-BD0B-00E3-DF06-D1D37567BF5F}"/>
                </a:ext>
              </a:extLst>
            </p:cNvPr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495;p3">
              <a:extLst>
                <a:ext uri="{FF2B5EF4-FFF2-40B4-BE49-F238E27FC236}">
                  <a16:creationId xmlns:a16="http://schemas.microsoft.com/office/drawing/2014/main" id="{9072681D-054D-413A-E908-0F804E3A188E}"/>
                </a:ext>
              </a:extLst>
            </p:cNvPr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496;p3">
              <a:extLst>
                <a:ext uri="{FF2B5EF4-FFF2-40B4-BE49-F238E27FC236}">
                  <a16:creationId xmlns:a16="http://schemas.microsoft.com/office/drawing/2014/main" id="{3DC6523E-FF2C-3C86-AAF5-F2C5DA06DF99}"/>
                </a:ext>
              </a:extLst>
            </p:cNvPr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497;p3">
              <a:extLst>
                <a:ext uri="{FF2B5EF4-FFF2-40B4-BE49-F238E27FC236}">
                  <a16:creationId xmlns:a16="http://schemas.microsoft.com/office/drawing/2014/main" id="{9865C552-970D-90E9-6012-067CEA4805ED}"/>
                </a:ext>
              </a:extLst>
            </p:cNvPr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498;p3">
              <a:extLst>
                <a:ext uri="{FF2B5EF4-FFF2-40B4-BE49-F238E27FC236}">
                  <a16:creationId xmlns:a16="http://schemas.microsoft.com/office/drawing/2014/main" id="{DC5EBEB5-1BBD-D73B-7783-DA944213CDAB}"/>
                </a:ext>
              </a:extLst>
            </p:cNvPr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499;p3">
              <a:extLst>
                <a:ext uri="{FF2B5EF4-FFF2-40B4-BE49-F238E27FC236}">
                  <a16:creationId xmlns:a16="http://schemas.microsoft.com/office/drawing/2014/main" id="{D8802235-8B1F-EBB0-201B-D0E20EFFD86C}"/>
                </a:ext>
              </a:extLst>
            </p:cNvPr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500;p3">
              <a:extLst>
                <a:ext uri="{FF2B5EF4-FFF2-40B4-BE49-F238E27FC236}">
                  <a16:creationId xmlns:a16="http://schemas.microsoft.com/office/drawing/2014/main" id="{01C68497-5942-449E-1AF2-90E5F11FA1A4}"/>
                </a:ext>
              </a:extLst>
            </p:cNvPr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50" name="Picture 649" descr="A black and white logo&#10;&#10;AI-generated content may be incorrect.">
            <a:extLst>
              <a:ext uri="{FF2B5EF4-FFF2-40B4-BE49-F238E27FC236}">
                <a16:creationId xmlns:a16="http://schemas.microsoft.com/office/drawing/2014/main" id="{5A4577CD-C5CA-09BD-1805-505177AC1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"/>
          <p:cNvSpPr txBox="1">
            <a:spLocks noGrp="1"/>
          </p:cNvSpPr>
          <p:nvPr>
            <p:ph type="title"/>
          </p:nvPr>
        </p:nvSpPr>
        <p:spPr>
          <a:xfrm>
            <a:off x="960000" y="237068"/>
            <a:ext cx="9394733" cy="13832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 – Paneer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559" name="Google Shape;559;p6"/>
          <p:cNvSpPr txBox="1"/>
          <p:nvPr/>
        </p:nvSpPr>
        <p:spPr>
          <a:xfrm>
            <a:off x="240333" y="1620301"/>
            <a:ext cx="8636000" cy="38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Filtration and standardization of milk (6% fat, 9% SNF)</a:t>
            </a:r>
            <a:endParaRPr sz="2400" dirty="0">
              <a:solidFill>
                <a:srgbClr val="573E1B"/>
              </a:solidFill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Heating to 90°C for 5–10 minutes</a:t>
            </a:r>
            <a:endParaRPr sz="2400" dirty="0">
              <a:solidFill>
                <a:srgbClr val="573E1B"/>
              </a:solidFill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Cooling to 70°C and adding acid coagulant</a:t>
            </a:r>
            <a:endParaRPr sz="2400" dirty="0">
              <a:solidFill>
                <a:srgbClr val="573E1B"/>
              </a:solidFill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Curd separation and pressing</a:t>
            </a:r>
            <a:endParaRPr sz="2400" dirty="0">
              <a:solidFill>
                <a:srgbClr val="573E1B"/>
              </a:solidFill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Cooling in chilled water (4°C) and cutting into blocks</a:t>
            </a:r>
            <a:endParaRPr sz="2400" dirty="0">
              <a:solidFill>
                <a:srgbClr val="573E1B"/>
              </a:solidFill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573E1B"/>
                </a:solidFill>
                <a:latin typeface="Calibri"/>
                <a:ea typeface="Calibri"/>
                <a:cs typeface="Calibri"/>
                <a:sym typeface="Calibri"/>
              </a:rPr>
              <a:t>Packaging in vacuum or modified atmosphere</a:t>
            </a:r>
            <a:endParaRPr sz="2400" dirty="0">
              <a:solidFill>
                <a:srgbClr val="573E1B"/>
              </a:solidFill>
            </a:endParaRPr>
          </a:p>
        </p:txBody>
      </p:sp>
      <p:pic>
        <p:nvPicPr>
          <p:cNvPr id="560" name="Google Shape;560;p6" descr="A person in a white shirt and white hat working in a factory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8051" y="1710036"/>
            <a:ext cx="2945533" cy="203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" descr="A group of people working in a factory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8051" y="3983575"/>
            <a:ext cx="2945535" cy="2036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6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564" name="Google Shape;564;p6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7" name="Google Shape;597;p6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598" name="Google Shape;598;p6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9" name="Google Shape;72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4511" y="4935732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46D59F-63BC-4F52-19BA-E83063FE9AFC}"/>
              </a:ext>
            </a:extLst>
          </p:cNvPr>
          <p:cNvSpPr>
            <a:spLocks noGrp="1"/>
          </p:cNvSpPr>
          <p:nvPr/>
        </p:nvSpPr>
        <p:spPr>
          <a:xfrm>
            <a:off x="609691" y="647458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06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A7F08485-BB52-5649-ECAA-A3169A296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7"/>
          <p:cNvSpPr txBox="1">
            <a:spLocks noGrp="1"/>
          </p:cNvSpPr>
          <p:nvPr>
            <p:ph type="title"/>
          </p:nvPr>
        </p:nvSpPr>
        <p:spPr>
          <a:xfrm>
            <a:off x="960000" y="186269"/>
            <a:ext cx="9369333" cy="10667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 – Cheese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735" name="Google Shape;735;p7"/>
          <p:cNvSpPr txBox="1"/>
          <p:nvPr/>
        </p:nvSpPr>
        <p:spPr>
          <a:xfrm>
            <a:off x="220134" y="1500267"/>
            <a:ext cx="9160933" cy="406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Pasteurization of milk at 72°C for 15 seconds</a:t>
            </a:r>
            <a:endParaRPr sz="1600" dirty="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Addition of starter cultures for acid development</a:t>
            </a:r>
            <a:endParaRPr sz="1600" dirty="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Rennet addition for coagulation (30–45 minutes)</a:t>
            </a:r>
            <a:endParaRPr sz="1600" dirty="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Cutting and heating curd for whey removal</a:t>
            </a:r>
            <a:endParaRPr sz="1600" dirty="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Pressing, salting, and shaping</a:t>
            </a: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Ripening under controlled temperature and humidity</a:t>
            </a:r>
            <a:endParaRPr sz="1600" dirty="0"/>
          </a:p>
          <a:p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6" name="Google Shape;736;p7" descr="A person operating a machin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7159" y="1500267"/>
            <a:ext cx="2764708" cy="2116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7" descr="A person in a white coat and gloves looking at chees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7158" y="3973240"/>
            <a:ext cx="2764708" cy="194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7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740" name="Google Shape;740;p7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p7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774" name="Google Shape;774;p7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5" name="Google Shape;905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3618" y="4960720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36495-BC85-607B-7347-5F4AB2F99B92}"/>
              </a:ext>
            </a:extLst>
          </p:cNvPr>
          <p:cNvSpPr>
            <a:spLocks noGrp="1"/>
          </p:cNvSpPr>
          <p:nvPr/>
        </p:nvSpPr>
        <p:spPr>
          <a:xfrm>
            <a:off x="568210" y="607794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07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DE9D8A05-C5A0-871F-03E4-E3C6B82CC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9"/>
          <p:cNvSpPr txBox="1">
            <a:spLocks noGrp="1"/>
          </p:cNvSpPr>
          <p:nvPr>
            <p:ph type="title"/>
          </p:nvPr>
        </p:nvSpPr>
        <p:spPr>
          <a:xfrm>
            <a:off x="1123467" y="425888"/>
            <a:ext cx="9945067" cy="9965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Preservation Techniques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1086" name="Google Shape;1086;p9"/>
          <p:cNvSpPr txBox="1"/>
          <p:nvPr/>
        </p:nvSpPr>
        <p:spPr>
          <a:xfrm>
            <a:off x="330201" y="1615599"/>
            <a:ext cx="9603484" cy="381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Refrigeration at 4°C to slow microbial activity</a:t>
            </a:r>
            <a:endParaRPr sz="240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Vacuum and modified atmosphere packaging</a:t>
            </a:r>
            <a:endParaRPr sz="240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Salting and reduction of moisture content</a:t>
            </a:r>
            <a:endParaRPr sz="240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Use of natural preservatives (nisin, lysozyme)</a:t>
            </a:r>
            <a:endParaRPr sz="2400"/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Maintaining hygienic handling and storage conditions</a:t>
            </a:r>
            <a:endParaRPr sz="2400"/>
          </a:p>
        </p:txBody>
      </p:sp>
      <p:pic>
        <p:nvPicPr>
          <p:cNvPr id="1087" name="Google Shape;108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8" name="Google Shape;1088;p9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1089" name="Google Shape;1089;p9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9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1123" name="Google Shape;1123;p9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9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9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9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9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9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9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9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9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9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9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9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9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9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9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9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9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9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9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9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9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9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9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9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9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9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9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9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9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9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9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9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9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9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9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9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9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9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9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54" name="Google Shape;125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8461" y="4944533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598811-1699-CA9A-8298-C65CEC7EF9C2}"/>
              </a:ext>
            </a:extLst>
          </p:cNvPr>
          <p:cNvSpPr>
            <a:spLocks noGrp="1"/>
          </p:cNvSpPr>
          <p:nvPr/>
        </p:nvSpPr>
        <p:spPr>
          <a:xfrm>
            <a:off x="548580" y="647458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08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B3B99FF2-5609-D4B5-7EFB-388D73DC8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0"/>
          <p:cNvSpPr txBox="1">
            <a:spLocks noGrp="1"/>
          </p:cNvSpPr>
          <p:nvPr>
            <p:ph type="title"/>
          </p:nvPr>
        </p:nvSpPr>
        <p:spPr>
          <a:xfrm>
            <a:off x="1442600" y="267204"/>
            <a:ext cx="9115333" cy="11235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Processing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1260" name="Google Shape;1260;p10"/>
          <p:cNvSpPr txBox="1"/>
          <p:nvPr/>
        </p:nvSpPr>
        <p:spPr>
          <a:xfrm>
            <a:off x="397933" y="1727201"/>
            <a:ext cx="10454144" cy="381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Increased shelf life and safety</a:t>
            </a:r>
            <a:endParaRPr sz="240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Value addition and reduced wastage of milk</a:t>
            </a:r>
            <a:endParaRPr sz="240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Enhanced flavor and texture through controlled processing</a:t>
            </a:r>
            <a:endParaRPr sz="240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Retention of nutritional components</a:t>
            </a:r>
            <a:endParaRPr sz="240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Expansion of product range and marketability</a:t>
            </a:r>
            <a:endParaRPr sz="2400"/>
          </a:p>
        </p:txBody>
      </p:sp>
      <p:pic>
        <p:nvPicPr>
          <p:cNvPr id="1261" name="Google Shape;126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2" name="Google Shape;1262;p10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1263" name="Google Shape;1263;p10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0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0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0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0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0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0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0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0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0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0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0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0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0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0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0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0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0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0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0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0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0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0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0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0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0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0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0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0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0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0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0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0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10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1297" name="Google Shape;1297;p10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0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0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0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0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0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0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0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0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0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0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0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0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0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0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0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0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0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0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0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0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0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0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0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0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0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0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0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0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0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0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0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0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0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0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0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0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0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0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0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0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0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0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0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0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0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0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0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0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0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0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0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0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0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0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0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0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0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0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0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0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0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0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0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0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0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0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0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0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0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0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0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0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0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0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0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0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0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0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0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0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0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0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0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0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0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0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0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0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0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0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0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0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0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0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0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0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0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0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0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0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0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0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0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0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0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0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0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0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0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0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0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0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0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0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0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0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0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0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0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0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8" name="Google Shape;142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8461" y="4944533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1DE3A8-F719-E884-F278-E67FCFC5426D}"/>
              </a:ext>
            </a:extLst>
          </p:cNvPr>
          <p:cNvSpPr>
            <a:spLocks noGrp="1"/>
          </p:cNvSpPr>
          <p:nvPr/>
        </p:nvSpPr>
        <p:spPr>
          <a:xfrm>
            <a:off x="558948" y="627851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09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8225A23C-C4F3-8A76-23E6-2591D01DC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1"/>
          <p:cNvSpPr txBox="1">
            <a:spLocks noGrp="1"/>
          </p:cNvSpPr>
          <p:nvPr>
            <p:ph type="title"/>
          </p:nvPr>
        </p:nvSpPr>
        <p:spPr>
          <a:xfrm>
            <a:off x="1381700" y="298887"/>
            <a:ext cx="9428600" cy="10388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/ Challenges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1434" name="Google Shape;1434;p11"/>
          <p:cNvSpPr txBox="1"/>
          <p:nvPr/>
        </p:nvSpPr>
        <p:spPr>
          <a:xfrm>
            <a:off x="575733" y="2032001"/>
            <a:ext cx="9742400" cy="381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High production and equipment costs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Limited shelf life of paneer compared to cheese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Risk of microbial contamination if hygiene is poor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Nutrient loss during heating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-IN" sz="320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Need for refrigeration and cold chain maintenance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5" name="Google Shape;143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6" name="Google Shape;1436;p11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1437" name="Google Shape;1437;p11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1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1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1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1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1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1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1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1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1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1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0" name="Google Shape;1470;p11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1471" name="Google Shape;1471;p11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1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1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1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1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1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1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1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1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1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1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1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1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1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1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1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1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1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1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1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1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1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1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1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1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1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1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1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1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1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1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1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1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1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1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1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1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1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1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1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1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1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1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1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1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1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1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1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1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1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1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1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1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1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1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1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1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1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1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1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1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1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02" name="Google Shape;160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8461" y="4944533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CABA1-DDF6-BDA6-DFE5-F8CCCBD2195D}"/>
              </a:ext>
            </a:extLst>
          </p:cNvPr>
          <p:cNvSpPr>
            <a:spLocks noGrp="1"/>
          </p:cNvSpPr>
          <p:nvPr/>
        </p:nvSpPr>
        <p:spPr>
          <a:xfrm>
            <a:off x="575733" y="647458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10</a:t>
            </a:r>
            <a:endParaRPr lang="en-IN" sz="2400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FC1DA61-D066-14C5-2A0F-E5C6BC199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547483-4B54-5B71-7AF3-069761908640}"/>
              </a:ext>
            </a:extLst>
          </p:cNvPr>
          <p:cNvSpPr>
            <a:spLocks noGrp="1"/>
          </p:cNvSpPr>
          <p:nvPr/>
        </p:nvSpPr>
        <p:spPr>
          <a:xfrm>
            <a:off x="587352" y="647458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11</a:t>
            </a:r>
            <a:endParaRPr lang="en-IN" sz="2400" dirty="0"/>
          </a:p>
        </p:txBody>
      </p:sp>
      <p:pic>
        <p:nvPicPr>
          <p:cNvPr id="5" name="Google Shape;562;p6">
            <a:extLst>
              <a:ext uri="{FF2B5EF4-FFF2-40B4-BE49-F238E27FC236}">
                <a16:creationId xmlns:a16="http://schemas.microsoft.com/office/drawing/2014/main" id="{7BCEF5F1-9E92-3A3C-4812-A0845ABC4E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177" y="63940"/>
            <a:ext cx="1361337" cy="16930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96147F-FC26-408C-CD76-5FD7552308DD}"/>
              </a:ext>
            </a:extLst>
          </p:cNvPr>
          <p:cNvSpPr txBox="1"/>
          <p:nvPr/>
        </p:nvSpPr>
        <p:spPr>
          <a:xfrm>
            <a:off x="4718401" y="0"/>
            <a:ext cx="24689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rgbClr val="573E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4000" dirty="0">
              <a:solidFill>
                <a:srgbClr val="573E1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E690F-8CEE-844C-C582-DFFE4B5A4D79}"/>
              </a:ext>
            </a:extLst>
          </p:cNvPr>
          <p:cNvSpPr txBox="1"/>
          <p:nvPr/>
        </p:nvSpPr>
        <p:spPr>
          <a:xfrm>
            <a:off x="2170706" y="18372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09E0A-058B-F982-F1D4-10E704FC6DDF}"/>
              </a:ext>
            </a:extLst>
          </p:cNvPr>
          <p:cNvSpPr txBox="1"/>
          <p:nvPr/>
        </p:nvSpPr>
        <p:spPr>
          <a:xfrm>
            <a:off x="1272209" y="825579"/>
            <a:ext cx="9818282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Safety and Standards Authority of India (FSSAI). (2021). Manual of Methods of Analysis of Foods – Milk and Milk Products. Ministry of Health and Family Welfare, Government of India.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Used for hygienic handling, preservation temperature (4°C),</a:t>
            </a: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safety standards.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National Dairy Research Institute (NDRI). (2020).Dairy Technology Handbook. ICAR–NDRI, Karnal, India.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Covers paneer and cheese manufacturing, equipment, </a:t>
            </a: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preservation processes.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Walstra, P., Wouters, J. T. M., &amp; Geurts, T. J. (2019). Dairy Science and Technology. CRC Press.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Explains milk coagulation chemistry, enzymatic action, and heat treatments</a:t>
            </a: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cheese making.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Fox, P. F., McSweeney, P. L. H., Cogan, T. M., &amp; Guinee, T. P. (2017). Cheese: Chemistry, Physics and Microbiology (4th ed.). Academic Press.</a:t>
            </a:r>
          </a:p>
          <a:p>
            <a:endParaRPr lang="en-US" sz="1600" b="1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Used for microbial control, ripening, and hurdle technology application.</a:t>
            </a:r>
          </a:p>
          <a:p>
            <a:endParaRPr lang="en-US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Indian Council of Agricultural Research (ICAR). (2018). Dairy Processing Manual . ICAR Publication, New Delhi.</a:t>
            </a:r>
          </a:p>
          <a:p>
            <a:endParaRPr lang="en-US" b="1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412E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Provides standardized paneer and cheese process parameters used in Indian dairy industries.</a:t>
            </a:r>
            <a:endParaRPr lang="en-IN" sz="1600" dirty="0">
              <a:solidFill>
                <a:srgbClr val="412E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oogle Shape;1784;p13">
            <a:extLst>
              <a:ext uri="{FF2B5EF4-FFF2-40B4-BE49-F238E27FC236}">
                <a16:creationId xmlns:a16="http://schemas.microsoft.com/office/drawing/2014/main" id="{0BECE58A-60A3-4CEB-B412-5B9EFA95E7D0}"/>
              </a:ext>
            </a:extLst>
          </p:cNvPr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3" name="Google Shape;1785;p13">
              <a:extLst>
                <a:ext uri="{FF2B5EF4-FFF2-40B4-BE49-F238E27FC236}">
                  <a16:creationId xmlns:a16="http://schemas.microsoft.com/office/drawing/2014/main" id="{74C42752-90A7-BE57-40FE-409B22100067}"/>
                </a:ext>
              </a:extLst>
            </p:cNvPr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786;p13">
              <a:extLst>
                <a:ext uri="{FF2B5EF4-FFF2-40B4-BE49-F238E27FC236}">
                  <a16:creationId xmlns:a16="http://schemas.microsoft.com/office/drawing/2014/main" id="{8E0D207D-7B08-F00D-650B-0B84F1D17F2E}"/>
                </a:ext>
              </a:extLst>
            </p:cNvPr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787;p13">
              <a:extLst>
                <a:ext uri="{FF2B5EF4-FFF2-40B4-BE49-F238E27FC236}">
                  <a16:creationId xmlns:a16="http://schemas.microsoft.com/office/drawing/2014/main" id="{FEFC6E2E-1905-E2E8-66D2-FA6B34C7CBD4}"/>
                </a:ext>
              </a:extLst>
            </p:cNvPr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788;p13">
              <a:extLst>
                <a:ext uri="{FF2B5EF4-FFF2-40B4-BE49-F238E27FC236}">
                  <a16:creationId xmlns:a16="http://schemas.microsoft.com/office/drawing/2014/main" id="{21A04805-0102-049E-BC08-7CCD81A16428}"/>
                </a:ext>
              </a:extLst>
            </p:cNvPr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789;p13">
              <a:extLst>
                <a:ext uri="{FF2B5EF4-FFF2-40B4-BE49-F238E27FC236}">
                  <a16:creationId xmlns:a16="http://schemas.microsoft.com/office/drawing/2014/main" id="{D2F6717B-AF32-303A-57A2-B6E130B714B1}"/>
                </a:ext>
              </a:extLst>
            </p:cNvPr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90;p13">
              <a:extLst>
                <a:ext uri="{FF2B5EF4-FFF2-40B4-BE49-F238E27FC236}">
                  <a16:creationId xmlns:a16="http://schemas.microsoft.com/office/drawing/2014/main" id="{A6229EE9-3C2B-B66D-C535-9A9E8FEF13F4}"/>
                </a:ext>
              </a:extLst>
            </p:cNvPr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791;p13">
              <a:extLst>
                <a:ext uri="{FF2B5EF4-FFF2-40B4-BE49-F238E27FC236}">
                  <a16:creationId xmlns:a16="http://schemas.microsoft.com/office/drawing/2014/main" id="{8DB633D7-65E9-56FD-94FB-DAF60C02378E}"/>
                </a:ext>
              </a:extLst>
            </p:cNvPr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792;p13">
              <a:extLst>
                <a:ext uri="{FF2B5EF4-FFF2-40B4-BE49-F238E27FC236}">
                  <a16:creationId xmlns:a16="http://schemas.microsoft.com/office/drawing/2014/main" id="{C8118C5D-494D-559E-04FA-3A94B4337935}"/>
                </a:ext>
              </a:extLst>
            </p:cNvPr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93;p13">
              <a:extLst>
                <a:ext uri="{FF2B5EF4-FFF2-40B4-BE49-F238E27FC236}">
                  <a16:creationId xmlns:a16="http://schemas.microsoft.com/office/drawing/2014/main" id="{4B7D0B06-7337-672F-67A2-734BCF7CA5FD}"/>
                </a:ext>
              </a:extLst>
            </p:cNvPr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94;p13">
              <a:extLst>
                <a:ext uri="{FF2B5EF4-FFF2-40B4-BE49-F238E27FC236}">
                  <a16:creationId xmlns:a16="http://schemas.microsoft.com/office/drawing/2014/main" id="{41B8128F-681C-F5CF-9F52-5EB0C9DB18A3}"/>
                </a:ext>
              </a:extLst>
            </p:cNvPr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795;p13">
              <a:extLst>
                <a:ext uri="{FF2B5EF4-FFF2-40B4-BE49-F238E27FC236}">
                  <a16:creationId xmlns:a16="http://schemas.microsoft.com/office/drawing/2014/main" id="{DF2CB753-17E4-C2E7-A062-99938EAC1606}"/>
                </a:ext>
              </a:extLst>
            </p:cNvPr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796;p13">
              <a:extLst>
                <a:ext uri="{FF2B5EF4-FFF2-40B4-BE49-F238E27FC236}">
                  <a16:creationId xmlns:a16="http://schemas.microsoft.com/office/drawing/2014/main" id="{13E8B5A6-DA9E-0127-1052-C6219E1D901B}"/>
                </a:ext>
              </a:extLst>
            </p:cNvPr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797;p13">
              <a:extLst>
                <a:ext uri="{FF2B5EF4-FFF2-40B4-BE49-F238E27FC236}">
                  <a16:creationId xmlns:a16="http://schemas.microsoft.com/office/drawing/2014/main" id="{A0C5D761-2834-EFB8-DF0C-07E48F479A5E}"/>
                </a:ext>
              </a:extLst>
            </p:cNvPr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798;p13">
              <a:extLst>
                <a:ext uri="{FF2B5EF4-FFF2-40B4-BE49-F238E27FC236}">
                  <a16:creationId xmlns:a16="http://schemas.microsoft.com/office/drawing/2014/main" id="{2F0142D1-9570-923A-6513-ECD97A9D53B3}"/>
                </a:ext>
              </a:extLst>
            </p:cNvPr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799;p13">
              <a:extLst>
                <a:ext uri="{FF2B5EF4-FFF2-40B4-BE49-F238E27FC236}">
                  <a16:creationId xmlns:a16="http://schemas.microsoft.com/office/drawing/2014/main" id="{5CF1ED72-6780-7BB8-CD3F-C112E9FCB953}"/>
                </a:ext>
              </a:extLst>
            </p:cNvPr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800;p13">
              <a:extLst>
                <a:ext uri="{FF2B5EF4-FFF2-40B4-BE49-F238E27FC236}">
                  <a16:creationId xmlns:a16="http://schemas.microsoft.com/office/drawing/2014/main" id="{1086F26B-4901-EB6D-4237-8E920ECDA419}"/>
                </a:ext>
              </a:extLst>
            </p:cNvPr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801;p13">
              <a:extLst>
                <a:ext uri="{FF2B5EF4-FFF2-40B4-BE49-F238E27FC236}">
                  <a16:creationId xmlns:a16="http://schemas.microsoft.com/office/drawing/2014/main" id="{CFF51919-18C3-EB7C-DC8C-2D64E8AF36C1}"/>
                </a:ext>
              </a:extLst>
            </p:cNvPr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802;p13">
              <a:extLst>
                <a:ext uri="{FF2B5EF4-FFF2-40B4-BE49-F238E27FC236}">
                  <a16:creationId xmlns:a16="http://schemas.microsoft.com/office/drawing/2014/main" id="{F04E8724-4946-71FB-BD63-88FC47D82421}"/>
                </a:ext>
              </a:extLst>
            </p:cNvPr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803;p13">
              <a:extLst>
                <a:ext uri="{FF2B5EF4-FFF2-40B4-BE49-F238E27FC236}">
                  <a16:creationId xmlns:a16="http://schemas.microsoft.com/office/drawing/2014/main" id="{1C1E02D3-68F3-9970-D422-F1707D121978}"/>
                </a:ext>
              </a:extLst>
            </p:cNvPr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804;p13">
              <a:extLst>
                <a:ext uri="{FF2B5EF4-FFF2-40B4-BE49-F238E27FC236}">
                  <a16:creationId xmlns:a16="http://schemas.microsoft.com/office/drawing/2014/main" id="{43A96676-92ED-ADBA-9FD3-D121A830CEE8}"/>
                </a:ext>
              </a:extLst>
            </p:cNvPr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805;p13">
              <a:extLst>
                <a:ext uri="{FF2B5EF4-FFF2-40B4-BE49-F238E27FC236}">
                  <a16:creationId xmlns:a16="http://schemas.microsoft.com/office/drawing/2014/main" id="{05F08C5F-F06D-403B-3898-3F4A41283DCF}"/>
                </a:ext>
              </a:extLst>
            </p:cNvPr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806;p13">
              <a:extLst>
                <a:ext uri="{FF2B5EF4-FFF2-40B4-BE49-F238E27FC236}">
                  <a16:creationId xmlns:a16="http://schemas.microsoft.com/office/drawing/2014/main" id="{F061001C-717B-143C-DA1D-DAFBF8E42D0D}"/>
                </a:ext>
              </a:extLst>
            </p:cNvPr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807;p13">
              <a:extLst>
                <a:ext uri="{FF2B5EF4-FFF2-40B4-BE49-F238E27FC236}">
                  <a16:creationId xmlns:a16="http://schemas.microsoft.com/office/drawing/2014/main" id="{83F1B0A6-E98B-1E09-77F0-8BEABCC25867}"/>
                </a:ext>
              </a:extLst>
            </p:cNvPr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808;p13">
              <a:extLst>
                <a:ext uri="{FF2B5EF4-FFF2-40B4-BE49-F238E27FC236}">
                  <a16:creationId xmlns:a16="http://schemas.microsoft.com/office/drawing/2014/main" id="{BE13D529-ED21-8ED0-3213-2EB19376B3DB}"/>
                </a:ext>
              </a:extLst>
            </p:cNvPr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809;p13">
              <a:extLst>
                <a:ext uri="{FF2B5EF4-FFF2-40B4-BE49-F238E27FC236}">
                  <a16:creationId xmlns:a16="http://schemas.microsoft.com/office/drawing/2014/main" id="{31810738-9A21-33C9-CF05-12C2E40D3E74}"/>
                </a:ext>
              </a:extLst>
            </p:cNvPr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810;p13">
              <a:extLst>
                <a:ext uri="{FF2B5EF4-FFF2-40B4-BE49-F238E27FC236}">
                  <a16:creationId xmlns:a16="http://schemas.microsoft.com/office/drawing/2014/main" id="{D3DECCE8-A42C-D273-B965-07C4DF20140F}"/>
                </a:ext>
              </a:extLst>
            </p:cNvPr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811;p13">
              <a:extLst>
                <a:ext uri="{FF2B5EF4-FFF2-40B4-BE49-F238E27FC236}">
                  <a16:creationId xmlns:a16="http://schemas.microsoft.com/office/drawing/2014/main" id="{37FF91DF-8A38-CB85-43AE-EAFF1D1D6414}"/>
                </a:ext>
              </a:extLst>
            </p:cNvPr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12;p13">
              <a:extLst>
                <a:ext uri="{FF2B5EF4-FFF2-40B4-BE49-F238E27FC236}">
                  <a16:creationId xmlns:a16="http://schemas.microsoft.com/office/drawing/2014/main" id="{83AF7C3E-B484-3314-3DB1-69B326BE2A6A}"/>
                </a:ext>
              </a:extLst>
            </p:cNvPr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813;p13">
              <a:extLst>
                <a:ext uri="{FF2B5EF4-FFF2-40B4-BE49-F238E27FC236}">
                  <a16:creationId xmlns:a16="http://schemas.microsoft.com/office/drawing/2014/main" id="{80367E54-A784-1C73-56FC-09B27F7935C8}"/>
                </a:ext>
              </a:extLst>
            </p:cNvPr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814;p13">
              <a:extLst>
                <a:ext uri="{FF2B5EF4-FFF2-40B4-BE49-F238E27FC236}">
                  <a16:creationId xmlns:a16="http://schemas.microsoft.com/office/drawing/2014/main" id="{535EF183-8FBC-CAA7-C001-0A551AE90980}"/>
                </a:ext>
              </a:extLst>
            </p:cNvPr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815;p13">
              <a:extLst>
                <a:ext uri="{FF2B5EF4-FFF2-40B4-BE49-F238E27FC236}">
                  <a16:creationId xmlns:a16="http://schemas.microsoft.com/office/drawing/2014/main" id="{62EC26A5-989C-5CD7-A86A-1120B3C8A3FF}"/>
                </a:ext>
              </a:extLst>
            </p:cNvPr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816;p13">
              <a:extLst>
                <a:ext uri="{FF2B5EF4-FFF2-40B4-BE49-F238E27FC236}">
                  <a16:creationId xmlns:a16="http://schemas.microsoft.com/office/drawing/2014/main" id="{625DCFB0-3E21-7317-BF5F-EA110A1AD106}"/>
                </a:ext>
              </a:extLst>
            </p:cNvPr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817;p13">
              <a:extLst>
                <a:ext uri="{FF2B5EF4-FFF2-40B4-BE49-F238E27FC236}">
                  <a16:creationId xmlns:a16="http://schemas.microsoft.com/office/drawing/2014/main" id="{5C1DA746-9782-AFF0-11FC-5BD38E99936F}"/>
                </a:ext>
              </a:extLst>
            </p:cNvPr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" name="Google Shape;1950;p13">
            <a:extLst>
              <a:ext uri="{FF2B5EF4-FFF2-40B4-BE49-F238E27FC236}">
                <a16:creationId xmlns:a16="http://schemas.microsoft.com/office/drawing/2014/main" id="{BE42B4BE-7E0F-4222-0009-5347257D4D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8460" y="4944533"/>
            <a:ext cx="1653540" cy="191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 descr="A black and white logo&#10;&#10;AI-generated content may be incorrect.">
            <a:extLst>
              <a:ext uri="{FF2B5EF4-FFF2-40B4-BE49-F238E27FC236}">
                <a16:creationId xmlns:a16="http://schemas.microsoft.com/office/drawing/2014/main" id="{365EC976-A808-5E38-E542-C2C6CEEBF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6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3"/>
          <p:cNvSpPr txBox="1">
            <a:spLocks noGrp="1"/>
          </p:cNvSpPr>
          <p:nvPr>
            <p:ph type="title"/>
          </p:nvPr>
        </p:nvSpPr>
        <p:spPr>
          <a:xfrm>
            <a:off x="3559267" y="112621"/>
            <a:ext cx="4005600" cy="13351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IN" dirty="0">
                <a:solidFill>
                  <a:srgbClr val="573E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>
              <a:solidFill>
                <a:srgbClr val="573E1B"/>
              </a:solidFill>
            </a:endParaRPr>
          </a:p>
        </p:txBody>
      </p:sp>
      <p:sp>
        <p:nvSpPr>
          <p:cNvPr id="1782" name="Google Shape;1782;p13"/>
          <p:cNvSpPr txBox="1"/>
          <p:nvPr/>
        </p:nvSpPr>
        <p:spPr>
          <a:xfrm>
            <a:off x="0" y="1930400"/>
            <a:ext cx="12260000" cy="320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Paneer and cheese processing combine traditional knowledge with modern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     technology.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Understanding processing principles ensures quality and preservation.</a:t>
            </a:r>
            <a:endParaRPr sz="2400" dirty="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Hurdle technology enhances product stability and shelf life.</a:t>
            </a:r>
            <a:endParaRPr sz="2400" dirty="0"/>
          </a:p>
          <a:p>
            <a:pPr marL="380990" indent="-380990">
              <a:lnSpc>
                <a:spcPct val="150000"/>
              </a:lnSpc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667" dirty="0">
                <a:solidFill>
                  <a:srgbClr val="412E14"/>
                </a:solidFill>
                <a:latin typeface="Calibri"/>
                <a:ea typeface="Calibri"/>
                <a:cs typeface="Calibri"/>
                <a:sym typeface="Calibri"/>
              </a:rPr>
              <a:t>Dairy processing continues to play a vital role in nutrition and food industry growth.</a:t>
            </a:r>
            <a:endParaRPr sz="2400" dirty="0"/>
          </a:p>
        </p:txBody>
      </p:sp>
      <p:pic>
        <p:nvPicPr>
          <p:cNvPr id="1783" name="Google Shape;178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17" y="144224"/>
            <a:ext cx="1361337" cy="1693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4" name="Google Shape;1784;p13"/>
          <p:cNvGrpSpPr/>
          <p:nvPr/>
        </p:nvGrpSpPr>
        <p:grpSpPr>
          <a:xfrm>
            <a:off x="10724091" y="1"/>
            <a:ext cx="1104055" cy="1057487"/>
            <a:chOff x="0" y="0"/>
            <a:chExt cx="828650" cy="793641"/>
          </a:xfrm>
        </p:grpSpPr>
        <p:sp>
          <p:nvSpPr>
            <p:cNvPr id="1785" name="Google Shape;1785;p13"/>
            <p:cNvSpPr/>
            <p:nvPr/>
          </p:nvSpPr>
          <p:spPr>
            <a:xfrm>
              <a:off x="0" y="0"/>
              <a:ext cx="119836" cy="270966"/>
            </a:xfrm>
            <a:custGeom>
              <a:avLst/>
              <a:gdLst/>
              <a:ahLst/>
              <a:cxnLst/>
              <a:rect l="l" t="t" r="r" b="b"/>
              <a:pathLst>
                <a:path w="119836" h="270966" extrusionOk="0">
                  <a:moveTo>
                    <a:pt x="0" y="0"/>
                  </a:moveTo>
                  <a:lnTo>
                    <a:pt x="39441" y="0"/>
                  </a:lnTo>
                  <a:lnTo>
                    <a:pt x="41015" y="1101"/>
                  </a:lnTo>
                  <a:cubicBezTo>
                    <a:pt x="65299" y="18181"/>
                    <a:pt x="86625" y="33386"/>
                    <a:pt x="90186" y="36553"/>
                  </a:cubicBezTo>
                  <a:cubicBezTo>
                    <a:pt x="91572" y="37467"/>
                    <a:pt x="92675" y="37877"/>
                    <a:pt x="93526" y="37877"/>
                  </a:cubicBezTo>
                  <a:cubicBezTo>
                    <a:pt x="94124" y="37877"/>
                    <a:pt x="94597" y="37656"/>
                    <a:pt x="94912" y="37341"/>
                  </a:cubicBezTo>
                  <a:cubicBezTo>
                    <a:pt x="95700" y="35765"/>
                    <a:pt x="98064" y="35765"/>
                    <a:pt x="101247" y="35765"/>
                  </a:cubicBezTo>
                  <a:cubicBezTo>
                    <a:pt x="102160" y="35860"/>
                    <a:pt x="102917" y="35923"/>
                    <a:pt x="103515" y="35923"/>
                  </a:cubicBezTo>
                  <a:cubicBezTo>
                    <a:pt x="107486" y="35923"/>
                    <a:pt x="103705" y="33118"/>
                    <a:pt x="88610" y="20765"/>
                  </a:cubicBezTo>
                  <a:lnTo>
                    <a:pt x="57713" y="0"/>
                  </a:lnTo>
                  <a:lnTo>
                    <a:pt x="78891" y="0"/>
                  </a:lnTo>
                  <a:lnTo>
                    <a:pt x="79125" y="1795"/>
                  </a:lnTo>
                  <a:cubicBezTo>
                    <a:pt x="87035" y="8129"/>
                    <a:pt x="96488" y="12068"/>
                    <a:pt x="119398" y="16795"/>
                  </a:cubicBezTo>
                  <a:lnTo>
                    <a:pt x="119836" y="16874"/>
                  </a:lnTo>
                  <a:lnTo>
                    <a:pt x="119836" y="20158"/>
                  </a:lnTo>
                  <a:lnTo>
                    <a:pt x="116246" y="19190"/>
                  </a:lnTo>
                  <a:cubicBezTo>
                    <a:pt x="109913" y="17992"/>
                    <a:pt x="105973" y="17393"/>
                    <a:pt x="103894" y="17393"/>
                  </a:cubicBezTo>
                  <a:cubicBezTo>
                    <a:pt x="101814" y="17393"/>
                    <a:pt x="101625" y="17992"/>
                    <a:pt x="102822" y="19190"/>
                  </a:cubicBezTo>
                  <a:lnTo>
                    <a:pt x="119836" y="27413"/>
                  </a:lnTo>
                  <a:lnTo>
                    <a:pt x="119836" y="45621"/>
                  </a:lnTo>
                  <a:lnTo>
                    <a:pt x="117527" y="43860"/>
                  </a:lnTo>
                  <a:cubicBezTo>
                    <a:pt x="113875" y="41682"/>
                    <a:pt x="111110" y="40886"/>
                    <a:pt x="107549" y="40492"/>
                  </a:cubicBezTo>
                  <a:cubicBezTo>
                    <a:pt x="105185" y="40114"/>
                    <a:pt x="103012" y="39925"/>
                    <a:pt x="101436" y="39925"/>
                  </a:cubicBezTo>
                  <a:cubicBezTo>
                    <a:pt x="99860" y="39925"/>
                    <a:pt x="98852" y="40114"/>
                    <a:pt x="98852" y="40492"/>
                  </a:cubicBezTo>
                  <a:cubicBezTo>
                    <a:pt x="102034" y="44463"/>
                    <a:pt x="105185" y="47614"/>
                    <a:pt x="109125" y="49977"/>
                  </a:cubicBezTo>
                  <a:lnTo>
                    <a:pt x="119836" y="58860"/>
                  </a:lnTo>
                  <a:lnTo>
                    <a:pt x="119836" y="98488"/>
                  </a:lnTo>
                  <a:lnTo>
                    <a:pt x="116022" y="89930"/>
                  </a:lnTo>
                  <a:cubicBezTo>
                    <a:pt x="113332" y="84558"/>
                    <a:pt x="111275" y="81301"/>
                    <a:pt x="110322" y="81301"/>
                  </a:cubicBezTo>
                  <a:cubicBezTo>
                    <a:pt x="110165" y="81301"/>
                    <a:pt x="110007" y="81364"/>
                    <a:pt x="109913" y="81584"/>
                  </a:cubicBezTo>
                  <a:cubicBezTo>
                    <a:pt x="112307" y="87887"/>
                    <a:pt x="114671" y="94221"/>
                    <a:pt x="118610" y="100523"/>
                  </a:cubicBezTo>
                  <a:lnTo>
                    <a:pt x="119836" y="103532"/>
                  </a:lnTo>
                  <a:lnTo>
                    <a:pt x="119836" y="126222"/>
                  </a:lnTo>
                  <a:lnTo>
                    <a:pt x="118588" y="122072"/>
                  </a:lnTo>
                  <a:cubicBezTo>
                    <a:pt x="107994" y="93126"/>
                    <a:pt x="92739" y="66183"/>
                    <a:pt x="81488" y="57887"/>
                  </a:cubicBezTo>
                  <a:cubicBezTo>
                    <a:pt x="77549" y="54704"/>
                    <a:pt x="72791" y="51553"/>
                    <a:pt x="71215" y="49977"/>
                  </a:cubicBezTo>
                  <a:cubicBezTo>
                    <a:pt x="70995" y="49820"/>
                    <a:pt x="70837" y="49757"/>
                    <a:pt x="70711" y="49757"/>
                  </a:cubicBezTo>
                  <a:cubicBezTo>
                    <a:pt x="69608" y="49757"/>
                    <a:pt x="73327" y="56532"/>
                    <a:pt x="78337" y="66553"/>
                  </a:cubicBezTo>
                  <a:cubicBezTo>
                    <a:pt x="86215" y="81584"/>
                    <a:pt x="92549" y="96584"/>
                    <a:pt x="98064" y="112372"/>
                  </a:cubicBezTo>
                  <a:cubicBezTo>
                    <a:pt x="103200" y="127372"/>
                    <a:pt x="111496" y="157585"/>
                    <a:pt x="118114" y="184343"/>
                  </a:cubicBezTo>
                  <a:lnTo>
                    <a:pt x="119836" y="191548"/>
                  </a:lnTo>
                  <a:lnTo>
                    <a:pt x="119836" y="206453"/>
                  </a:lnTo>
                  <a:lnTo>
                    <a:pt x="113095" y="182676"/>
                  </a:lnTo>
                  <a:cubicBezTo>
                    <a:pt x="99671" y="130523"/>
                    <a:pt x="90186" y="101311"/>
                    <a:pt x="78337" y="78402"/>
                  </a:cubicBezTo>
                  <a:cubicBezTo>
                    <a:pt x="76541" y="75124"/>
                    <a:pt x="75406" y="73297"/>
                    <a:pt x="75028" y="73297"/>
                  </a:cubicBezTo>
                  <a:cubicBezTo>
                    <a:pt x="74398" y="73297"/>
                    <a:pt x="75690" y="78181"/>
                    <a:pt x="79125" y="89462"/>
                  </a:cubicBezTo>
                  <a:cubicBezTo>
                    <a:pt x="96488" y="153433"/>
                    <a:pt x="98852" y="166069"/>
                    <a:pt x="105973" y="193706"/>
                  </a:cubicBezTo>
                  <a:cubicBezTo>
                    <a:pt x="109125" y="203979"/>
                    <a:pt x="111488" y="215040"/>
                    <a:pt x="111488" y="226101"/>
                  </a:cubicBezTo>
                  <a:cubicBezTo>
                    <a:pt x="110306" y="227676"/>
                    <a:pt x="113071" y="236563"/>
                    <a:pt x="116924" y="245449"/>
                  </a:cubicBezTo>
                  <a:lnTo>
                    <a:pt x="119836" y="251247"/>
                  </a:lnTo>
                  <a:lnTo>
                    <a:pt x="119836" y="270966"/>
                  </a:lnTo>
                  <a:lnTo>
                    <a:pt x="117822" y="267161"/>
                  </a:lnTo>
                  <a:cubicBezTo>
                    <a:pt x="107549" y="253737"/>
                    <a:pt x="88610" y="194525"/>
                    <a:pt x="75974" y="137645"/>
                  </a:cubicBezTo>
                  <a:cubicBezTo>
                    <a:pt x="65701" y="89462"/>
                    <a:pt x="55427" y="59463"/>
                    <a:pt x="40427" y="34977"/>
                  </a:cubicBezTo>
                  <a:cubicBezTo>
                    <a:pt x="35086" y="26091"/>
                    <a:pt x="32421" y="22983"/>
                    <a:pt x="10431" y="73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119836" y="191548"/>
              <a:ext cx="9441" cy="44038"/>
            </a:xfrm>
            <a:custGeom>
              <a:avLst/>
              <a:gdLst/>
              <a:ahLst/>
              <a:cxnLst/>
              <a:rect l="l" t="t" r="r" b="b"/>
              <a:pathLst>
                <a:path w="9441" h="44038" extrusionOk="0">
                  <a:moveTo>
                    <a:pt x="0" y="0"/>
                  </a:moveTo>
                  <a:lnTo>
                    <a:pt x="2851" y="11924"/>
                  </a:lnTo>
                  <a:cubicBezTo>
                    <a:pt x="6958" y="29822"/>
                    <a:pt x="9441" y="43152"/>
                    <a:pt x="8259" y="44038"/>
                  </a:cubicBezTo>
                  <a:lnTo>
                    <a:pt x="0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119836" y="103532"/>
              <a:ext cx="74475" cy="287482"/>
            </a:xfrm>
            <a:custGeom>
              <a:avLst/>
              <a:gdLst/>
              <a:ahLst/>
              <a:cxnLst/>
              <a:rect l="l" t="t" r="r" b="b"/>
              <a:pathLst>
                <a:path w="74475" h="287482" extrusionOk="0">
                  <a:moveTo>
                    <a:pt x="0" y="0"/>
                  </a:moveTo>
                  <a:lnTo>
                    <a:pt x="7857" y="19277"/>
                  </a:lnTo>
                  <a:cubicBezTo>
                    <a:pt x="16153" y="43492"/>
                    <a:pt x="22676" y="76379"/>
                    <a:pt x="32745" y="143903"/>
                  </a:cubicBezTo>
                  <a:cubicBezTo>
                    <a:pt x="42230" y="201539"/>
                    <a:pt x="50896" y="237873"/>
                    <a:pt x="58017" y="241024"/>
                  </a:cubicBezTo>
                  <a:lnTo>
                    <a:pt x="74475" y="267393"/>
                  </a:lnTo>
                  <a:lnTo>
                    <a:pt x="74475" y="287482"/>
                  </a:lnTo>
                  <a:lnTo>
                    <a:pt x="63532" y="271056"/>
                  </a:lnTo>
                  <a:cubicBezTo>
                    <a:pt x="61169" y="269480"/>
                    <a:pt x="58805" y="266297"/>
                    <a:pt x="58017" y="263934"/>
                  </a:cubicBezTo>
                  <a:cubicBezTo>
                    <a:pt x="56442" y="259995"/>
                    <a:pt x="54047" y="257631"/>
                    <a:pt x="51684" y="257631"/>
                  </a:cubicBezTo>
                  <a:cubicBezTo>
                    <a:pt x="48532" y="256844"/>
                    <a:pt x="45381" y="255268"/>
                    <a:pt x="43018" y="252873"/>
                  </a:cubicBezTo>
                  <a:cubicBezTo>
                    <a:pt x="31169" y="233146"/>
                    <a:pt x="20896" y="212600"/>
                    <a:pt x="12198" y="190478"/>
                  </a:cubicBezTo>
                  <a:lnTo>
                    <a:pt x="0" y="167434"/>
                  </a:lnTo>
                  <a:lnTo>
                    <a:pt x="0" y="147715"/>
                  </a:lnTo>
                  <a:lnTo>
                    <a:pt x="3324" y="154333"/>
                  </a:lnTo>
                  <a:cubicBezTo>
                    <a:pt x="5436" y="157863"/>
                    <a:pt x="7463" y="160478"/>
                    <a:pt x="9047" y="161266"/>
                  </a:cubicBezTo>
                  <a:cubicBezTo>
                    <a:pt x="11411" y="162842"/>
                    <a:pt x="16137" y="170751"/>
                    <a:pt x="21684" y="186539"/>
                  </a:cubicBezTo>
                  <a:cubicBezTo>
                    <a:pt x="27986" y="205510"/>
                    <a:pt x="35895" y="223661"/>
                    <a:pt x="45381" y="241024"/>
                  </a:cubicBezTo>
                  <a:cubicBezTo>
                    <a:pt x="47429" y="243797"/>
                    <a:pt x="48879" y="245940"/>
                    <a:pt x="49257" y="245940"/>
                  </a:cubicBezTo>
                  <a:cubicBezTo>
                    <a:pt x="49288" y="245940"/>
                    <a:pt x="49320" y="245877"/>
                    <a:pt x="49320" y="245783"/>
                  </a:cubicBezTo>
                  <a:cubicBezTo>
                    <a:pt x="49320" y="245783"/>
                    <a:pt x="45381" y="233934"/>
                    <a:pt x="40623" y="220510"/>
                  </a:cubicBezTo>
                  <a:cubicBezTo>
                    <a:pt x="31957" y="192085"/>
                    <a:pt x="26410" y="162842"/>
                    <a:pt x="22471" y="133630"/>
                  </a:cubicBezTo>
                  <a:cubicBezTo>
                    <a:pt x="16957" y="99659"/>
                    <a:pt x="10623" y="60962"/>
                    <a:pt x="7471" y="47537"/>
                  </a:cubicBezTo>
                  <a:lnTo>
                    <a:pt x="0" y="2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119836" y="58860"/>
              <a:ext cx="74475" cy="138092"/>
            </a:xfrm>
            <a:custGeom>
              <a:avLst/>
              <a:gdLst/>
              <a:ahLst/>
              <a:cxnLst/>
              <a:rect l="l" t="t" r="r" b="b"/>
              <a:pathLst>
                <a:path w="74475" h="138092" extrusionOk="0">
                  <a:moveTo>
                    <a:pt x="0" y="0"/>
                  </a:moveTo>
                  <a:lnTo>
                    <a:pt x="1843" y="1528"/>
                  </a:lnTo>
                  <a:cubicBezTo>
                    <a:pt x="16921" y="14131"/>
                    <a:pt x="38805" y="32662"/>
                    <a:pt x="60578" y="51247"/>
                  </a:cubicBezTo>
                  <a:lnTo>
                    <a:pt x="74475" y="63180"/>
                  </a:lnTo>
                  <a:lnTo>
                    <a:pt x="74475" y="92226"/>
                  </a:lnTo>
                  <a:lnTo>
                    <a:pt x="73805" y="91422"/>
                  </a:lnTo>
                  <a:lnTo>
                    <a:pt x="67502" y="86695"/>
                  </a:lnTo>
                  <a:lnTo>
                    <a:pt x="70654" y="93785"/>
                  </a:lnTo>
                  <a:lnTo>
                    <a:pt x="74475" y="104877"/>
                  </a:lnTo>
                  <a:lnTo>
                    <a:pt x="74475" y="132639"/>
                  </a:lnTo>
                  <a:lnTo>
                    <a:pt x="69888" y="116264"/>
                  </a:lnTo>
                  <a:cubicBezTo>
                    <a:pt x="60869" y="85502"/>
                    <a:pt x="55938" y="76804"/>
                    <a:pt x="48532" y="70875"/>
                  </a:cubicBezTo>
                  <a:lnTo>
                    <a:pt x="42230" y="65361"/>
                  </a:lnTo>
                  <a:lnTo>
                    <a:pt x="49320" y="82724"/>
                  </a:lnTo>
                  <a:cubicBezTo>
                    <a:pt x="51684" y="89058"/>
                    <a:pt x="54047" y="95361"/>
                    <a:pt x="54047" y="101695"/>
                  </a:cubicBezTo>
                  <a:cubicBezTo>
                    <a:pt x="49320" y="95361"/>
                    <a:pt x="45381" y="88270"/>
                    <a:pt x="43018" y="80361"/>
                  </a:cubicBezTo>
                  <a:cubicBezTo>
                    <a:pt x="40623" y="70875"/>
                    <a:pt x="35895" y="62209"/>
                    <a:pt x="29593" y="54300"/>
                  </a:cubicBezTo>
                  <a:cubicBezTo>
                    <a:pt x="28238" y="53354"/>
                    <a:pt x="27293" y="52756"/>
                    <a:pt x="26725" y="52756"/>
                  </a:cubicBezTo>
                  <a:cubicBezTo>
                    <a:pt x="24929" y="52756"/>
                    <a:pt x="27103" y="58617"/>
                    <a:pt x="34320" y="77209"/>
                  </a:cubicBezTo>
                  <a:cubicBezTo>
                    <a:pt x="48091" y="114678"/>
                    <a:pt x="55937" y="138092"/>
                    <a:pt x="52818" y="138092"/>
                  </a:cubicBezTo>
                  <a:cubicBezTo>
                    <a:pt x="52724" y="138092"/>
                    <a:pt x="52597" y="138060"/>
                    <a:pt x="52471" y="138029"/>
                  </a:cubicBezTo>
                  <a:cubicBezTo>
                    <a:pt x="48532" y="130907"/>
                    <a:pt x="44593" y="123029"/>
                    <a:pt x="43018" y="115119"/>
                  </a:cubicBezTo>
                  <a:cubicBezTo>
                    <a:pt x="30381" y="76422"/>
                    <a:pt x="15349" y="42451"/>
                    <a:pt x="9047" y="37724"/>
                  </a:cubicBezTo>
                  <a:lnTo>
                    <a:pt x="2713" y="32966"/>
                  </a:lnTo>
                  <a:lnTo>
                    <a:pt x="9047" y="47209"/>
                  </a:lnTo>
                  <a:cubicBezTo>
                    <a:pt x="19320" y="73270"/>
                    <a:pt x="27198" y="100119"/>
                    <a:pt x="34320" y="127755"/>
                  </a:cubicBezTo>
                  <a:cubicBezTo>
                    <a:pt x="34541" y="130308"/>
                    <a:pt x="34383" y="131537"/>
                    <a:pt x="33974" y="131537"/>
                  </a:cubicBezTo>
                  <a:cubicBezTo>
                    <a:pt x="32807" y="131537"/>
                    <a:pt x="29467" y="122398"/>
                    <a:pt x="24835" y="105634"/>
                  </a:cubicBezTo>
                  <a:cubicBezTo>
                    <a:pt x="20297" y="90098"/>
                    <a:pt x="12663" y="69300"/>
                    <a:pt x="5687" y="52385"/>
                  </a:cubicBezTo>
                  <a:lnTo>
                    <a:pt x="0" y="39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119836" y="16874"/>
              <a:ext cx="74475" cy="93619"/>
            </a:xfrm>
            <a:custGeom>
              <a:avLst/>
              <a:gdLst/>
              <a:ahLst/>
              <a:cxnLst/>
              <a:rect l="l" t="t" r="r" b="b"/>
              <a:pathLst>
                <a:path w="74475" h="93619" extrusionOk="0">
                  <a:moveTo>
                    <a:pt x="0" y="0"/>
                  </a:moveTo>
                  <a:lnTo>
                    <a:pt x="43790" y="7925"/>
                  </a:lnTo>
                  <a:lnTo>
                    <a:pt x="74475" y="10592"/>
                  </a:lnTo>
                  <a:lnTo>
                    <a:pt x="74475" y="18348"/>
                  </a:lnTo>
                  <a:lnTo>
                    <a:pt x="62636" y="17735"/>
                  </a:lnTo>
                  <a:cubicBezTo>
                    <a:pt x="51536" y="17318"/>
                    <a:pt x="41245" y="17095"/>
                    <a:pt x="32555" y="17095"/>
                  </a:cubicBezTo>
                  <a:cubicBezTo>
                    <a:pt x="16074" y="17095"/>
                    <a:pt x="5360" y="17914"/>
                    <a:pt x="5896" y="19679"/>
                  </a:cubicBezTo>
                  <a:cubicBezTo>
                    <a:pt x="16137" y="22042"/>
                    <a:pt x="26410" y="24406"/>
                    <a:pt x="36683" y="25194"/>
                  </a:cubicBezTo>
                  <a:lnTo>
                    <a:pt x="74475" y="32968"/>
                  </a:lnTo>
                  <a:lnTo>
                    <a:pt x="74475" y="36398"/>
                  </a:lnTo>
                  <a:lnTo>
                    <a:pt x="53637" y="32595"/>
                  </a:lnTo>
                  <a:cubicBezTo>
                    <a:pt x="37235" y="29834"/>
                    <a:pt x="24157" y="28124"/>
                    <a:pt x="18658" y="28124"/>
                  </a:cubicBezTo>
                  <a:cubicBezTo>
                    <a:pt x="16263" y="28124"/>
                    <a:pt x="15286" y="28439"/>
                    <a:pt x="16137" y="29164"/>
                  </a:cubicBezTo>
                  <a:cubicBezTo>
                    <a:pt x="31169" y="33891"/>
                    <a:pt x="46956" y="37830"/>
                    <a:pt x="62744" y="41013"/>
                  </a:cubicBezTo>
                  <a:lnTo>
                    <a:pt x="74475" y="43512"/>
                  </a:lnTo>
                  <a:lnTo>
                    <a:pt x="74475" y="47972"/>
                  </a:lnTo>
                  <a:lnTo>
                    <a:pt x="48536" y="42096"/>
                  </a:lnTo>
                  <a:cubicBezTo>
                    <a:pt x="40244" y="40422"/>
                    <a:pt x="34320" y="39437"/>
                    <a:pt x="32745" y="39437"/>
                  </a:cubicBezTo>
                  <a:cubicBezTo>
                    <a:pt x="31169" y="39154"/>
                    <a:pt x="30097" y="38996"/>
                    <a:pt x="29562" y="38996"/>
                  </a:cubicBezTo>
                  <a:cubicBezTo>
                    <a:pt x="28427" y="38996"/>
                    <a:pt x="29309" y="39689"/>
                    <a:pt x="31957" y="41801"/>
                  </a:cubicBezTo>
                  <a:cubicBezTo>
                    <a:pt x="43018" y="46528"/>
                    <a:pt x="54866" y="49679"/>
                    <a:pt x="67502" y="52074"/>
                  </a:cubicBezTo>
                  <a:lnTo>
                    <a:pt x="74475" y="53507"/>
                  </a:lnTo>
                  <a:lnTo>
                    <a:pt x="74475" y="58140"/>
                  </a:lnTo>
                  <a:lnTo>
                    <a:pt x="46169" y="53649"/>
                  </a:lnTo>
                  <a:cubicBezTo>
                    <a:pt x="44987" y="55422"/>
                    <a:pt x="50009" y="58081"/>
                    <a:pt x="64599" y="61972"/>
                  </a:cubicBezTo>
                  <a:lnTo>
                    <a:pt x="74475" y="64351"/>
                  </a:lnTo>
                  <a:lnTo>
                    <a:pt x="74475" y="68879"/>
                  </a:lnTo>
                  <a:lnTo>
                    <a:pt x="58017" y="65498"/>
                  </a:lnTo>
                  <a:lnTo>
                    <a:pt x="65108" y="71801"/>
                  </a:lnTo>
                  <a:lnTo>
                    <a:pt x="74475" y="76016"/>
                  </a:lnTo>
                  <a:lnTo>
                    <a:pt x="74475" y="93619"/>
                  </a:lnTo>
                  <a:lnTo>
                    <a:pt x="48117" y="69399"/>
                  </a:lnTo>
                  <a:cubicBezTo>
                    <a:pt x="41605" y="63704"/>
                    <a:pt x="37329" y="60352"/>
                    <a:pt x="35108" y="59164"/>
                  </a:cubicBezTo>
                  <a:cubicBezTo>
                    <a:pt x="31169" y="57589"/>
                    <a:pt x="29593" y="55225"/>
                    <a:pt x="29593" y="54437"/>
                  </a:cubicBezTo>
                  <a:cubicBezTo>
                    <a:pt x="24835" y="48103"/>
                    <a:pt x="19320" y="43376"/>
                    <a:pt x="12986" y="38650"/>
                  </a:cubicBezTo>
                  <a:lnTo>
                    <a:pt x="0" y="28747"/>
                  </a:lnTo>
                  <a:lnTo>
                    <a:pt x="0" y="10539"/>
                  </a:lnTo>
                  <a:lnTo>
                    <a:pt x="917" y="10982"/>
                  </a:lnTo>
                  <a:cubicBezTo>
                    <a:pt x="2839" y="10982"/>
                    <a:pt x="4761" y="10729"/>
                    <a:pt x="6683" y="10194"/>
                  </a:cubicBezTo>
                  <a:cubicBezTo>
                    <a:pt x="16957" y="8618"/>
                    <a:pt x="20108" y="7830"/>
                    <a:pt x="14562" y="7042"/>
                  </a:cubicBezTo>
                  <a:cubicBezTo>
                    <a:pt x="14167" y="7042"/>
                    <a:pt x="11804" y="6452"/>
                    <a:pt x="8452" y="5565"/>
                  </a:cubicBezTo>
                  <a:lnTo>
                    <a:pt x="0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228400" y="250838"/>
              <a:ext cx="70682" cy="220862"/>
            </a:xfrm>
            <a:custGeom>
              <a:avLst/>
              <a:gdLst/>
              <a:ahLst/>
              <a:cxnLst/>
              <a:rect l="l" t="t" r="r" b="b"/>
              <a:pathLst>
                <a:path w="70682" h="220862" extrusionOk="0">
                  <a:moveTo>
                    <a:pt x="2899" y="0"/>
                  </a:moveTo>
                  <a:cubicBezTo>
                    <a:pt x="5010" y="0"/>
                    <a:pt x="7910" y="9454"/>
                    <a:pt x="14999" y="35294"/>
                  </a:cubicBezTo>
                  <a:cubicBezTo>
                    <a:pt x="33939" y="104779"/>
                    <a:pt x="58424" y="180598"/>
                    <a:pt x="70273" y="204296"/>
                  </a:cubicBezTo>
                  <a:lnTo>
                    <a:pt x="70682" y="205017"/>
                  </a:lnTo>
                  <a:lnTo>
                    <a:pt x="70682" y="220862"/>
                  </a:lnTo>
                  <a:lnTo>
                    <a:pt x="62395" y="202720"/>
                  </a:lnTo>
                  <a:cubicBezTo>
                    <a:pt x="51334" y="179810"/>
                    <a:pt x="0" y="5263"/>
                    <a:pt x="1575" y="1324"/>
                  </a:cubicBezTo>
                  <a:cubicBezTo>
                    <a:pt x="2017" y="473"/>
                    <a:pt x="2426" y="0"/>
                    <a:pt x="28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194311" y="163737"/>
              <a:ext cx="104771" cy="322624"/>
            </a:xfrm>
            <a:custGeom>
              <a:avLst/>
              <a:gdLst/>
              <a:ahLst/>
              <a:cxnLst/>
              <a:rect l="l" t="t" r="r" b="b"/>
              <a:pathLst>
                <a:path w="104771" h="322624" extrusionOk="0">
                  <a:moveTo>
                    <a:pt x="0" y="0"/>
                  </a:moveTo>
                  <a:lnTo>
                    <a:pt x="555" y="1610"/>
                  </a:lnTo>
                  <a:cubicBezTo>
                    <a:pt x="5846" y="18977"/>
                    <a:pt x="14141" y="51114"/>
                    <a:pt x="27755" y="105000"/>
                  </a:cubicBezTo>
                  <a:cubicBezTo>
                    <a:pt x="40391" y="159517"/>
                    <a:pt x="57786" y="213214"/>
                    <a:pt x="79877" y="265336"/>
                  </a:cubicBezTo>
                  <a:cubicBezTo>
                    <a:pt x="86683" y="280604"/>
                    <a:pt x="95900" y="297502"/>
                    <a:pt x="101161" y="304997"/>
                  </a:cubicBezTo>
                  <a:lnTo>
                    <a:pt x="104771" y="308848"/>
                  </a:lnTo>
                  <a:lnTo>
                    <a:pt x="104771" y="322624"/>
                  </a:lnTo>
                  <a:lnTo>
                    <a:pt x="102786" y="320640"/>
                  </a:lnTo>
                  <a:cubicBezTo>
                    <a:pt x="91189" y="307815"/>
                    <a:pt x="87628" y="303970"/>
                    <a:pt x="85139" y="303970"/>
                  </a:cubicBezTo>
                  <a:cubicBezTo>
                    <a:pt x="84415" y="303970"/>
                    <a:pt x="83753" y="304285"/>
                    <a:pt x="83059" y="304821"/>
                  </a:cubicBezTo>
                  <a:cubicBezTo>
                    <a:pt x="81988" y="305420"/>
                    <a:pt x="80885" y="305735"/>
                    <a:pt x="79687" y="305735"/>
                  </a:cubicBezTo>
                  <a:cubicBezTo>
                    <a:pt x="74582" y="305735"/>
                    <a:pt x="67838" y="300094"/>
                    <a:pt x="56998" y="286670"/>
                  </a:cubicBezTo>
                  <a:cubicBezTo>
                    <a:pt x="47545" y="276523"/>
                    <a:pt x="43448" y="272363"/>
                    <a:pt x="41022" y="272363"/>
                  </a:cubicBezTo>
                  <a:cubicBezTo>
                    <a:pt x="40801" y="272363"/>
                    <a:pt x="40580" y="272395"/>
                    <a:pt x="40391" y="272458"/>
                  </a:cubicBezTo>
                  <a:cubicBezTo>
                    <a:pt x="39603" y="272836"/>
                    <a:pt x="38627" y="273056"/>
                    <a:pt x="37650" y="273056"/>
                  </a:cubicBezTo>
                  <a:cubicBezTo>
                    <a:pt x="36642" y="273056"/>
                    <a:pt x="35664" y="272836"/>
                    <a:pt x="34877" y="272458"/>
                  </a:cubicBezTo>
                  <a:cubicBezTo>
                    <a:pt x="28542" y="269306"/>
                    <a:pt x="13543" y="250336"/>
                    <a:pt x="3270" y="232185"/>
                  </a:cubicBezTo>
                  <a:lnTo>
                    <a:pt x="0" y="227277"/>
                  </a:lnTo>
                  <a:lnTo>
                    <a:pt x="0" y="207188"/>
                  </a:lnTo>
                  <a:lnTo>
                    <a:pt x="3270" y="212426"/>
                  </a:lnTo>
                  <a:cubicBezTo>
                    <a:pt x="18301" y="239275"/>
                    <a:pt x="30118" y="257458"/>
                    <a:pt x="34877" y="259821"/>
                  </a:cubicBezTo>
                  <a:cubicBezTo>
                    <a:pt x="35097" y="260010"/>
                    <a:pt x="35349" y="260136"/>
                    <a:pt x="35633" y="260136"/>
                  </a:cubicBezTo>
                  <a:cubicBezTo>
                    <a:pt x="36452" y="260136"/>
                    <a:pt x="37461" y="259380"/>
                    <a:pt x="38028" y="258245"/>
                  </a:cubicBezTo>
                  <a:cubicBezTo>
                    <a:pt x="39036" y="256481"/>
                    <a:pt x="40297" y="255598"/>
                    <a:pt x="41778" y="255598"/>
                  </a:cubicBezTo>
                  <a:cubicBezTo>
                    <a:pt x="44960" y="255598"/>
                    <a:pt x="49247" y="259632"/>
                    <a:pt x="54604" y="267699"/>
                  </a:cubicBezTo>
                  <a:cubicBezTo>
                    <a:pt x="60937" y="278760"/>
                    <a:pt x="68847" y="288245"/>
                    <a:pt x="77513" y="297731"/>
                  </a:cubicBezTo>
                  <a:lnTo>
                    <a:pt x="82271" y="295367"/>
                  </a:lnTo>
                  <a:cubicBezTo>
                    <a:pt x="85423" y="293760"/>
                    <a:pt x="85423" y="291397"/>
                    <a:pt x="79877" y="281943"/>
                  </a:cubicBezTo>
                  <a:cubicBezTo>
                    <a:pt x="64877" y="250336"/>
                    <a:pt x="52240" y="217153"/>
                    <a:pt x="41179" y="184002"/>
                  </a:cubicBezTo>
                  <a:cubicBezTo>
                    <a:pt x="37240" y="172153"/>
                    <a:pt x="26179" y="131880"/>
                    <a:pt x="17481" y="94759"/>
                  </a:cubicBezTo>
                  <a:cubicBezTo>
                    <a:pt x="10966" y="69084"/>
                    <a:pt x="5735" y="48792"/>
                    <a:pt x="1369" y="32647"/>
                  </a:cubicBezTo>
                  <a:lnTo>
                    <a:pt x="0" y="27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194311" y="122040"/>
              <a:ext cx="104771" cy="196550"/>
            </a:xfrm>
            <a:custGeom>
              <a:avLst/>
              <a:gdLst/>
              <a:ahLst/>
              <a:cxnLst/>
              <a:rect l="l" t="t" r="r" b="b"/>
              <a:pathLst>
                <a:path w="104771" h="196550" extrusionOk="0">
                  <a:moveTo>
                    <a:pt x="0" y="0"/>
                  </a:moveTo>
                  <a:lnTo>
                    <a:pt x="27453" y="23572"/>
                  </a:lnTo>
                  <a:cubicBezTo>
                    <a:pt x="39820" y="34272"/>
                    <a:pt x="50089" y="43257"/>
                    <a:pt x="56211" y="48788"/>
                  </a:cubicBezTo>
                  <a:cubicBezTo>
                    <a:pt x="65365" y="57253"/>
                    <a:pt x="79470" y="70857"/>
                    <a:pt x="96575" y="87625"/>
                  </a:cubicBezTo>
                  <a:lnTo>
                    <a:pt x="104771" y="95745"/>
                  </a:lnTo>
                  <a:lnTo>
                    <a:pt x="104771" y="130240"/>
                  </a:lnTo>
                  <a:lnTo>
                    <a:pt x="101210" y="122244"/>
                  </a:lnTo>
                  <a:cubicBezTo>
                    <a:pt x="98847" y="119849"/>
                    <a:pt x="97272" y="118273"/>
                    <a:pt x="94120" y="116697"/>
                  </a:cubicBezTo>
                  <a:cubicBezTo>
                    <a:pt x="94120" y="116697"/>
                    <a:pt x="98060" y="133273"/>
                    <a:pt x="102786" y="153031"/>
                  </a:cubicBezTo>
                  <a:lnTo>
                    <a:pt x="104771" y="162742"/>
                  </a:lnTo>
                  <a:lnTo>
                    <a:pt x="104771" y="177310"/>
                  </a:lnTo>
                  <a:lnTo>
                    <a:pt x="103574" y="173577"/>
                  </a:lnTo>
                  <a:cubicBezTo>
                    <a:pt x="100289" y="162209"/>
                    <a:pt x="96310" y="146382"/>
                    <a:pt x="92513" y="128546"/>
                  </a:cubicBezTo>
                  <a:cubicBezTo>
                    <a:pt x="90937" y="120636"/>
                    <a:pt x="87787" y="112758"/>
                    <a:pt x="83847" y="105636"/>
                  </a:cubicBezTo>
                  <a:cubicBezTo>
                    <a:pt x="81893" y="103683"/>
                    <a:pt x="79939" y="102265"/>
                    <a:pt x="79310" y="102265"/>
                  </a:cubicBezTo>
                  <a:cubicBezTo>
                    <a:pt x="79183" y="102265"/>
                    <a:pt x="79089" y="102359"/>
                    <a:pt x="79089" y="102485"/>
                  </a:cubicBezTo>
                  <a:cubicBezTo>
                    <a:pt x="82271" y="123031"/>
                    <a:pt x="86999" y="142758"/>
                    <a:pt x="92513" y="162516"/>
                  </a:cubicBezTo>
                  <a:cubicBezTo>
                    <a:pt x="95696" y="169607"/>
                    <a:pt x="97272" y="176729"/>
                    <a:pt x="97272" y="184607"/>
                  </a:cubicBezTo>
                  <a:cubicBezTo>
                    <a:pt x="97240" y="184638"/>
                    <a:pt x="97208" y="184638"/>
                    <a:pt x="97177" y="184638"/>
                  </a:cubicBezTo>
                  <a:cubicBezTo>
                    <a:pt x="93868" y="184638"/>
                    <a:pt x="82996" y="147201"/>
                    <a:pt x="76726" y="117485"/>
                  </a:cubicBezTo>
                  <a:cubicBezTo>
                    <a:pt x="71998" y="94576"/>
                    <a:pt x="71210" y="92212"/>
                    <a:pt x="62513" y="84302"/>
                  </a:cubicBezTo>
                  <a:lnTo>
                    <a:pt x="53028" y="75637"/>
                  </a:lnTo>
                  <a:lnTo>
                    <a:pt x="54604" y="81939"/>
                  </a:lnTo>
                  <a:cubicBezTo>
                    <a:pt x="56211" y="90636"/>
                    <a:pt x="68847" y="137243"/>
                    <a:pt x="71998" y="147517"/>
                  </a:cubicBezTo>
                  <a:cubicBezTo>
                    <a:pt x="72786" y="152243"/>
                    <a:pt x="72786" y="156182"/>
                    <a:pt x="71998" y="156182"/>
                  </a:cubicBezTo>
                  <a:cubicBezTo>
                    <a:pt x="65665" y="142758"/>
                    <a:pt x="60937" y="128546"/>
                    <a:pt x="57786" y="114334"/>
                  </a:cubicBezTo>
                  <a:cubicBezTo>
                    <a:pt x="54604" y="99334"/>
                    <a:pt x="49876" y="83515"/>
                    <a:pt x="44362" y="68515"/>
                  </a:cubicBezTo>
                  <a:cubicBezTo>
                    <a:pt x="42187" y="65647"/>
                    <a:pt x="40706" y="64229"/>
                    <a:pt x="39856" y="64229"/>
                  </a:cubicBezTo>
                  <a:cubicBezTo>
                    <a:pt x="37902" y="64229"/>
                    <a:pt x="39383" y="71824"/>
                    <a:pt x="44362" y="86697"/>
                  </a:cubicBezTo>
                  <a:cubicBezTo>
                    <a:pt x="55392" y="119061"/>
                    <a:pt x="71998" y="196455"/>
                    <a:pt x="70422" y="196455"/>
                  </a:cubicBezTo>
                  <a:cubicBezTo>
                    <a:pt x="70360" y="196518"/>
                    <a:pt x="70297" y="196550"/>
                    <a:pt x="70202" y="196550"/>
                  </a:cubicBezTo>
                  <a:cubicBezTo>
                    <a:pt x="69288" y="196550"/>
                    <a:pt x="67146" y="192044"/>
                    <a:pt x="65665" y="186214"/>
                  </a:cubicBezTo>
                  <a:cubicBezTo>
                    <a:pt x="49088" y="112758"/>
                    <a:pt x="31725" y="56666"/>
                    <a:pt x="23028" y="48788"/>
                  </a:cubicBezTo>
                  <a:lnTo>
                    <a:pt x="17481" y="44029"/>
                  </a:lnTo>
                  <a:lnTo>
                    <a:pt x="20664" y="56666"/>
                  </a:lnTo>
                  <a:cubicBezTo>
                    <a:pt x="22240" y="63788"/>
                    <a:pt x="25391" y="74061"/>
                    <a:pt x="27755" y="80363"/>
                  </a:cubicBezTo>
                  <a:cubicBezTo>
                    <a:pt x="30623" y="88242"/>
                    <a:pt x="30906" y="94796"/>
                    <a:pt x="28574" y="94796"/>
                  </a:cubicBezTo>
                  <a:cubicBezTo>
                    <a:pt x="28322" y="94796"/>
                    <a:pt x="28070" y="94733"/>
                    <a:pt x="27755" y="94576"/>
                  </a:cubicBezTo>
                  <a:cubicBezTo>
                    <a:pt x="23816" y="85910"/>
                    <a:pt x="20664" y="77212"/>
                    <a:pt x="18301" y="67727"/>
                  </a:cubicBezTo>
                  <a:cubicBezTo>
                    <a:pt x="14346" y="53515"/>
                    <a:pt x="11778" y="45424"/>
                    <a:pt x="9111" y="39996"/>
                  </a:cubicBezTo>
                  <a:lnTo>
                    <a:pt x="0" y="29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194311" y="92890"/>
              <a:ext cx="104771" cy="119796"/>
            </a:xfrm>
            <a:custGeom>
              <a:avLst/>
              <a:gdLst/>
              <a:ahLst/>
              <a:cxnLst/>
              <a:rect l="l" t="t" r="r" b="b"/>
              <a:pathLst>
                <a:path w="104771" h="119796" extrusionOk="0">
                  <a:moveTo>
                    <a:pt x="0" y="0"/>
                  </a:moveTo>
                  <a:lnTo>
                    <a:pt x="3238" y="1457"/>
                  </a:lnTo>
                  <a:cubicBezTo>
                    <a:pt x="4026" y="1457"/>
                    <a:pt x="4845" y="1426"/>
                    <a:pt x="5664" y="1331"/>
                  </a:cubicBezTo>
                  <a:cubicBezTo>
                    <a:pt x="25013" y="2907"/>
                    <a:pt x="44362" y="5664"/>
                    <a:pt x="63514" y="9410"/>
                  </a:cubicBezTo>
                  <a:lnTo>
                    <a:pt x="104771" y="19611"/>
                  </a:lnTo>
                  <a:lnTo>
                    <a:pt x="104771" y="24109"/>
                  </a:lnTo>
                  <a:lnTo>
                    <a:pt x="81117" y="18211"/>
                  </a:lnTo>
                  <a:cubicBezTo>
                    <a:pt x="51891" y="11711"/>
                    <a:pt x="19365" y="6499"/>
                    <a:pt x="8091" y="6499"/>
                  </a:cubicBezTo>
                  <a:cubicBezTo>
                    <a:pt x="5161" y="6499"/>
                    <a:pt x="3679" y="6877"/>
                    <a:pt x="4058" y="7634"/>
                  </a:cubicBezTo>
                  <a:cubicBezTo>
                    <a:pt x="7240" y="12360"/>
                    <a:pt x="11179" y="16331"/>
                    <a:pt x="15118" y="19482"/>
                  </a:cubicBezTo>
                  <a:cubicBezTo>
                    <a:pt x="22177" y="25942"/>
                    <a:pt x="24856" y="28022"/>
                    <a:pt x="27377" y="28022"/>
                  </a:cubicBezTo>
                  <a:cubicBezTo>
                    <a:pt x="28259" y="28022"/>
                    <a:pt x="29110" y="27802"/>
                    <a:pt x="30118" y="27392"/>
                  </a:cubicBezTo>
                  <a:cubicBezTo>
                    <a:pt x="30780" y="27077"/>
                    <a:pt x="31978" y="26951"/>
                    <a:pt x="33616" y="26951"/>
                  </a:cubicBezTo>
                  <a:cubicBezTo>
                    <a:pt x="43748" y="26951"/>
                    <a:pt x="71502" y="32292"/>
                    <a:pt x="101565" y="39457"/>
                  </a:cubicBezTo>
                  <a:lnTo>
                    <a:pt x="104771" y="40291"/>
                  </a:lnTo>
                  <a:lnTo>
                    <a:pt x="104771" y="48055"/>
                  </a:lnTo>
                  <a:lnTo>
                    <a:pt x="71998" y="40816"/>
                  </a:lnTo>
                  <a:cubicBezTo>
                    <a:pt x="79877" y="44755"/>
                    <a:pt x="88574" y="47907"/>
                    <a:pt x="97272" y="50270"/>
                  </a:cubicBezTo>
                  <a:lnTo>
                    <a:pt x="104771" y="53095"/>
                  </a:lnTo>
                  <a:lnTo>
                    <a:pt x="104771" y="59519"/>
                  </a:lnTo>
                  <a:lnTo>
                    <a:pt x="63301" y="43968"/>
                  </a:lnTo>
                  <a:cubicBezTo>
                    <a:pt x="55392" y="43180"/>
                    <a:pt x="48301" y="40028"/>
                    <a:pt x="41179" y="36058"/>
                  </a:cubicBezTo>
                  <a:cubicBezTo>
                    <a:pt x="41179" y="35270"/>
                    <a:pt x="38815" y="33694"/>
                    <a:pt x="35664" y="32907"/>
                  </a:cubicBezTo>
                  <a:cubicBezTo>
                    <a:pt x="34404" y="32592"/>
                    <a:pt x="33458" y="32402"/>
                    <a:pt x="32797" y="32402"/>
                  </a:cubicBezTo>
                  <a:cubicBezTo>
                    <a:pt x="30181" y="32402"/>
                    <a:pt x="32923" y="35554"/>
                    <a:pt x="44362" y="46331"/>
                  </a:cubicBezTo>
                  <a:cubicBezTo>
                    <a:pt x="54604" y="56604"/>
                    <a:pt x="55392" y="57392"/>
                    <a:pt x="73574" y="62907"/>
                  </a:cubicBezTo>
                  <a:cubicBezTo>
                    <a:pt x="77127" y="63899"/>
                    <a:pt x="83396" y="65975"/>
                    <a:pt x="90887" y="68568"/>
                  </a:cubicBezTo>
                  <a:lnTo>
                    <a:pt x="104771" y="73505"/>
                  </a:lnTo>
                  <a:lnTo>
                    <a:pt x="104771" y="78631"/>
                  </a:lnTo>
                  <a:lnTo>
                    <a:pt x="102786" y="77938"/>
                  </a:lnTo>
                  <a:cubicBezTo>
                    <a:pt x="80696" y="69839"/>
                    <a:pt x="70045" y="66121"/>
                    <a:pt x="66862" y="66121"/>
                  </a:cubicBezTo>
                  <a:cubicBezTo>
                    <a:pt x="64152" y="66121"/>
                    <a:pt x="66956" y="68862"/>
                    <a:pt x="72786" y="73967"/>
                  </a:cubicBezTo>
                  <a:cubicBezTo>
                    <a:pt x="80491" y="81081"/>
                    <a:pt x="82860" y="83303"/>
                    <a:pt x="100554" y="90297"/>
                  </a:cubicBezTo>
                  <a:lnTo>
                    <a:pt x="104771" y="91898"/>
                  </a:lnTo>
                  <a:lnTo>
                    <a:pt x="104771" y="97640"/>
                  </a:lnTo>
                  <a:lnTo>
                    <a:pt x="100423" y="96089"/>
                  </a:lnTo>
                  <a:cubicBezTo>
                    <a:pt x="98532" y="95617"/>
                    <a:pt x="97208" y="95301"/>
                    <a:pt x="96484" y="95301"/>
                  </a:cubicBezTo>
                  <a:cubicBezTo>
                    <a:pt x="94814" y="95301"/>
                    <a:pt x="96452" y="97098"/>
                    <a:pt x="101998" y="103211"/>
                  </a:cubicBezTo>
                  <a:lnTo>
                    <a:pt x="104771" y="104940"/>
                  </a:lnTo>
                  <a:lnTo>
                    <a:pt x="104771" y="119796"/>
                  </a:lnTo>
                  <a:lnTo>
                    <a:pt x="97569" y="112649"/>
                  </a:lnTo>
                  <a:cubicBezTo>
                    <a:pt x="54420" y="69967"/>
                    <a:pt x="22407" y="38780"/>
                    <a:pt x="71" y="17669"/>
                  </a:cubicBezTo>
                  <a:lnTo>
                    <a:pt x="0" y="1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194311" y="81225"/>
              <a:ext cx="41399" cy="12019"/>
            </a:xfrm>
            <a:custGeom>
              <a:avLst/>
              <a:gdLst/>
              <a:ahLst/>
              <a:cxnLst/>
              <a:rect l="l" t="t" r="r" b="b"/>
              <a:pathLst>
                <a:path w="41399" h="12019" extrusionOk="0">
                  <a:moveTo>
                    <a:pt x="0" y="0"/>
                  </a:moveTo>
                  <a:lnTo>
                    <a:pt x="8028" y="1935"/>
                  </a:lnTo>
                  <a:cubicBezTo>
                    <a:pt x="23028" y="5086"/>
                    <a:pt x="36452" y="9025"/>
                    <a:pt x="38028" y="9813"/>
                  </a:cubicBezTo>
                  <a:cubicBezTo>
                    <a:pt x="41022" y="11325"/>
                    <a:pt x="41399" y="12019"/>
                    <a:pt x="39383" y="12019"/>
                  </a:cubicBezTo>
                  <a:cubicBezTo>
                    <a:pt x="36042" y="12019"/>
                    <a:pt x="26116" y="10096"/>
                    <a:pt x="10391" y="6661"/>
                  </a:cubicBezTo>
                  <a:lnTo>
                    <a:pt x="0" y="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194311" y="70381"/>
              <a:ext cx="47710" cy="12779"/>
            </a:xfrm>
            <a:custGeom>
              <a:avLst/>
              <a:gdLst/>
              <a:ahLst/>
              <a:cxnLst/>
              <a:rect l="l" t="t" r="r" b="b"/>
              <a:pathLst>
                <a:path w="47710" h="12779" extrusionOk="0">
                  <a:moveTo>
                    <a:pt x="0" y="0"/>
                  </a:moveTo>
                  <a:lnTo>
                    <a:pt x="15687" y="3225"/>
                  </a:lnTo>
                  <a:cubicBezTo>
                    <a:pt x="35858" y="7739"/>
                    <a:pt x="47710" y="11597"/>
                    <a:pt x="43574" y="12779"/>
                  </a:cubicBezTo>
                  <a:cubicBezTo>
                    <a:pt x="30938" y="11203"/>
                    <a:pt x="19089" y="8808"/>
                    <a:pt x="6452" y="5657"/>
                  </a:cubicBezTo>
                  <a:lnTo>
                    <a:pt x="0" y="4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194311" y="60386"/>
              <a:ext cx="46529" cy="12501"/>
            </a:xfrm>
            <a:custGeom>
              <a:avLst/>
              <a:gdLst/>
              <a:ahLst/>
              <a:cxnLst/>
              <a:rect l="l" t="t" r="r" b="b"/>
              <a:pathLst>
                <a:path w="46529" h="12501" extrusionOk="0">
                  <a:moveTo>
                    <a:pt x="0" y="0"/>
                  </a:moveTo>
                  <a:lnTo>
                    <a:pt x="18050" y="3846"/>
                  </a:lnTo>
                  <a:cubicBezTo>
                    <a:pt x="41341" y="8955"/>
                    <a:pt x="46529" y="10728"/>
                    <a:pt x="45938" y="12501"/>
                  </a:cubicBezTo>
                  <a:cubicBezTo>
                    <a:pt x="31725" y="11713"/>
                    <a:pt x="17481" y="9349"/>
                    <a:pt x="4058" y="5379"/>
                  </a:cubicBezTo>
                  <a:lnTo>
                    <a:pt x="0" y="4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3"/>
            <p:cNvSpPr/>
            <p:nvPr/>
          </p:nvSpPr>
          <p:spPr>
            <a:xfrm>
              <a:off x="194311" y="49842"/>
              <a:ext cx="76820" cy="17814"/>
            </a:xfrm>
            <a:custGeom>
              <a:avLst/>
              <a:gdLst/>
              <a:ahLst/>
              <a:cxnLst/>
              <a:rect l="l" t="t" r="r" b="b"/>
              <a:pathLst>
                <a:path w="76820" h="17814" extrusionOk="0">
                  <a:moveTo>
                    <a:pt x="0" y="0"/>
                  </a:moveTo>
                  <a:lnTo>
                    <a:pt x="73574" y="15135"/>
                  </a:lnTo>
                  <a:cubicBezTo>
                    <a:pt x="76820" y="16932"/>
                    <a:pt x="76757" y="17814"/>
                    <a:pt x="73637" y="17814"/>
                  </a:cubicBezTo>
                  <a:cubicBezTo>
                    <a:pt x="68437" y="17814"/>
                    <a:pt x="54824" y="15356"/>
                    <a:pt x="34089" y="10408"/>
                  </a:cubicBezTo>
                  <a:cubicBezTo>
                    <a:pt x="24690" y="8305"/>
                    <a:pt x="15059" y="6300"/>
                    <a:pt x="5728" y="4476"/>
                  </a:cubicBezTo>
                  <a:lnTo>
                    <a:pt x="0" y="3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3"/>
            <p:cNvSpPr/>
            <p:nvPr/>
          </p:nvSpPr>
          <p:spPr>
            <a:xfrm>
              <a:off x="194311" y="27466"/>
              <a:ext cx="104771" cy="20520"/>
            </a:xfrm>
            <a:custGeom>
              <a:avLst/>
              <a:gdLst/>
              <a:ahLst/>
              <a:cxnLst/>
              <a:rect l="l" t="t" r="r" b="b"/>
              <a:pathLst>
                <a:path w="104771" h="20520" extrusionOk="0">
                  <a:moveTo>
                    <a:pt x="0" y="0"/>
                  </a:moveTo>
                  <a:lnTo>
                    <a:pt x="13543" y="1177"/>
                  </a:lnTo>
                  <a:cubicBezTo>
                    <a:pt x="32513" y="2753"/>
                    <a:pt x="61725" y="5936"/>
                    <a:pt x="78301" y="8299"/>
                  </a:cubicBezTo>
                  <a:lnTo>
                    <a:pt x="104771" y="9715"/>
                  </a:lnTo>
                  <a:lnTo>
                    <a:pt x="104771" y="20520"/>
                  </a:lnTo>
                  <a:lnTo>
                    <a:pt x="88574" y="15421"/>
                  </a:lnTo>
                  <a:cubicBezTo>
                    <a:pt x="70895" y="12742"/>
                    <a:pt x="46961" y="10513"/>
                    <a:pt x="23103" y="8953"/>
                  </a:cubicBezTo>
                  <a:lnTo>
                    <a:pt x="0" y="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222883" y="0"/>
              <a:ext cx="76199" cy="17795"/>
            </a:xfrm>
            <a:custGeom>
              <a:avLst/>
              <a:gdLst/>
              <a:ahLst/>
              <a:cxnLst/>
              <a:rect l="l" t="t" r="r" b="b"/>
              <a:pathLst>
                <a:path w="76199" h="17795" extrusionOk="0">
                  <a:moveTo>
                    <a:pt x="0" y="0"/>
                  </a:moveTo>
                  <a:lnTo>
                    <a:pt x="39287" y="0"/>
                  </a:lnTo>
                  <a:lnTo>
                    <a:pt x="56102" y="3725"/>
                  </a:lnTo>
                  <a:lnTo>
                    <a:pt x="76199" y="9344"/>
                  </a:lnTo>
                  <a:lnTo>
                    <a:pt x="76199" y="17795"/>
                  </a:lnTo>
                  <a:lnTo>
                    <a:pt x="4390" y="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299082" y="284782"/>
              <a:ext cx="5924" cy="29113"/>
            </a:xfrm>
            <a:custGeom>
              <a:avLst/>
              <a:gdLst/>
              <a:ahLst/>
              <a:cxnLst/>
              <a:rect l="l" t="t" r="r" b="b"/>
              <a:pathLst>
                <a:path w="5924" h="29113" extrusionOk="0">
                  <a:moveTo>
                    <a:pt x="0" y="0"/>
                  </a:moveTo>
                  <a:lnTo>
                    <a:pt x="5924" y="28987"/>
                  </a:lnTo>
                  <a:cubicBezTo>
                    <a:pt x="5862" y="29081"/>
                    <a:pt x="5799" y="29113"/>
                    <a:pt x="5704" y="29113"/>
                  </a:cubicBezTo>
                  <a:cubicBezTo>
                    <a:pt x="5192" y="29113"/>
                    <a:pt x="4288" y="27385"/>
                    <a:pt x="3101" y="24237"/>
                  </a:cubicBezTo>
                  <a:lnTo>
                    <a:pt x="0" y="145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299082" y="217785"/>
              <a:ext cx="197735" cy="410528"/>
            </a:xfrm>
            <a:custGeom>
              <a:avLst/>
              <a:gdLst/>
              <a:ahLst/>
              <a:cxnLst/>
              <a:rect l="l" t="t" r="r" b="b"/>
              <a:pathLst>
                <a:path w="197735" h="410528" extrusionOk="0">
                  <a:moveTo>
                    <a:pt x="0" y="0"/>
                  </a:moveTo>
                  <a:lnTo>
                    <a:pt x="50166" y="49699"/>
                  </a:lnTo>
                  <a:cubicBezTo>
                    <a:pt x="92472" y="91940"/>
                    <a:pt x="138974" y="138935"/>
                    <a:pt x="174067" y="174883"/>
                  </a:cubicBezTo>
                  <a:lnTo>
                    <a:pt x="197735" y="199271"/>
                  </a:lnTo>
                  <a:lnTo>
                    <a:pt x="197735" y="236117"/>
                  </a:lnTo>
                  <a:lnTo>
                    <a:pt x="170987" y="206561"/>
                  </a:lnTo>
                  <a:cubicBezTo>
                    <a:pt x="170199" y="206561"/>
                    <a:pt x="182048" y="242895"/>
                    <a:pt x="197048" y="287895"/>
                  </a:cubicBezTo>
                  <a:lnTo>
                    <a:pt x="197735" y="289684"/>
                  </a:lnTo>
                  <a:lnTo>
                    <a:pt x="197735" y="310740"/>
                  </a:lnTo>
                  <a:lnTo>
                    <a:pt x="193041" y="296777"/>
                  </a:lnTo>
                  <a:cubicBezTo>
                    <a:pt x="189966" y="287521"/>
                    <a:pt x="186586" y="277255"/>
                    <a:pt x="182836" y="265804"/>
                  </a:cubicBezTo>
                  <a:lnTo>
                    <a:pt x="157563" y="189166"/>
                  </a:lnTo>
                  <a:lnTo>
                    <a:pt x="139380" y="171015"/>
                  </a:lnTo>
                  <a:cubicBezTo>
                    <a:pt x="133078" y="163893"/>
                    <a:pt x="126744" y="157590"/>
                    <a:pt x="119653" y="152044"/>
                  </a:cubicBezTo>
                  <a:cubicBezTo>
                    <a:pt x="122017" y="163105"/>
                    <a:pt x="125168" y="174166"/>
                    <a:pt x="129139" y="185227"/>
                  </a:cubicBezTo>
                  <a:cubicBezTo>
                    <a:pt x="133865" y="197076"/>
                    <a:pt x="137017" y="208924"/>
                    <a:pt x="138592" y="220773"/>
                  </a:cubicBezTo>
                  <a:cubicBezTo>
                    <a:pt x="132290" y="208924"/>
                    <a:pt x="126744" y="196288"/>
                    <a:pt x="122805" y="183651"/>
                  </a:cubicBezTo>
                  <a:cubicBezTo>
                    <a:pt x="110168" y="143378"/>
                    <a:pt x="109380" y="141803"/>
                    <a:pt x="98320" y="130742"/>
                  </a:cubicBezTo>
                  <a:lnTo>
                    <a:pt x="86471" y="118893"/>
                  </a:lnTo>
                  <a:lnTo>
                    <a:pt x="93592" y="136256"/>
                  </a:lnTo>
                  <a:cubicBezTo>
                    <a:pt x="114107" y="186802"/>
                    <a:pt x="157563" y="332138"/>
                    <a:pt x="152836" y="332138"/>
                  </a:cubicBezTo>
                  <a:cubicBezTo>
                    <a:pt x="146502" y="317138"/>
                    <a:pt x="140987" y="302107"/>
                    <a:pt x="137805" y="286319"/>
                  </a:cubicBezTo>
                  <a:cubicBezTo>
                    <a:pt x="107017" y="178137"/>
                    <a:pt x="83319" y="114954"/>
                    <a:pt x="69107" y="101498"/>
                  </a:cubicBezTo>
                  <a:lnTo>
                    <a:pt x="65169" y="97559"/>
                  </a:lnTo>
                  <a:lnTo>
                    <a:pt x="68319" y="104681"/>
                  </a:lnTo>
                  <a:cubicBezTo>
                    <a:pt x="70683" y="110196"/>
                    <a:pt x="103866" y="220773"/>
                    <a:pt x="116502" y="267380"/>
                  </a:cubicBezTo>
                  <a:cubicBezTo>
                    <a:pt x="119118" y="277905"/>
                    <a:pt x="119023" y="282979"/>
                    <a:pt x="115683" y="282979"/>
                  </a:cubicBezTo>
                  <a:cubicBezTo>
                    <a:pt x="115021" y="282979"/>
                    <a:pt x="114233" y="282758"/>
                    <a:pt x="113319" y="282380"/>
                  </a:cubicBezTo>
                  <a:cubicBezTo>
                    <a:pt x="106229" y="262622"/>
                    <a:pt x="99895" y="242107"/>
                    <a:pt x="95168" y="221561"/>
                  </a:cubicBezTo>
                  <a:cubicBezTo>
                    <a:pt x="73834" y="141015"/>
                    <a:pt x="58046" y="93620"/>
                    <a:pt x="50137" y="83347"/>
                  </a:cubicBezTo>
                  <a:cubicBezTo>
                    <a:pt x="45693" y="77391"/>
                    <a:pt x="42605" y="73767"/>
                    <a:pt x="41219" y="73767"/>
                  </a:cubicBezTo>
                  <a:cubicBezTo>
                    <a:pt x="38193" y="73767"/>
                    <a:pt x="43141" y="90973"/>
                    <a:pt x="58834" y="138620"/>
                  </a:cubicBezTo>
                  <a:cubicBezTo>
                    <a:pt x="72258" y="177349"/>
                    <a:pt x="88834" y="234985"/>
                    <a:pt x="96744" y="267380"/>
                  </a:cubicBezTo>
                  <a:cubicBezTo>
                    <a:pt x="110168" y="321077"/>
                    <a:pt x="122017" y="358199"/>
                    <a:pt x="126744" y="360562"/>
                  </a:cubicBezTo>
                  <a:cubicBezTo>
                    <a:pt x="127090" y="360720"/>
                    <a:pt x="127437" y="360846"/>
                    <a:pt x="127784" y="360846"/>
                  </a:cubicBezTo>
                  <a:cubicBezTo>
                    <a:pt x="129012" y="360846"/>
                    <a:pt x="130273" y="359554"/>
                    <a:pt x="131502" y="355836"/>
                  </a:cubicBezTo>
                  <a:cubicBezTo>
                    <a:pt x="132731" y="352117"/>
                    <a:pt x="133487" y="350825"/>
                    <a:pt x="135284" y="350825"/>
                  </a:cubicBezTo>
                  <a:cubicBezTo>
                    <a:pt x="135788" y="350825"/>
                    <a:pt x="136355" y="350920"/>
                    <a:pt x="137017" y="351077"/>
                  </a:cubicBezTo>
                  <a:cubicBezTo>
                    <a:pt x="137206" y="351140"/>
                    <a:pt x="137332" y="351172"/>
                    <a:pt x="137489" y="351172"/>
                  </a:cubicBezTo>
                  <a:cubicBezTo>
                    <a:pt x="139254" y="351172"/>
                    <a:pt x="138151" y="346161"/>
                    <a:pt x="132290" y="332926"/>
                  </a:cubicBezTo>
                  <a:cubicBezTo>
                    <a:pt x="120441" y="308441"/>
                    <a:pt x="122017" y="309229"/>
                    <a:pt x="124380" y="308441"/>
                  </a:cubicBezTo>
                  <a:cubicBezTo>
                    <a:pt x="124506" y="308409"/>
                    <a:pt x="124601" y="308378"/>
                    <a:pt x="124727" y="308378"/>
                  </a:cubicBezTo>
                  <a:cubicBezTo>
                    <a:pt x="127248" y="308378"/>
                    <a:pt x="132700" y="316539"/>
                    <a:pt x="141775" y="337653"/>
                  </a:cubicBezTo>
                  <a:cubicBezTo>
                    <a:pt x="155987" y="366109"/>
                    <a:pt x="156775" y="367684"/>
                    <a:pt x="171775" y="380321"/>
                  </a:cubicBezTo>
                  <a:cubicBezTo>
                    <a:pt x="175919" y="383874"/>
                    <a:pt x="183915" y="390239"/>
                    <a:pt x="193591" y="397789"/>
                  </a:cubicBezTo>
                  <a:lnTo>
                    <a:pt x="197735" y="400982"/>
                  </a:lnTo>
                  <a:lnTo>
                    <a:pt x="197735" y="410528"/>
                  </a:lnTo>
                  <a:lnTo>
                    <a:pt x="192321" y="406382"/>
                  </a:lnTo>
                  <a:cubicBezTo>
                    <a:pt x="174391" y="392201"/>
                    <a:pt x="164968" y="385772"/>
                    <a:pt x="162636" y="385772"/>
                  </a:cubicBezTo>
                  <a:cubicBezTo>
                    <a:pt x="162510" y="385772"/>
                    <a:pt x="162384" y="385804"/>
                    <a:pt x="162290" y="385835"/>
                  </a:cubicBezTo>
                  <a:cubicBezTo>
                    <a:pt x="161912" y="386025"/>
                    <a:pt x="161502" y="386119"/>
                    <a:pt x="161124" y="386119"/>
                  </a:cubicBezTo>
                  <a:cubicBezTo>
                    <a:pt x="159926" y="386119"/>
                    <a:pt x="158760" y="385237"/>
                    <a:pt x="157563" y="383472"/>
                  </a:cubicBezTo>
                  <a:cubicBezTo>
                    <a:pt x="151229" y="372064"/>
                    <a:pt x="142846" y="362705"/>
                    <a:pt x="139380" y="362705"/>
                  </a:cubicBezTo>
                  <a:cubicBezTo>
                    <a:pt x="138529" y="362705"/>
                    <a:pt x="137962" y="363272"/>
                    <a:pt x="137805" y="364501"/>
                  </a:cubicBezTo>
                  <a:cubicBezTo>
                    <a:pt x="137017" y="366109"/>
                    <a:pt x="135441" y="367684"/>
                    <a:pt x="133078" y="368472"/>
                  </a:cubicBezTo>
                  <a:cubicBezTo>
                    <a:pt x="132794" y="368535"/>
                    <a:pt x="132511" y="368567"/>
                    <a:pt x="132164" y="368567"/>
                  </a:cubicBezTo>
                  <a:cubicBezTo>
                    <a:pt x="125861" y="368567"/>
                    <a:pt x="109380" y="354260"/>
                    <a:pt x="79380" y="324228"/>
                  </a:cubicBezTo>
                  <a:cubicBezTo>
                    <a:pt x="66744" y="310804"/>
                    <a:pt x="55683" y="300531"/>
                    <a:pt x="54895" y="299743"/>
                  </a:cubicBezTo>
                  <a:cubicBezTo>
                    <a:pt x="54108" y="299743"/>
                    <a:pt x="52532" y="302107"/>
                    <a:pt x="52532" y="305289"/>
                  </a:cubicBezTo>
                  <a:cubicBezTo>
                    <a:pt x="51901" y="312096"/>
                    <a:pt x="50798" y="315531"/>
                    <a:pt x="48435" y="315531"/>
                  </a:cubicBezTo>
                  <a:cubicBezTo>
                    <a:pt x="47773" y="315531"/>
                    <a:pt x="47048" y="315279"/>
                    <a:pt x="46198" y="314743"/>
                  </a:cubicBezTo>
                  <a:lnTo>
                    <a:pt x="0" y="268576"/>
                  </a:lnTo>
                  <a:lnTo>
                    <a:pt x="0" y="254800"/>
                  </a:lnTo>
                  <a:lnTo>
                    <a:pt x="95" y="254901"/>
                  </a:lnTo>
                  <a:cubicBezTo>
                    <a:pt x="221" y="254901"/>
                    <a:pt x="315" y="254838"/>
                    <a:pt x="379" y="254743"/>
                  </a:cubicBezTo>
                  <a:lnTo>
                    <a:pt x="0" y="253914"/>
                  </a:lnTo>
                  <a:lnTo>
                    <a:pt x="0" y="238070"/>
                  </a:lnTo>
                  <a:lnTo>
                    <a:pt x="21216" y="275463"/>
                  </a:lnTo>
                  <a:cubicBezTo>
                    <a:pt x="28818" y="287509"/>
                    <a:pt x="35531" y="296986"/>
                    <a:pt x="37500" y="298168"/>
                  </a:cubicBezTo>
                  <a:cubicBezTo>
                    <a:pt x="39895" y="299743"/>
                    <a:pt x="41471" y="300531"/>
                    <a:pt x="42259" y="302107"/>
                  </a:cubicBezTo>
                  <a:cubicBezTo>
                    <a:pt x="42952" y="302831"/>
                    <a:pt x="43519" y="303178"/>
                    <a:pt x="44023" y="303178"/>
                  </a:cubicBezTo>
                  <a:cubicBezTo>
                    <a:pt x="45158" y="303178"/>
                    <a:pt x="45882" y="301256"/>
                    <a:pt x="46986" y="297380"/>
                  </a:cubicBezTo>
                  <a:cubicBezTo>
                    <a:pt x="48561" y="291865"/>
                    <a:pt x="50137" y="290258"/>
                    <a:pt x="52532" y="290258"/>
                  </a:cubicBezTo>
                  <a:cubicBezTo>
                    <a:pt x="64381" y="298955"/>
                    <a:pt x="74622" y="308441"/>
                    <a:pt x="84107" y="318714"/>
                  </a:cubicBezTo>
                  <a:cubicBezTo>
                    <a:pt x="99107" y="334502"/>
                    <a:pt x="111744" y="346350"/>
                    <a:pt x="111744" y="346350"/>
                  </a:cubicBezTo>
                  <a:cubicBezTo>
                    <a:pt x="110956" y="342411"/>
                    <a:pt x="109380" y="339228"/>
                    <a:pt x="108593" y="335289"/>
                  </a:cubicBezTo>
                  <a:cubicBezTo>
                    <a:pt x="106229" y="329775"/>
                    <a:pt x="96744" y="295804"/>
                    <a:pt x="87259" y="259470"/>
                  </a:cubicBezTo>
                  <a:cubicBezTo>
                    <a:pt x="61197" y="161529"/>
                    <a:pt x="20137" y="44650"/>
                    <a:pt x="10652" y="39923"/>
                  </a:cubicBezTo>
                  <a:cubicBezTo>
                    <a:pt x="10557" y="39860"/>
                    <a:pt x="10463" y="39828"/>
                    <a:pt x="10400" y="39828"/>
                  </a:cubicBezTo>
                  <a:cubicBezTo>
                    <a:pt x="9170" y="39828"/>
                    <a:pt x="9958" y="45059"/>
                    <a:pt x="11439" y="50952"/>
                  </a:cubicBezTo>
                  <a:cubicBezTo>
                    <a:pt x="13015" y="57286"/>
                    <a:pt x="13015" y="62801"/>
                    <a:pt x="11439" y="62801"/>
                  </a:cubicBezTo>
                  <a:cubicBezTo>
                    <a:pt x="11376" y="62864"/>
                    <a:pt x="11281" y="62864"/>
                    <a:pt x="11187" y="62864"/>
                  </a:cubicBezTo>
                  <a:cubicBezTo>
                    <a:pt x="9643" y="62864"/>
                    <a:pt x="7406" y="56057"/>
                    <a:pt x="5924" y="47801"/>
                  </a:cubicBezTo>
                  <a:lnTo>
                    <a:pt x="0" y="34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299082" y="197829"/>
              <a:ext cx="197735" cy="212714"/>
            </a:xfrm>
            <a:custGeom>
              <a:avLst/>
              <a:gdLst/>
              <a:ahLst/>
              <a:cxnLst/>
              <a:rect l="l" t="t" r="r" b="b"/>
              <a:pathLst>
                <a:path w="197735" h="212714" extrusionOk="0">
                  <a:moveTo>
                    <a:pt x="0" y="0"/>
                  </a:moveTo>
                  <a:lnTo>
                    <a:pt x="9864" y="6150"/>
                  </a:lnTo>
                  <a:cubicBezTo>
                    <a:pt x="29622" y="10120"/>
                    <a:pt x="49349" y="14847"/>
                    <a:pt x="67532" y="21969"/>
                  </a:cubicBezTo>
                  <a:cubicBezTo>
                    <a:pt x="68099" y="23103"/>
                    <a:pt x="67941" y="23733"/>
                    <a:pt x="66271" y="23733"/>
                  </a:cubicBezTo>
                  <a:cubicBezTo>
                    <a:pt x="63277" y="23733"/>
                    <a:pt x="55463" y="21748"/>
                    <a:pt x="38288" y="17210"/>
                  </a:cubicBezTo>
                  <a:lnTo>
                    <a:pt x="10652" y="10120"/>
                  </a:lnTo>
                  <a:lnTo>
                    <a:pt x="28834" y="28271"/>
                  </a:lnTo>
                  <a:lnTo>
                    <a:pt x="46198" y="46454"/>
                  </a:lnTo>
                  <a:lnTo>
                    <a:pt x="85683" y="56696"/>
                  </a:lnTo>
                  <a:cubicBezTo>
                    <a:pt x="107017" y="62242"/>
                    <a:pt x="131502" y="68544"/>
                    <a:pt x="139380" y="70908"/>
                  </a:cubicBezTo>
                  <a:cubicBezTo>
                    <a:pt x="144319" y="72491"/>
                    <a:pt x="155083" y="77133"/>
                    <a:pt x="168437" y="83231"/>
                  </a:cubicBezTo>
                  <a:lnTo>
                    <a:pt x="197735" y="97059"/>
                  </a:lnTo>
                  <a:lnTo>
                    <a:pt x="197735" y="101281"/>
                  </a:lnTo>
                  <a:lnTo>
                    <a:pt x="191389" y="98289"/>
                  </a:lnTo>
                  <a:cubicBezTo>
                    <a:pt x="148370" y="78201"/>
                    <a:pt x="138013" y="75268"/>
                    <a:pt x="84107" y="61454"/>
                  </a:cubicBezTo>
                  <a:lnTo>
                    <a:pt x="51744" y="53544"/>
                  </a:lnTo>
                  <a:lnTo>
                    <a:pt x="63561" y="64605"/>
                  </a:lnTo>
                  <a:lnTo>
                    <a:pt x="74622" y="75666"/>
                  </a:lnTo>
                  <a:lnTo>
                    <a:pt x="104653" y="85939"/>
                  </a:lnTo>
                  <a:cubicBezTo>
                    <a:pt x="125578" y="92651"/>
                    <a:pt x="146502" y="100348"/>
                    <a:pt x="167135" y="108837"/>
                  </a:cubicBezTo>
                  <a:lnTo>
                    <a:pt x="197735" y="122768"/>
                  </a:lnTo>
                  <a:lnTo>
                    <a:pt x="197735" y="129651"/>
                  </a:lnTo>
                  <a:lnTo>
                    <a:pt x="192321" y="127000"/>
                  </a:lnTo>
                  <a:cubicBezTo>
                    <a:pt x="159138" y="112000"/>
                    <a:pt x="125168" y="98576"/>
                    <a:pt x="91229" y="88303"/>
                  </a:cubicBezTo>
                  <a:cubicBezTo>
                    <a:pt x="89401" y="87704"/>
                    <a:pt x="88109" y="87294"/>
                    <a:pt x="87448" y="87294"/>
                  </a:cubicBezTo>
                  <a:cubicBezTo>
                    <a:pt x="85431" y="87294"/>
                    <a:pt x="88708" y="90729"/>
                    <a:pt x="99895" y="102515"/>
                  </a:cubicBezTo>
                  <a:cubicBezTo>
                    <a:pt x="115714" y="118302"/>
                    <a:pt x="117290" y="119090"/>
                    <a:pt x="124380" y="119090"/>
                  </a:cubicBezTo>
                  <a:cubicBezTo>
                    <a:pt x="136835" y="119090"/>
                    <a:pt x="151932" y="123096"/>
                    <a:pt x="175359" y="132757"/>
                  </a:cubicBezTo>
                  <a:lnTo>
                    <a:pt x="197735" y="142588"/>
                  </a:lnTo>
                  <a:lnTo>
                    <a:pt x="197735" y="147209"/>
                  </a:lnTo>
                  <a:lnTo>
                    <a:pt x="180862" y="138841"/>
                  </a:lnTo>
                  <a:cubicBezTo>
                    <a:pt x="166055" y="132916"/>
                    <a:pt x="150850" y="128182"/>
                    <a:pt x="135441" y="124637"/>
                  </a:cubicBezTo>
                  <a:lnTo>
                    <a:pt x="121229" y="122273"/>
                  </a:lnTo>
                  <a:lnTo>
                    <a:pt x="129927" y="130939"/>
                  </a:lnTo>
                  <a:cubicBezTo>
                    <a:pt x="134590" y="134973"/>
                    <a:pt x="137584" y="138407"/>
                    <a:pt x="139821" y="138407"/>
                  </a:cubicBezTo>
                  <a:cubicBezTo>
                    <a:pt x="140231" y="138407"/>
                    <a:pt x="140609" y="138281"/>
                    <a:pt x="140987" y="138061"/>
                  </a:cubicBezTo>
                  <a:cubicBezTo>
                    <a:pt x="141082" y="137998"/>
                    <a:pt x="141271" y="137935"/>
                    <a:pt x="141554" y="137935"/>
                  </a:cubicBezTo>
                  <a:cubicBezTo>
                    <a:pt x="145832" y="137935"/>
                    <a:pt x="170069" y="146709"/>
                    <a:pt x="189884" y="155231"/>
                  </a:cubicBezTo>
                  <a:lnTo>
                    <a:pt x="197735" y="158879"/>
                  </a:lnTo>
                  <a:lnTo>
                    <a:pt x="197735" y="163720"/>
                  </a:lnTo>
                  <a:lnTo>
                    <a:pt x="190745" y="160970"/>
                  </a:lnTo>
                  <a:cubicBezTo>
                    <a:pt x="175714" y="154636"/>
                    <a:pt x="158351" y="147546"/>
                    <a:pt x="152017" y="145151"/>
                  </a:cubicBezTo>
                  <a:lnTo>
                    <a:pt x="140987" y="141212"/>
                  </a:lnTo>
                  <a:lnTo>
                    <a:pt x="163865" y="164122"/>
                  </a:lnTo>
                  <a:cubicBezTo>
                    <a:pt x="170183" y="170834"/>
                    <a:pt x="178282" y="179130"/>
                    <a:pt x="186282" y="187224"/>
                  </a:cubicBezTo>
                  <a:lnTo>
                    <a:pt x="197735" y="198714"/>
                  </a:lnTo>
                  <a:lnTo>
                    <a:pt x="197735" y="212714"/>
                  </a:lnTo>
                  <a:lnTo>
                    <a:pt x="189638" y="204202"/>
                  </a:lnTo>
                  <a:cubicBezTo>
                    <a:pt x="170585" y="184652"/>
                    <a:pt x="141365" y="155424"/>
                    <a:pt x="94380" y="108817"/>
                  </a:cubicBezTo>
                  <a:cubicBezTo>
                    <a:pt x="74831" y="89272"/>
                    <a:pt x="56627" y="71108"/>
                    <a:pt x="39715" y="54274"/>
                  </a:cubicBezTo>
                  <a:lnTo>
                    <a:pt x="0" y="14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299082" y="184788"/>
              <a:ext cx="61702" cy="27448"/>
            </a:xfrm>
            <a:custGeom>
              <a:avLst/>
              <a:gdLst/>
              <a:ahLst/>
              <a:cxnLst/>
              <a:rect l="l" t="t" r="r" b="b"/>
              <a:pathLst>
                <a:path w="61702" h="27448" extrusionOk="0">
                  <a:moveTo>
                    <a:pt x="0" y="0"/>
                  </a:moveTo>
                  <a:lnTo>
                    <a:pt x="19349" y="7343"/>
                  </a:lnTo>
                  <a:cubicBezTo>
                    <a:pt x="33561" y="12889"/>
                    <a:pt x="47773" y="18404"/>
                    <a:pt x="61197" y="25525"/>
                  </a:cubicBezTo>
                  <a:cubicBezTo>
                    <a:pt x="61702" y="26754"/>
                    <a:pt x="61418" y="27448"/>
                    <a:pt x="59874" y="27448"/>
                  </a:cubicBezTo>
                  <a:cubicBezTo>
                    <a:pt x="56533" y="27448"/>
                    <a:pt x="47269" y="24170"/>
                    <a:pt x="27258" y="16040"/>
                  </a:cubicBezTo>
                  <a:cubicBezTo>
                    <a:pt x="20137" y="13283"/>
                    <a:pt x="13022" y="10518"/>
                    <a:pt x="7295" y="8343"/>
                  </a:cubicBezTo>
                  <a:lnTo>
                    <a:pt x="0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299082" y="166394"/>
              <a:ext cx="46986" cy="20095"/>
            </a:xfrm>
            <a:custGeom>
              <a:avLst/>
              <a:gdLst/>
              <a:ahLst/>
              <a:cxnLst/>
              <a:rect l="l" t="t" r="r" b="b"/>
              <a:pathLst>
                <a:path w="46986" h="20095" extrusionOk="0">
                  <a:moveTo>
                    <a:pt x="0" y="0"/>
                  </a:moveTo>
                  <a:lnTo>
                    <a:pt x="10762" y="3827"/>
                  </a:lnTo>
                  <a:cubicBezTo>
                    <a:pt x="27645" y="9948"/>
                    <a:pt x="43440" y="15872"/>
                    <a:pt x="46198" y="17070"/>
                  </a:cubicBezTo>
                  <a:cubicBezTo>
                    <a:pt x="46986" y="17070"/>
                    <a:pt x="46986" y="17070"/>
                    <a:pt x="46198" y="19433"/>
                  </a:cubicBezTo>
                  <a:cubicBezTo>
                    <a:pt x="46008" y="19811"/>
                    <a:pt x="45882" y="20095"/>
                    <a:pt x="45126" y="20095"/>
                  </a:cubicBezTo>
                  <a:cubicBezTo>
                    <a:pt x="43354" y="20095"/>
                    <a:pt x="38107" y="18411"/>
                    <a:pt x="20319" y="12225"/>
                  </a:cubicBezTo>
                  <a:lnTo>
                    <a:pt x="0" y="5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299082" y="145984"/>
              <a:ext cx="91449" cy="39119"/>
            </a:xfrm>
            <a:custGeom>
              <a:avLst/>
              <a:gdLst/>
              <a:ahLst/>
              <a:cxnLst/>
              <a:rect l="l" t="t" r="r" b="b"/>
              <a:pathLst>
                <a:path w="91449" h="39119" extrusionOk="0">
                  <a:moveTo>
                    <a:pt x="0" y="0"/>
                  </a:moveTo>
                  <a:lnTo>
                    <a:pt x="20140" y="7585"/>
                  </a:lnTo>
                  <a:cubicBezTo>
                    <a:pt x="51831" y="19996"/>
                    <a:pt x="90638" y="36298"/>
                    <a:pt x="91229" y="37480"/>
                  </a:cubicBezTo>
                  <a:cubicBezTo>
                    <a:pt x="91449" y="38583"/>
                    <a:pt x="90851" y="39119"/>
                    <a:pt x="89370" y="39119"/>
                  </a:cubicBezTo>
                  <a:cubicBezTo>
                    <a:pt x="85588" y="39119"/>
                    <a:pt x="76071" y="35589"/>
                    <a:pt x="59622" y="28782"/>
                  </a:cubicBezTo>
                  <a:lnTo>
                    <a:pt x="0" y="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299082" y="133181"/>
              <a:ext cx="197735" cy="86642"/>
            </a:xfrm>
            <a:custGeom>
              <a:avLst/>
              <a:gdLst/>
              <a:ahLst/>
              <a:cxnLst/>
              <a:rect l="l" t="t" r="r" b="b"/>
              <a:pathLst>
                <a:path w="197735" h="86642" extrusionOk="0">
                  <a:moveTo>
                    <a:pt x="0" y="0"/>
                  </a:moveTo>
                  <a:lnTo>
                    <a:pt x="41705" y="10842"/>
                  </a:lnTo>
                  <a:cubicBezTo>
                    <a:pt x="55976" y="14897"/>
                    <a:pt x="68910" y="18968"/>
                    <a:pt x="78592" y="22616"/>
                  </a:cubicBezTo>
                  <a:lnTo>
                    <a:pt x="78592" y="23435"/>
                  </a:lnTo>
                  <a:cubicBezTo>
                    <a:pt x="92805" y="28950"/>
                    <a:pt x="144138" y="52647"/>
                    <a:pt x="193109" y="76345"/>
                  </a:cubicBezTo>
                  <a:lnTo>
                    <a:pt x="197735" y="78575"/>
                  </a:lnTo>
                  <a:lnTo>
                    <a:pt x="197735" y="86642"/>
                  </a:lnTo>
                  <a:lnTo>
                    <a:pt x="175533" y="75698"/>
                  </a:lnTo>
                  <a:cubicBezTo>
                    <a:pt x="100014" y="38759"/>
                    <a:pt x="64861" y="23825"/>
                    <a:pt x="35137" y="15525"/>
                  </a:cubicBezTo>
                  <a:lnTo>
                    <a:pt x="0" y="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299082" y="112501"/>
              <a:ext cx="88834" cy="35417"/>
            </a:xfrm>
            <a:custGeom>
              <a:avLst/>
              <a:gdLst/>
              <a:ahLst/>
              <a:cxnLst/>
              <a:rect l="l" t="t" r="r" b="b"/>
              <a:pathLst>
                <a:path w="88834" h="35417" extrusionOk="0">
                  <a:moveTo>
                    <a:pt x="0" y="0"/>
                  </a:moveTo>
                  <a:lnTo>
                    <a:pt x="15410" y="3810"/>
                  </a:lnTo>
                  <a:cubicBezTo>
                    <a:pt x="41471" y="11720"/>
                    <a:pt x="88834" y="32266"/>
                    <a:pt x="87259" y="35417"/>
                  </a:cubicBezTo>
                  <a:cubicBezTo>
                    <a:pt x="77017" y="33054"/>
                    <a:pt x="67532" y="29871"/>
                    <a:pt x="58834" y="25144"/>
                  </a:cubicBezTo>
                  <a:cubicBezTo>
                    <a:pt x="40683" y="18022"/>
                    <a:pt x="22500" y="10932"/>
                    <a:pt x="3561" y="5386"/>
                  </a:cubicBezTo>
                  <a:lnTo>
                    <a:pt x="0" y="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299082" y="9344"/>
              <a:ext cx="197735" cy="155182"/>
            </a:xfrm>
            <a:custGeom>
              <a:avLst/>
              <a:gdLst/>
              <a:ahLst/>
              <a:cxnLst/>
              <a:rect l="l" t="t" r="r" b="b"/>
              <a:pathLst>
                <a:path w="197735" h="155182" extrusionOk="0">
                  <a:moveTo>
                    <a:pt x="0" y="0"/>
                  </a:moveTo>
                  <a:lnTo>
                    <a:pt x="8847" y="2473"/>
                  </a:lnTo>
                  <a:cubicBezTo>
                    <a:pt x="36792" y="10900"/>
                    <a:pt x="59868" y="19707"/>
                    <a:pt x="61197" y="23270"/>
                  </a:cubicBezTo>
                  <a:cubicBezTo>
                    <a:pt x="61985" y="27997"/>
                    <a:pt x="55683" y="30361"/>
                    <a:pt x="37500" y="33543"/>
                  </a:cubicBezTo>
                  <a:lnTo>
                    <a:pt x="24076" y="35119"/>
                  </a:lnTo>
                  <a:lnTo>
                    <a:pt x="31986" y="37482"/>
                  </a:lnTo>
                  <a:cubicBezTo>
                    <a:pt x="58046" y="45361"/>
                    <a:pt x="84107" y="55634"/>
                    <a:pt x="109380" y="67482"/>
                  </a:cubicBezTo>
                  <a:cubicBezTo>
                    <a:pt x="128351" y="76968"/>
                    <a:pt x="146502" y="88028"/>
                    <a:pt x="163077" y="100665"/>
                  </a:cubicBezTo>
                  <a:cubicBezTo>
                    <a:pt x="166260" y="103816"/>
                    <a:pt x="163077" y="109362"/>
                    <a:pt x="157563" y="111726"/>
                  </a:cubicBezTo>
                  <a:cubicBezTo>
                    <a:pt x="152836" y="113301"/>
                    <a:pt x="150441" y="112514"/>
                    <a:pt x="188351" y="136211"/>
                  </a:cubicBezTo>
                  <a:lnTo>
                    <a:pt x="197735" y="143302"/>
                  </a:lnTo>
                  <a:lnTo>
                    <a:pt x="197735" y="155182"/>
                  </a:lnTo>
                  <a:lnTo>
                    <a:pt x="167048" y="133028"/>
                  </a:lnTo>
                  <a:cubicBezTo>
                    <a:pt x="139380" y="116453"/>
                    <a:pt x="136229" y="114089"/>
                    <a:pt x="137805" y="110938"/>
                  </a:cubicBezTo>
                  <a:cubicBezTo>
                    <a:pt x="140200" y="108543"/>
                    <a:pt x="143351" y="107755"/>
                    <a:pt x="146502" y="106967"/>
                  </a:cubicBezTo>
                  <a:cubicBezTo>
                    <a:pt x="150441" y="106180"/>
                    <a:pt x="152836" y="104604"/>
                    <a:pt x="152836" y="103816"/>
                  </a:cubicBezTo>
                  <a:cubicBezTo>
                    <a:pt x="152017" y="100665"/>
                    <a:pt x="104653" y="73816"/>
                    <a:pt x="84107" y="65119"/>
                  </a:cubicBezTo>
                  <a:lnTo>
                    <a:pt x="0" y="38642"/>
                  </a:lnTo>
                  <a:lnTo>
                    <a:pt x="0" y="27837"/>
                  </a:lnTo>
                  <a:lnTo>
                    <a:pt x="8887" y="28312"/>
                  </a:lnTo>
                  <a:cubicBezTo>
                    <a:pt x="13204" y="28312"/>
                    <a:pt x="17490" y="28218"/>
                    <a:pt x="21713" y="27997"/>
                  </a:cubicBezTo>
                  <a:cubicBezTo>
                    <a:pt x="31198" y="27209"/>
                    <a:pt x="41471" y="26422"/>
                    <a:pt x="44622" y="25634"/>
                  </a:cubicBezTo>
                  <a:cubicBezTo>
                    <a:pt x="50924" y="24058"/>
                    <a:pt x="53320" y="25634"/>
                    <a:pt x="12227" y="11422"/>
                  </a:cubicBezTo>
                  <a:lnTo>
                    <a:pt x="0" y="8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496817" y="507469"/>
              <a:ext cx="53955" cy="135037"/>
            </a:xfrm>
            <a:custGeom>
              <a:avLst/>
              <a:gdLst/>
              <a:ahLst/>
              <a:cxnLst/>
              <a:rect l="l" t="t" r="r" b="b"/>
              <a:pathLst>
                <a:path w="53955" h="135037" extrusionOk="0">
                  <a:moveTo>
                    <a:pt x="0" y="0"/>
                  </a:moveTo>
                  <a:lnTo>
                    <a:pt x="41161" y="107212"/>
                  </a:lnTo>
                  <a:cubicBezTo>
                    <a:pt x="50583" y="125174"/>
                    <a:pt x="53955" y="135037"/>
                    <a:pt x="52222" y="135037"/>
                  </a:cubicBezTo>
                  <a:cubicBezTo>
                    <a:pt x="50741" y="135037"/>
                    <a:pt x="45542" y="127947"/>
                    <a:pt x="37222" y="112727"/>
                  </a:cubicBezTo>
                  <a:cubicBezTo>
                    <a:pt x="25381" y="90817"/>
                    <a:pt x="18859" y="76460"/>
                    <a:pt x="3681" y="32003"/>
                  </a:cubicBezTo>
                  <a:lnTo>
                    <a:pt x="0" y="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496817" y="417056"/>
              <a:ext cx="195954" cy="345419"/>
            </a:xfrm>
            <a:custGeom>
              <a:avLst/>
              <a:gdLst/>
              <a:ahLst/>
              <a:cxnLst/>
              <a:rect l="l" t="t" r="r" b="b"/>
              <a:pathLst>
                <a:path w="195954" h="345419" extrusionOk="0">
                  <a:moveTo>
                    <a:pt x="0" y="0"/>
                  </a:moveTo>
                  <a:lnTo>
                    <a:pt x="3252" y="3351"/>
                  </a:lnTo>
                  <a:cubicBezTo>
                    <a:pt x="34071" y="35714"/>
                    <a:pt x="70405" y="73623"/>
                    <a:pt x="83041" y="87048"/>
                  </a:cubicBezTo>
                  <a:cubicBezTo>
                    <a:pt x="96466" y="101260"/>
                    <a:pt x="122527" y="128896"/>
                    <a:pt x="141466" y="150230"/>
                  </a:cubicBezTo>
                  <a:cubicBezTo>
                    <a:pt x="155103" y="166231"/>
                    <a:pt x="174500" y="188435"/>
                    <a:pt x="190340" y="205876"/>
                  </a:cubicBezTo>
                  <a:lnTo>
                    <a:pt x="195954" y="211937"/>
                  </a:lnTo>
                  <a:lnTo>
                    <a:pt x="195954" y="248121"/>
                  </a:lnTo>
                  <a:lnTo>
                    <a:pt x="180277" y="230599"/>
                  </a:lnTo>
                  <a:cubicBezTo>
                    <a:pt x="168527" y="217368"/>
                    <a:pt x="158057" y="205519"/>
                    <a:pt x="151739" y="198413"/>
                  </a:cubicBezTo>
                  <a:cubicBezTo>
                    <a:pt x="123472" y="166333"/>
                    <a:pt x="103336" y="143833"/>
                    <a:pt x="102768" y="143833"/>
                  </a:cubicBezTo>
                  <a:cubicBezTo>
                    <a:pt x="102736" y="143833"/>
                    <a:pt x="102736" y="143865"/>
                    <a:pt x="102768" y="143928"/>
                  </a:cubicBezTo>
                  <a:cubicBezTo>
                    <a:pt x="105132" y="150230"/>
                    <a:pt x="157285" y="275808"/>
                    <a:pt x="159648" y="283717"/>
                  </a:cubicBezTo>
                  <a:cubicBezTo>
                    <a:pt x="161508" y="288413"/>
                    <a:pt x="162547" y="290587"/>
                    <a:pt x="163272" y="290587"/>
                  </a:cubicBezTo>
                  <a:cubicBezTo>
                    <a:pt x="163745" y="290587"/>
                    <a:pt x="164060" y="289579"/>
                    <a:pt x="164375" y="287656"/>
                  </a:cubicBezTo>
                  <a:cubicBezTo>
                    <a:pt x="162800" y="278959"/>
                    <a:pt x="159648" y="269505"/>
                    <a:pt x="155709" y="260808"/>
                  </a:cubicBezTo>
                  <a:cubicBezTo>
                    <a:pt x="145436" y="237110"/>
                    <a:pt x="132800" y="193686"/>
                    <a:pt x="135163" y="190503"/>
                  </a:cubicBezTo>
                  <a:cubicBezTo>
                    <a:pt x="135825" y="189842"/>
                    <a:pt x="136423" y="189463"/>
                    <a:pt x="137023" y="189463"/>
                  </a:cubicBezTo>
                  <a:cubicBezTo>
                    <a:pt x="139165" y="189463"/>
                    <a:pt x="141088" y="194726"/>
                    <a:pt x="145436" y="210262"/>
                  </a:cubicBezTo>
                  <a:cubicBezTo>
                    <a:pt x="147800" y="221323"/>
                    <a:pt x="154890" y="240262"/>
                    <a:pt x="159648" y="253686"/>
                  </a:cubicBezTo>
                  <a:lnTo>
                    <a:pt x="169921" y="277383"/>
                  </a:lnTo>
                  <a:lnTo>
                    <a:pt x="195954" y="294138"/>
                  </a:lnTo>
                  <a:lnTo>
                    <a:pt x="195954" y="305994"/>
                  </a:lnTo>
                  <a:lnTo>
                    <a:pt x="184921" y="298717"/>
                  </a:lnTo>
                  <a:lnTo>
                    <a:pt x="173072" y="291595"/>
                  </a:lnTo>
                  <a:lnTo>
                    <a:pt x="175436" y="303444"/>
                  </a:lnTo>
                  <a:cubicBezTo>
                    <a:pt x="177012" y="308990"/>
                    <a:pt x="177800" y="313717"/>
                    <a:pt x="177012" y="319263"/>
                  </a:cubicBezTo>
                  <a:cubicBezTo>
                    <a:pt x="177012" y="323990"/>
                    <a:pt x="177800" y="328717"/>
                    <a:pt x="180163" y="332688"/>
                  </a:cubicBezTo>
                  <a:cubicBezTo>
                    <a:pt x="184512" y="341385"/>
                    <a:pt x="184228" y="345419"/>
                    <a:pt x="180478" y="345419"/>
                  </a:cubicBezTo>
                  <a:cubicBezTo>
                    <a:pt x="180131" y="345419"/>
                    <a:pt x="179785" y="345387"/>
                    <a:pt x="179375" y="345324"/>
                  </a:cubicBezTo>
                  <a:cubicBezTo>
                    <a:pt x="175436" y="342141"/>
                    <a:pt x="173072" y="337415"/>
                    <a:pt x="172285" y="333476"/>
                  </a:cubicBezTo>
                  <a:cubicBezTo>
                    <a:pt x="168346" y="323990"/>
                    <a:pt x="162012" y="316081"/>
                    <a:pt x="154102" y="310566"/>
                  </a:cubicBezTo>
                  <a:cubicBezTo>
                    <a:pt x="140678" y="300293"/>
                    <a:pt x="99617" y="264747"/>
                    <a:pt x="94890" y="259232"/>
                  </a:cubicBezTo>
                  <a:cubicBezTo>
                    <a:pt x="94071" y="258413"/>
                    <a:pt x="93441" y="257972"/>
                    <a:pt x="92905" y="257972"/>
                  </a:cubicBezTo>
                  <a:cubicBezTo>
                    <a:pt x="91865" y="257972"/>
                    <a:pt x="91172" y="259547"/>
                    <a:pt x="90132" y="263171"/>
                  </a:cubicBezTo>
                  <a:cubicBezTo>
                    <a:pt x="89344" y="268717"/>
                    <a:pt x="89344" y="269505"/>
                    <a:pt x="82254" y="269505"/>
                  </a:cubicBezTo>
                  <a:cubicBezTo>
                    <a:pt x="77504" y="268914"/>
                    <a:pt x="65663" y="261215"/>
                    <a:pt x="33716" y="237076"/>
                  </a:cubicBezTo>
                  <a:lnTo>
                    <a:pt x="0" y="211256"/>
                  </a:lnTo>
                  <a:lnTo>
                    <a:pt x="0" y="201711"/>
                  </a:lnTo>
                  <a:lnTo>
                    <a:pt x="27749" y="223091"/>
                  </a:lnTo>
                  <a:cubicBezTo>
                    <a:pt x="49473" y="239671"/>
                    <a:pt x="69223" y="254474"/>
                    <a:pt x="69617" y="254474"/>
                  </a:cubicBezTo>
                  <a:cubicBezTo>
                    <a:pt x="68829" y="250535"/>
                    <a:pt x="67222" y="245808"/>
                    <a:pt x="64859" y="241837"/>
                  </a:cubicBezTo>
                  <a:cubicBezTo>
                    <a:pt x="52222" y="218171"/>
                    <a:pt x="28525" y="144716"/>
                    <a:pt x="33283" y="143140"/>
                  </a:cubicBezTo>
                  <a:cubicBezTo>
                    <a:pt x="38798" y="155777"/>
                    <a:pt x="43556" y="168413"/>
                    <a:pt x="47495" y="181837"/>
                  </a:cubicBezTo>
                  <a:cubicBezTo>
                    <a:pt x="53010" y="199989"/>
                    <a:pt x="60132" y="218171"/>
                    <a:pt x="68042" y="236323"/>
                  </a:cubicBezTo>
                  <a:cubicBezTo>
                    <a:pt x="71981" y="244232"/>
                    <a:pt x="76707" y="252898"/>
                    <a:pt x="77495" y="256081"/>
                  </a:cubicBezTo>
                  <a:cubicBezTo>
                    <a:pt x="78756" y="258602"/>
                    <a:pt x="79764" y="259736"/>
                    <a:pt x="80426" y="259736"/>
                  </a:cubicBezTo>
                  <a:cubicBezTo>
                    <a:pt x="81435" y="259736"/>
                    <a:pt x="81624" y="257184"/>
                    <a:pt x="80678" y="252898"/>
                  </a:cubicBezTo>
                  <a:cubicBezTo>
                    <a:pt x="79859" y="245808"/>
                    <a:pt x="81466" y="240262"/>
                    <a:pt x="84617" y="240262"/>
                  </a:cubicBezTo>
                  <a:cubicBezTo>
                    <a:pt x="91708" y="244232"/>
                    <a:pt x="98829" y="249747"/>
                    <a:pt x="104344" y="255293"/>
                  </a:cubicBezTo>
                  <a:cubicBezTo>
                    <a:pt x="113829" y="263959"/>
                    <a:pt x="129617" y="278171"/>
                    <a:pt x="138315" y="286081"/>
                  </a:cubicBezTo>
                  <a:lnTo>
                    <a:pt x="139102" y="286869"/>
                  </a:lnTo>
                  <a:cubicBezTo>
                    <a:pt x="144649" y="291595"/>
                    <a:pt x="150950" y="297142"/>
                    <a:pt x="157285" y="301081"/>
                  </a:cubicBezTo>
                  <a:cubicBezTo>
                    <a:pt x="158861" y="301081"/>
                    <a:pt x="135163" y="239474"/>
                    <a:pt x="101981" y="158928"/>
                  </a:cubicBezTo>
                  <a:cubicBezTo>
                    <a:pt x="92054" y="135987"/>
                    <a:pt x="78409" y="113046"/>
                    <a:pt x="73966" y="113046"/>
                  </a:cubicBezTo>
                  <a:cubicBezTo>
                    <a:pt x="73808" y="113046"/>
                    <a:pt x="73682" y="113077"/>
                    <a:pt x="73556" y="113109"/>
                  </a:cubicBezTo>
                  <a:cubicBezTo>
                    <a:pt x="72768" y="117867"/>
                    <a:pt x="73556" y="123382"/>
                    <a:pt x="75920" y="128109"/>
                  </a:cubicBezTo>
                  <a:cubicBezTo>
                    <a:pt x="77495" y="133655"/>
                    <a:pt x="78283" y="139169"/>
                    <a:pt x="78283" y="144716"/>
                  </a:cubicBezTo>
                  <a:cubicBezTo>
                    <a:pt x="78031" y="145251"/>
                    <a:pt x="77716" y="145535"/>
                    <a:pt x="77401" y="145535"/>
                  </a:cubicBezTo>
                  <a:cubicBezTo>
                    <a:pt x="75826" y="145535"/>
                    <a:pt x="73524" y="139043"/>
                    <a:pt x="69617" y="123382"/>
                  </a:cubicBezTo>
                  <a:cubicBezTo>
                    <a:pt x="68829" y="113109"/>
                    <a:pt x="64071" y="103623"/>
                    <a:pt x="57768" y="95745"/>
                  </a:cubicBezTo>
                  <a:cubicBezTo>
                    <a:pt x="56193" y="92594"/>
                    <a:pt x="53010" y="90199"/>
                    <a:pt x="49859" y="88623"/>
                  </a:cubicBezTo>
                  <a:cubicBezTo>
                    <a:pt x="54586" y="115472"/>
                    <a:pt x="61707" y="143140"/>
                    <a:pt x="69617" y="169989"/>
                  </a:cubicBezTo>
                  <a:cubicBezTo>
                    <a:pt x="75605" y="191260"/>
                    <a:pt x="77085" y="197436"/>
                    <a:pt x="75541" y="197436"/>
                  </a:cubicBezTo>
                  <a:cubicBezTo>
                    <a:pt x="75257" y="197436"/>
                    <a:pt x="74848" y="197215"/>
                    <a:pt x="74344" y="196837"/>
                  </a:cubicBezTo>
                  <a:cubicBezTo>
                    <a:pt x="71981" y="196049"/>
                    <a:pt x="53798" y="130503"/>
                    <a:pt x="46708" y="99684"/>
                  </a:cubicBezTo>
                  <a:cubicBezTo>
                    <a:pt x="45132" y="88623"/>
                    <a:pt x="41161" y="78350"/>
                    <a:pt x="33283" y="70472"/>
                  </a:cubicBezTo>
                  <a:cubicBezTo>
                    <a:pt x="28525" y="64926"/>
                    <a:pt x="25374" y="60987"/>
                    <a:pt x="23798" y="60199"/>
                  </a:cubicBezTo>
                  <a:cubicBezTo>
                    <a:pt x="22222" y="60199"/>
                    <a:pt x="26161" y="74411"/>
                    <a:pt x="51434" y="158928"/>
                  </a:cubicBezTo>
                  <a:cubicBezTo>
                    <a:pt x="58556" y="179474"/>
                    <a:pt x="64071" y="200776"/>
                    <a:pt x="68042" y="222110"/>
                  </a:cubicBezTo>
                  <a:cubicBezTo>
                    <a:pt x="65646" y="222110"/>
                    <a:pt x="16676" y="60199"/>
                    <a:pt x="18283" y="57048"/>
                  </a:cubicBezTo>
                  <a:lnTo>
                    <a:pt x="0" y="36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496817" y="396543"/>
              <a:ext cx="195954" cy="227318"/>
            </a:xfrm>
            <a:custGeom>
              <a:avLst/>
              <a:gdLst/>
              <a:ahLst/>
              <a:cxnLst/>
              <a:rect l="l" t="t" r="r" b="b"/>
              <a:pathLst>
                <a:path w="195954" h="227318" extrusionOk="0">
                  <a:moveTo>
                    <a:pt x="0" y="0"/>
                  </a:moveTo>
                  <a:lnTo>
                    <a:pt x="10374" y="10407"/>
                  </a:lnTo>
                  <a:lnTo>
                    <a:pt x="30920" y="32529"/>
                  </a:lnTo>
                  <a:lnTo>
                    <a:pt x="50647" y="38863"/>
                  </a:lnTo>
                  <a:cubicBezTo>
                    <a:pt x="74344" y="47529"/>
                    <a:pt x="83041" y="53075"/>
                    <a:pt x="82254" y="53863"/>
                  </a:cubicBezTo>
                  <a:cubicBezTo>
                    <a:pt x="82254" y="53989"/>
                    <a:pt x="82033" y="54052"/>
                    <a:pt x="81624" y="54052"/>
                  </a:cubicBezTo>
                  <a:cubicBezTo>
                    <a:pt x="79732" y="54052"/>
                    <a:pt x="73871" y="52666"/>
                    <a:pt x="68042" y="50712"/>
                  </a:cubicBezTo>
                  <a:cubicBezTo>
                    <a:pt x="60132" y="47529"/>
                    <a:pt x="50647" y="44378"/>
                    <a:pt x="45920" y="42802"/>
                  </a:cubicBezTo>
                  <a:lnTo>
                    <a:pt x="38010" y="39651"/>
                  </a:lnTo>
                  <a:lnTo>
                    <a:pt x="41949" y="45954"/>
                  </a:lnTo>
                  <a:cubicBezTo>
                    <a:pt x="45132" y="49924"/>
                    <a:pt x="51434" y="53863"/>
                    <a:pt x="73556" y="63348"/>
                  </a:cubicBezTo>
                  <a:cubicBezTo>
                    <a:pt x="95678" y="72802"/>
                    <a:pt x="101192" y="75985"/>
                    <a:pt x="101981" y="79136"/>
                  </a:cubicBezTo>
                  <a:cubicBezTo>
                    <a:pt x="101981" y="81500"/>
                    <a:pt x="112254" y="87834"/>
                    <a:pt x="147012" y="105985"/>
                  </a:cubicBezTo>
                  <a:cubicBezTo>
                    <a:pt x="184134" y="124955"/>
                    <a:pt x="192799" y="128894"/>
                    <a:pt x="191224" y="132046"/>
                  </a:cubicBezTo>
                  <a:cubicBezTo>
                    <a:pt x="190878" y="132771"/>
                    <a:pt x="190657" y="133401"/>
                    <a:pt x="189680" y="133401"/>
                  </a:cubicBezTo>
                  <a:cubicBezTo>
                    <a:pt x="186403" y="133401"/>
                    <a:pt x="174491" y="126815"/>
                    <a:pt x="119376" y="96500"/>
                  </a:cubicBezTo>
                  <a:cubicBezTo>
                    <a:pt x="88556" y="79924"/>
                    <a:pt x="62495" y="67287"/>
                    <a:pt x="62495" y="67287"/>
                  </a:cubicBezTo>
                  <a:cubicBezTo>
                    <a:pt x="71981" y="78348"/>
                    <a:pt x="82254" y="89409"/>
                    <a:pt x="93314" y="99682"/>
                  </a:cubicBezTo>
                  <a:cubicBezTo>
                    <a:pt x="120163" y="126531"/>
                    <a:pt x="127253" y="132833"/>
                    <a:pt x="143861" y="141531"/>
                  </a:cubicBezTo>
                  <a:cubicBezTo>
                    <a:pt x="154102" y="147833"/>
                    <a:pt x="173072" y="160470"/>
                    <a:pt x="185710" y="169167"/>
                  </a:cubicBezTo>
                  <a:lnTo>
                    <a:pt x="195954" y="176340"/>
                  </a:lnTo>
                  <a:lnTo>
                    <a:pt x="195954" y="186800"/>
                  </a:lnTo>
                  <a:lnTo>
                    <a:pt x="185499" y="179530"/>
                  </a:lnTo>
                  <a:cubicBezTo>
                    <a:pt x="156877" y="159651"/>
                    <a:pt x="152133" y="156531"/>
                    <a:pt x="150950" y="156531"/>
                  </a:cubicBezTo>
                  <a:cubicBezTo>
                    <a:pt x="153314" y="161258"/>
                    <a:pt x="156497" y="166016"/>
                    <a:pt x="160436" y="169955"/>
                  </a:cubicBezTo>
                  <a:cubicBezTo>
                    <a:pt x="170307" y="181410"/>
                    <a:pt x="181659" y="194986"/>
                    <a:pt x="193407" y="209277"/>
                  </a:cubicBezTo>
                  <a:lnTo>
                    <a:pt x="195954" y="212420"/>
                  </a:lnTo>
                  <a:lnTo>
                    <a:pt x="195954" y="227318"/>
                  </a:lnTo>
                  <a:lnTo>
                    <a:pt x="176224" y="203926"/>
                  </a:lnTo>
                  <a:cubicBezTo>
                    <a:pt x="158861" y="182592"/>
                    <a:pt x="128041" y="148621"/>
                    <a:pt x="108314" y="128894"/>
                  </a:cubicBezTo>
                  <a:cubicBezTo>
                    <a:pt x="73556" y="93348"/>
                    <a:pt x="32496" y="50712"/>
                    <a:pt x="26161" y="42802"/>
                  </a:cubicBezTo>
                  <a:cubicBezTo>
                    <a:pt x="23002" y="38855"/>
                    <a:pt x="19201" y="34414"/>
                    <a:pt x="13808" y="28516"/>
                  </a:cubicBez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3"/>
            <p:cNvSpPr/>
            <p:nvPr/>
          </p:nvSpPr>
          <p:spPr>
            <a:xfrm>
              <a:off x="496817" y="356709"/>
              <a:ext cx="23263" cy="11923"/>
            </a:xfrm>
            <a:custGeom>
              <a:avLst/>
              <a:gdLst/>
              <a:ahLst/>
              <a:cxnLst/>
              <a:rect l="l" t="t" r="r" b="b"/>
              <a:pathLst>
                <a:path w="23263" h="11923" extrusionOk="0">
                  <a:moveTo>
                    <a:pt x="0" y="0"/>
                  </a:moveTo>
                  <a:lnTo>
                    <a:pt x="9586" y="4455"/>
                  </a:lnTo>
                  <a:cubicBezTo>
                    <a:pt x="20048" y="9497"/>
                    <a:pt x="23263" y="11923"/>
                    <a:pt x="21025" y="11923"/>
                  </a:cubicBezTo>
                  <a:cubicBezTo>
                    <a:pt x="19686" y="11923"/>
                    <a:pt x="16432" y="11072"/>
                    <a:pt x="11638" y="9418"/>
                  </a:cubicBezTo>
                  <a:lnTo>
                    <a:pt x="0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3"/>
            <p:cNvSpPr/>
            <p:nvPr/>
          </p:nvSpPr>
          <p:spPr>
            <a:xfrm>
              <a:off x="496817" y="340418"/>
              <a:ext cx="64859" cy="35745"/>
            </a:xfrm>
            <a:custGeom>
              <a:avLst/>
              <a:gdLst/>
              <a:ahLst/>
              <a:cxnLst/>
              <a:rect l="l" t="t" r="r" b="b"/>
              <a:pathLst>
                <a:path w="64859" h="35745" extrusionOk="0">
                  <a:moveTo>
                    <a:pt x="0" y="0"/>
                  </a:moveTo>
                  <a:lnTo>
                    <a:pt x="4040" y="1775"/>
                  </a:lnTo>
                  <a:cubicBezTo>
                    <a:pt x="42769" y="19958"/>
                    <a:pt x="64859" y="32594"/>
                    <a:pt x="63283" y="35745"/>
                  </a:cubicBezTo>
                  <a:cubicBezTo>
                    <a:pt x="50647" y="30231"/>
                    <a:pt x="38010" y="24685"/>
                    <a:pt x="26161" y="17594"/>
                  </a:cubicBezTo>
                  <a:lnTo>
                    <a:pt x="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496817" y="320597"/>
              <a:ext cx="195954" cy="124261"/>
            </a:xfrm>
            <a:custGeom>
              <a:avLst/>
              <a:gdLst/>
              <a:ahLst/>
              <a:cxnLst/>
              <a:rect l="l" t="t" r="r" b="b"/>
              <a:pathLst>
                <a:path w="195954" h="124261" extrusionOk="0">
                  <a:moveTo>
                    <a:pt x="0" y="0"/>
                  </a:moveTo>
                  <a:lnTo>
                    <a:pt x="30132" y="13717"/>
                  </a:lnTo>
                  <a:cubicBezTo>
                    <a:pt x="64859" y="31081"/>
                    <a:pt x="98829" y="50839"/>
                    <a:pt x="130404" y="73717"/>
                  </a:cubicBezTo>
                  <a:cubicBezTo>
                    <a:pt x="155292" y="90309"/>
                    <a:pt x="180179" y="106900"/>
                    <a:pt x="194390" y="116153"/>
                  </a:cubicBezTo>
                  <a:lnTo>
                    <a:pt x="195954" y="117149"/>
                  </a:lnTo>
                  <a:lnTo>
                    <a:pt x="195954" y="124261"/>
                  </a:lnTo>
                  <a:lnTo>
                    <a:pt x="173360" y="109370"/>
                  </a:lnTo>
                  <a:cubicBezTo>
                    <a:pt x="153118" y="96044"/>
                    <a:pt x="130011" y="80839"/>
                    <a:pt x="116980" y="72142"/>
                  </a:cubicBezTo>
                  <a:cubicBezTo>
                    <a:pt x="97631" y="58717"/>
                    <a:pt x="77692" y="46278"/>
                    <a:pt x="57260" y="34925"/>
                  </a:cubicBezTo>
                  <a:lnTo>
                    <a:pt x="0" y="6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496817" y="294889"/>
              <a:ext cx="73951" cy="37094"/>
            </a:xfrm>
            <a:custGeom>
              <a:avLst/>
              <a:gdLst/>
              <a:ahLst/>
              <a:cxnLst/>
              <a:rect l="l" t="t" r="r" b="b"/>
              <a:pathLst>
                <a:path w="73951" h="37094" extrusionOk="0">
                  <a:moveTo>
                    <a:pt x="0" y="0"/>
                  </a:moveTo>
                  <a:lnTo>
                    <a:pt x="15305" y="7224"/>
                  </a:lnTo>
                  <a:cubicBezTo>
                    <a:pt x="45912" y="22031"/>
                    <a:pt x="73951" y="36243"/>
                    <a:pt x="73556" y="37031"/>
                  </a:cubicBezTo>
                  <a:cubicBezTo>
                    <a:pt x="73524" y="37063"/>
                    <a:pt x="73461" y="37094"/>
                    <a:pt x="73367" y="37094"/>
                  </a:cubicBezTo>
                  <a:cubicBezTo>
                    <a:pt x="71035" y="37094"/>
                    <a:pt x="49260" y="27672"/>
                    <a:pt x="14313" y="10970"/>
                  </a:cubicBezTo>
                  <a:lnTo>
                    <a:pt x="0" y="4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496817" y="152645"/>
              <a:ext cx="195954" cy="258699"/>
            </a:xfrm>
            <a:custGeom>
              <a:avLst/>
              <a:gdLst/>
              <a:ahLst/>
              <a:cxnLst/>
              <a:rect l="l" t="t" r="r" b="b"/>
              <a:pathLst>
                <a:path w="195954" h="258699" extrusionOk="0">
                  <a:moveTo>
                    <a:pt x="0" y="0"/>
                  </a:moveTo>
                  <a:lnTo>
                    <a:pt x="58556" y="44243"/>
                  </a:lnTo>
                  <a:cubicBezTo>
                    <a:pt x="64859" y="49758"/>
                    <a:pt x="63283" y="56092"/>
                    <a:pt x="54586" y="56880"/>
                  </a:cubicBezTo>
                  <a:cubicBezTo>
                    <a:pt x="49859" y="57667"/>
                    <a:pt x="51434" y="59243"/>
                    <a:pt x="71193" y="76606"/>
                  </a:cubicBezTo>
                  <a:cubicBezTo>
                    <a:pt x="109102" y="109001"/>
                    <a:pt x="148587" y="150850"/>
                    <a:pt x="150163" y="160335"/>
                  </a:cubicBezTo>
                  <a:cubicBezTo>
                    <a:pt x="150163" y="163486"/>
                    <a:pt x="150163" y="164274"/>
                    <a:pt x="145436" y="166638"/>
                  </a:cubicBezTo>
                  <a:cubicBezTo>
                    <a:pt x="139890" y="168245"/>
                    <a:pt x="140678" y="169033"/>
                    <a:pt x="152526" y="182457"/>
                  </a:cubicBezTo>
                  <a:cubicBezTo>
                    <a:pt x="164769" y="196669"/>
                    <a:pt x="176224" y="211472"/>
                    <a:pt x="186887" y="226673"/>
                  </a:cubicBezTo>
                  <a:lnTo>
                    <a:pt x="195954" y="240943"/>
                  </a:lnTo>
                  <a:lnTo>
                    <a:pt x="195954" y="258699"/>
                  </a:lnTo>
                  <a:lnTo>
                    <a:pt x="170902" y="221446"/>
                  </a:lnTo>
                  <a:cubicBezTo>
                    <a:pt x="160042" y="206540"/>
                    <a:pt x="148588" y="191926"/>
                    <a:pt x="136739" y="177699"/>
                  </a:cubicBezTo>
                  <a:cubicBezTo>
                    <a:pt x="129617" y="169033"/>
                    <a:pt x="127253" y="164274"/>
                    <a:pt x="128829" y="161911"/>
                  </a:cubicBezTo>
                  <a:cubicBezTo>
                    <a:pt x="129617" y="159547"/>
                    <a:pt x="132011" y="157972"/>
                    <a:pt x="134376" y="157972"/>
                  </a:cubicBezTo>
                  <a:cubicBezTo>
                    <a:pt x="134848" y="158035"/>
                    <a:pt x="135289" y="158066"/>
                    <a:pt x="135667" y="158066"/>
                  </a:cubicBezTo>
                  <a:cubicBezTo>
                    <a:pt x="139386" y="158066"/>
                    <a:pt x="136109" y="153970"/>
                    <a:pt x="121739" y="137426"/>
                  </a:cubicBezTo>
                  <a:lnTo>
                    <a:pt x="106739" y="120850"/>
                  </a:lnTo>
                  <a:lnTo>
                    <a:pt x="12737" y="73455"/>
                  </a:lnTo>
                  <a:lnTo>
                    <a:pt x="0" y="67177"/>
                  </a:lnTo>
                  <a:lnTo>
                    <a:pt x="0" y="59110"/>
                  </a:lnTo>
                  <a:lnTo>
                    <a:pt x="83829" y="99516"/>
                  </a:lnTo>
                  <a:lnTo>
                    <a:pt x="60920" y="79789"/>
                  </a:lnTo>
                  <a:cubicBezTo>
                    <a:pt x="52222" y="72667"/>
                    <a:pt x="44344" y="64758"/>
                    <a:pt x="36435" y="56880"/>
                  </a:cubicBezTo>
                  <a:cubicBezTo>
                    <a:pt x="34071" y="52121"/>
                    <a:pt x="37222" y="48970"/>
                    <a:pt x="44344" y="48970"/>
                  </a:cubicBezTo>
                  <a:lnTo>
                    <a:pt x="50647" y="48970"/>
                  </a:lnTo>
                  <a:lnTo>
                    <a:pt x="45920" y="45031"/>
                  </a:lnTo>
                  <a:lnTo>
                    <a:pt x="0" y="11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692771" y="393589"/>
              <a:ext cx="135879" cy="400052"/>
            </a:xfrm>
            <a:custGeom>
              <a:avLst/>
              <a:gdLst/>
              <a:ahLst/>
              <a:cxnLst/>
              <a:rect l="l" t="t" r="r" b="b"/>
              <a:pathLst>
                <a:path w="135879" h="400052" extrusionOk="0">
                  <a:moveTo>
                    <a:pt x="0" y="0"/>
                  </a:moveTo>
                  <a:lnTo>
                    <a:pt x="20543" y="32333"/>
                  </a:lnTo>
                  <a:cubicBezTo>
                    <a:pt x="41877" y="69454"/>
                    <a:pt x="42665" y="72606"/>
                    <a:pt x="36362" y="74969"/>
                  </a:cubicBezTo>
                  <a:cubicBezTo>
                    <a:pt x="35165" y="75379"/>
                    <a:pt x="33778" y="75568"/>
                    <a:pt x="32391" y="75568"/>
                  </a:cubicBezTo>
                  <a:cubicBezTo>
                    <a:pt x="31005" y="75568"/>
                    <a:pt x="29650" y="75379"/>
                    <a:pt x="28453" y="74969"/>
                  </a:cubicBezTo>
                  <a:cubicBezTo>
                    <a:pt x="27949" y="74654"/>
                    <a:pt x="27570" y="74496"/>
                    <a:pt x="27287" y="74496"/>
                  </a:cubicBezTo>
                  <a:cubicBezTo>
                    <a:pt x="26184" y="74496"/>
                    <a:pt x="26562" y="76765"/>
                    <a:pt x="28453" y="80515"/>
                  </a:cubicBezTo>
                  <a:cubicBezTo>
                    <a:pt x="38726" y="99454"/>
                    <a:pt x="72665" y="176061"/>
                    <a:pt x="82150" y="199759"/>
                  </a:cubicBezTo>
                  <a:cubicBezTo>
                    <a:pt x="94786" y="230578"/>
                    <a:pt x="95574" y="236092"/>
                    <a:pt x="87696" y="237668"/>
                  </a:cubicBezTo>
                  <a:cubicBezTo>
                    <a:pt x="82150" y="238456"/>
                    <a:pt x="82938" y="240851"/>
                    <a:pt x="102696" y="304033"/>
                  </a:cubicBezTo>
                  <a:cubicBezTo>
                    <a:pt x="109786" y="329306"/>
                    <a:pt x="118483" y="353792"/>
                    <a:pt x="129544" y="377458"/>
                  </a:cubicBezTo>
                  <a:cubicBezTo>
                    <a:pt x="131908" y="380640"/>
                    <a:pt x="133483" y="384579"/>
                    <a:pt x="135059" y="388518"/>
                  </a:cubicBezTo>
                  <a:cubicBezTo>
                    <a:pt x="135879" y="394065"/>
                    <a:pt x="132696" y="398004"/>
                    <a:pt x="127970" y="399579"/>
                  </a:cubicBezTo>
                  <a:cubicBezTo>
                    <a:pt x="127087" y="399863"/>
                    <a:pt x="126267" y="400052"/>
                    <a:pt x="125259" y="400052"/>
                  </a:cubicBezTo>
                  <a:cubicBezTo>
                    <a:pt x="120848" y="400052"/>
                    <a:pt x="113505" y="396397"/>
                    <a:pt x="87696" y="382216"/>
                  </a:cubicBezTo>
                  <a:cubicBezTo>
                    <a:pt x="67938" y="371943"/>
                    <a:pt x="40301" y="355367"/>
                    <a:pt x="26089" y="346670"/>
                  </a:cubicBezTo>
                  <a:lnTo>
                    <a:pt x="0" y="329462"/>
                  </a:lnTo>
                  <a:lnTo>
                    <a:pt x="0" y="317606"/>
                  </a:lnTo>
                  <a:lnTo>
                    <a:pt x="18180" y="329306"/>
                  </a:lnTo>
                  <a:cubicBezTo>
                    <a:pt x="41877" y="345094"/>
                    <a:pt x="68725" y="361670"/>
                    <a:pt x="77423" y="366428"/>
                  </a:cubicBezTo>
                  <a:lnTo>
                    <a:pt x="77423" y="367216"/>
                  </a:lnTo>
                  <a:cubicBezTo>
                    <a:pt x="82150" y="370367"/>
                    <a:pt x="87696" y="372731"/>
                    <a:pt x="93211" y="375094"/>
                  </a:cubicBezTo>
                  <a:cubicBezTo>
                    <a:pt x="93211" y="374306"/>
                    <a:pt x="76635" y="355367"/>
                    <a:pt x="20543" y="294548"/>
                  </a:cubicBezTo>
                  <a:lnTo>
                    <a:pt x="0" y="271588"/>
                  </a:lnTo>
                  <a:lnTo>
                    <a:pt x="0" y="235404"/>
                  </a:lnTo>
                  <a:lnTo>
                    <a:pt x="8694" y="244790"/>
                  </a:lnTo>
                  <a:lnTo>
                    <a:pt x="8694" y="245578"/>
                  </a:lnTo>
                  <a:cubicBezTo>
                    <a:pt x="26783" y="266029"/>
                    <a:pt x="38253" y="277878"/>
                    <a:pt x="39198" y="277878"/>
                  </a:cubicBezTo>
                  <a:cubicBezTo>
                    <a:pt x="39829" y="277878"/>
                    <a:pt x="35826" y="272678"/>
                    <a:pt x="26089" y="261365"/>
                  </a:cubicBezTo>
                  <a:cubicBezTo>
                    <a:pt x="22134" y="256623"/>
                    <a:pt x="15029" y="248130"/>
                    <a:pt x="6736" y="238259"/>
                  </a:cubicBezTo>
                  <a:lnTo>
                    <a:pt x="0" y="230272"/>
                  </a:lnTo>
                  <a:lnTo>
                    <a:pt x="0" y="215375"/>
                  </a:lnTo>
                  <a:lnTo>
                    <a:pt x="32793" y="255843"/>
                  </a:lnTo>
                  <a:cubicBezTo>
                    <a:pt x="55695" y="284472"/>
                    <a:pt x="75832" y="310336"/>
                    <a:pt x="84513" y="322185"/>
                  </a:cubicBezTo>
                  <a:cubicBezTo>
                    <a:pt x="95007" y="336428"/>
                    <a:pt x="104083" y="349947"/>
                    <a:pt x="105659" y="349947"/>
                  </a:cubicBezTo>
                  <a:cubicBezTo>
                    <a:pt x="105753" y="349947"/>
                    <a:pt x="105815" y="349916"/>
                    <a:pt x="105848" y="349821"/>
                  </a:cubicBezTo>
                  <a:cubicBezTo>
                    <a:pt x="106635" y="348245"/>
                    <a:pt x="87696" y="288214"/>
                    <a:pt x="79787" y="265305"/>
                  </a:cubicBezTo>
                  <a:lnTo>
                    <a:pt x="69513" y="237668"/>
                  </a:lnTo>
                  <a:lnTo>
                    <a:pt x="26877" y="208456"/>
                  </a:lnTo>
                  <a:cubicBezTo>
                    <a:pt x="19078" y="203028"/>
                    <a:pt x="12130" y="198192"/>
                    <a:pt x="5939" y="193884"/>
                  </a:cubicBezTo>
                  <a:lnTo>
                    <a:pt x="0" y="189755"/>
                  </a:lnTo>
                  <a:lnTo>
                    <a:pt x="0" y="179295"/>
                  </a:lnTo>
                  <a:lnTo>
                    <a:pt x="37150" y="205305"/>
                  </a:lnTo>
                  <a:cubicBezTo>
                    <a:pt x="50574" y="214759"/>
                    <a:pt x="63999" y="223456"/>
                    <a:pt x="66363" y="225032"/>
                  </a:cubicBezTo>
                  <a:lnTo>
                    <a:pt x="65574" y="225819"/>
                  </a:lnTo>
                  <a:cubicBezTo>
                    <a:pt x="68725" y="228214"/>
                    <a:pt x="72665" y="228214"/>
                    <a:pt x="75847" y="228214"/>
                  </a:cubicBezTo>
                  <a:lnTo>
                    <a:pt x="82150" y="226607"/>
                  </a:lnTo>
                  <a:lnTo>
                    <a:pt x="74271" y="206880"/>
                  </a:lnTo>
                  <a:cubicBezTo>
                    <a:pt x="63999" y="180820"/>
                    <a:pt x="41877" y="131849"/>
                    <a:pt x="26089" y="98666"/>
                  </a:cubicBezTo>
                  <a:cubicBezTo>
                    <a:pt x="16604" y="78152"/>
                    <a:pt x="15028" y="70242"/>
                    <a:pt x="15816" y="67091"/>
                  </a:cubicBezTo>
                  <a:cubicBezTo>
                    <a:pt x="16604" y="64727"/>
                    <a:pt x="17392" y="62333"/>
                    <a:pt x="16604" y="62333"/>
                  </a:cubicBezTo>
                  <a:cubicBezTo>
                    <a:pt x="15816" y="61742"/>
                    <a:pt x="11078" y="58585"/>
                    <a:pt x="4005" y="53909"/>
                  </a:cubicBezTo>
                  <a:lnTo>
                    <a:pt x="0" y="51269"/>
                  </a:lnTo>
                  <a:lnTo>
                    <a:pt x="0" y="44157"/>
                  </a:lnTo>
                  <a:lnTo>
                    <a:pt x="8694" y="49696"/>
                  </a:lnTo>
                  <a:lnTo>
                    <a:pt x="9482" y="49696"/>
                  </a:lnTo>
                  <a:cubicBezTo>
                    <a:pt x="13453" y="52879"/>
                    <a:pt x="18967" y="55242"/>
                    <a:pt x="23726" y="57606"/>
                  </a:cubicBezTo>
                  <a:cubicBezTo>
                    <a:pt x="23726" y="57606"/>
                    <a:pt x="15816" y="43394"/>
                    <a:pt x="5543" y="25999"/>
                  </a:cubicBezTo>
                  <a:lnTo>
                    <a:pt x="0" y="17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8" name="Google Shape;1818;p13"/>
          <p:cNvGrpSpPr/>
          <p:nvPr/>
        </p:nvGrpSpPr>
        <p:grpSpPr>
          <a:xfrm>
            <a:off x="3634741" y="5663352"/>
            <a:ext cx="1734759" cy="1194648"/>
            <a:chOff x="0" y="0"/>
            <a:chExt cx="1301359" cy="896000"/>
          </a:xfrm>
        </p:grpSpPr>
        <p:sp>
          <p:nvSpPr>
            <p:cNvPr id="1819" name="Google Shape;1819;p13"/>
            <p:cNvSpPr/>
            <p:nvPr/>
          </p:nvSpPr>
          <p:spPr>
            <a:xfrm>
              <a:off x="0" y="688267"/>
              <a:ext cx="181652" cy="207732"/>
            </a:xfrm>
            <a:custGeom>
              <a:avLst/>
              <a:gdLst/>
              <a:ahLst/>
              <a:cxnLst/>
              <a:rect l="l" t="t" r="r" b="b"/>
              <a:pathLst>
                <a:path w="181652" h="207732" extrusionOk="0">
                  <a:moveTo>
                    <a:pt x="6581" y="0"/>
                  </a:moveTo>
                  <a:cubicBezTo>
                    <a:pt x="9033" y="0"/>
                    <a:pt x="11377" y="1359"/>
                    <a:pt x="13349" y="3837"/>
                  </a:cubicBezTo>
                  <a:cubicBezTo>
                    <a:pt x="16040" y="6502"/>
                    <a:pt x="19371" y="9192"/>
                    <a:pt x="20703" y="10525"/>
                  </a:cubicBezTo>
                  <a:cubicBezTo>
                    <a:pt x="24700" y="13189"/>
                    <a:pt x="81480" y="20543"/>
                    <a:pt x="110870" y="21875"/>
                  </a:cubicBezTo>
                  <a:cubicBezTo>
                    <a:pt x="126217" y="23207"/>
                    <a:pt x="146920" y="23207"/>
                    <a:pt x="156273" y="23207"/>
                  </a:cubicBezTo>
                  <a:cubicBezTo>
                    <a:pt x="160616" y="23048"/>
                    <a:pt x="164986" y="22994"/>
                    <a:pt x="169329" y="22994"/>
                  </a:cubicBezTo>
                  <a:lnTo>
                    <a:pt x="181652" y="23796"/>
                  </a:lnTo>
                  <a:lnTo>
                    <a:pt x="181652" y="31826"/>
                  </a:lnTo>
                  <a:lnTo>
                    <a:pt x="165252" y="31174"/>
                  </a:lnTo>
                  <a:cubicBezTo>
                    <a:pt x="163574" y="31174"/>
                    <a:pt x="161895" y="31201"/>
                    <a:pt x="160270" y="31228"/>
                  </a:cubicBezTo>
                  <a:cubicBezTo>
                    <a:pt x="150491" y="31228"/>
                    <a:pt x="139806" y="31521"/>
                    <a:pt x="131973" y="31521"/>
                  </a:cubicBezTo>
                  <a:cubicBezTo>
                    <a:pt x="128082" y="31521"/>
                    <a:pt x="124885" y="31441"/>
                    <a:pt x="122887" y="31228"/>
                  </a:cubicBezTo>
                  <a:cubicBezTo>
                    <a:pt x="116865" y="31228"/>
                    <a:pt x="112202" y="31228"/>
                    <a:pt x="112868" y="32560"/>
                  </a:cubicBezTo>
                  <a:cubicBezTo>
                    <a:pt x="112868" y="33226"/>
                    <a:pt x="124885" y="40580"/>
                    <a:pt x="139566" y="49240"/>
                  </a:cubicBezTo>
                  <a:lnTo>
                    <a:pt x="181652" y="75643"/>
                  </a:lnTo>
                  <a:lnTo>
                    <a:pt x="181652" y="82547"/>
                  </a:lnTo>
                  <a:lnTo>
                    <a:pt x="180307" y="81547"/>
                  </a:lnTo>
                  <a:cubicBezTo>
                    <a:pt x="166618" y="72115"/>
                    <a:pt x="152596" y="63269"/>
                    <a:pt x="138234" y="55262"/>
                  </a:cubicBezTo>
                  <a:cubicBezTo>
                    <a:pt x="106846" y="37223"/>
                    <a:pt x="102183" y="33226"/>
                    <a:pt x="106846" y="31228"/>
                  </a:cubicBezTo>
                  <a:cubicBezTo>
                    <a:pt x="107512" y="30562"/>
                    <a:pt x="101517" y="29895"/>
                    <a:pt x="92165" y="28537"/>
                  </a:cubicBezTo>
                  <a:cubicBezTo>
                    <a:pt x="82813" y="27870"/>
                    <a:pt x="68105" y="25872"/>
                    <a:pt x="58113" y="24540"/>
                  </a:cubicBezTo>
                  <a:cubicBezTo>
                    <a:pt x="44417" y="22195"/>
                    <a:pt x="37356" y="21236"/>
                    <a:pt x="33999" y="21236"/>
                  </a:cubicBezTo>
                  <a:cubicBezTo>
                    <a:pt x="31628" y="21236"/>
                    <a:pt x="31121" y="21715"/>
                    <a:pt x="31388" y="22542"/>
                  </a:cubicBezTo>
                  <a:cubicBezTo>
                    <a:pt x="40740" y="33893"/>
                    <a:pt x="51425" y="43911"/>
                    <a:pt x="63442" y="52597"/>
                  </a:cubicBezTo>
                  <a:cubicBezTo>
                    <a:pt x="90167" y="69943"/>
                    <a:pt x="118197" y="84651"/>
                    <a:pt x="146920" y="97334"/>
                  </a:cubicBezTo>
                  <a:lnTo>
                    <a:pt x="181652" y="112859"/>
                  </a:lnTo>
                  <a:lnTo>
                    <a:pt x="181652" y="131030"/>
                  </a:lnTo>
                  <a:lnTo>
                    <a:pt x="70796" y="73966"/>
                  </a:lnTo>
                  <a:lnTo>
                    <a:pt x="70130" y="74633"/>
                  </a:lnTo>
                  <a:cubicBezTo>
                    <a:pt x="58779" y="67278"/>
                    <a:pt x="48760" y="59925"/>
                    <a:pt x="38742" y="51931"/>
                  </a:cubicBezTo>
                  <a:lnTo>
                    <a:pt x="27391" y="41912"/>
                  </a:lnTo>
                  <a:lnTo>
                    <a:pt x="36051" y="57260"/>
                  </a:lnTo>
                  <a:cubicBezTo>
                    <a:pt x="48760" y="81293"/>
                    <a:pt x="63442" y="104688"/>
                    <a:pt x="79482" y="126723"/>
                  </a:cubicBezTo>
                  <a:cubicBezTo>
                    <a:pt x="84811" y="132719"/>
                    <a:pt x="89474" y="140072"/>
                    <a:pt x="92831" y="147427"/>
                  </a:cubicBezTo>
                  <a:cubicBezTo>
                    <a:pt x="93497" y="152090"/>
                    <a:pt x="95496" y="153422"/>
                    <a:pt x="110177" y="158778"/>
                  </a:cubicBezTo>
                  <a:cubicBezTo>
                    <a:pt x="130214" y="164786"/>
                    <a:pt x="150584" y="169289"/>
                    <a:pt x="171204" y="172289"/>
                  </a:cubicBezTo>
                  <a:lnTo>
                    <a:pt x="181652" y="173041"/>
                  </a:lnTo>
                  <a:lnTo>
                    <a:pt x="181652" y="178843"/>
                  </a:lnTo>
                  <a:lnTo>
                    <a:pt x="139566" y="172126"/>
                  </a:lnTo>
                  <a:cubicBezTo>
                    <a:pt x="132905" y="170794"/>
                    <a:pt x="121554" y="166771"/>
                    <a:pt x="114866" y="165438"/>
                  </a:cubicBezTo>
                  <a:cubicBezTo>
                    <a:pt x="110044" y="164000"/>
                    <a:pt x="105941" y="162907"/>
                    <a:pt x="104262" y="162907"/>
                  </a:cubicBezTo>
                  <a:cubicBezTo>
                    <a:pt x="103596" y="162907"/>
                    <a:pt x="103329" y="163068"/>
                    <a:pt x="103516" y="163440"/>
                  </a:cubicBezTo>
                  <a:cubicBezTo>
                    <a:pt x="104515" y="165938"/>
                    <a:pt x="114537" y="176709"/>
                    <a:pt x="137797" y="200531"/>
                  </a:cubicBezTo>
                  <a:lnTo>
                    <a:pt x="144865" y="207732"/>
                  </a:lnTo>
                  <a:lnTo>
                    <a:pt x="129712" y="207732"/>
                  </a:lnTo>
                  <a:lnTo>
                    <a:pt x="126884" y="204847"/>
                  </a:lnTo>
                  <a:cubicBezTo>
                    <a:pt x="98826" y="175457"/>
                    <a:pt x="81480" y="154754"/>
                    <a:pt x="82146" y="149425"/>
                  </a:cubicBezTo>
                  <a:cubicBezTo>
                    <a:pt x="82146" y="146094"/>
                    <a:pt x="79482" y="141405"/>
                    <a:pt x="68105" y="125391"/>
                  </a:cubicBezTo>
                  <a:cubicBezTo>
                    <a:pt x="51425" y="101331"/>
                    <a:pt x="0" y="11857"/>
                    <a:pt x="0" y="4503"/>
                  </a:cubicBezTo>
                  <a:cubicBezTo>
                    <a:pt x="0" y="3171"/>
                    <a:pt x="666" y="1839"/>
                    <a:pt x="3997" y="506"/>
                  </a:cubicBezTo>
                  <a:cubicBezTo>
                    <a:pt x="4876" y="160"/>
                    <a:pt x="5729" y="0"/>
                    <a:pt x="658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3"/>
            <p:cNvSpPr/>
            <p:nvPr/>
          </p:nvSpPr>
          <p:spPr>
            <a:xfrm>
              <a:off x="432741" y="752722"/>
              <a:ext cx="105290" cy="98613"/>
            </a:xfrm>
            <a:custGeom>
              <a:avLst/>
              <a:gdLst/>
              <a:ahLst/>
              <a:cxnLst/>
              <a:rect l="l" t="t" r="r" b="b"/>
              <a:pathLst>
                <a:path w="105290" h="98613" extrusionOk="0">
                  <a:moveTo>
                    <a:pt x="1519" y="0"/>
                  </a:moveTo>
                  <a:cubicBezTo>
                    <a:pt x="3384" y="0"/>
                    <a:pt x="8420" y="4689"/>
                    <a:pt x="20703" y="17506"/>
                  </a:cubicBezTo>
                  <a:cubicBezTo>
                    <a:pt x="36397" y="34212"/>
                    <a:pt x="52924" y="50245"/>
                    <a:pt x="70200" y="65440"/>
                  </a:cubicBezTo>
                  <a:lnTo>
                    <a:pt x="105290" y="93320"/>
                  </a:lnTo>
                  <a:lnTo>
                    <a:pt x="105290" y="98613"/>
                  </a:lnTo>
                  <a:lnTo>
                    <a:pt x="56088" y="58912"/>
                  </a:lnTo>
                  <a:cubicBezTo>
                    <a:pt x="33386" y="36876"/>
                    <a:pt x="0" y="3490"/>
                    <a:pt x="666" y="826"/>
                  </a:cubicBezTo>
                  <a:cubicBezTo>
                    <a:pt x="799" y="293"/>
                    <a:pt x="1066" y="0"/>
                    <a:pt x="15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3"/>
            <p:cNvSpPr/>
            <p:nvPr/>
          </p:nvSpPr>
          <p:spPr>
            <a:xfrm>
              <a:off x="181652" y="712064"/>
              <a:ext cx="356379" cy="183936"/>
            </a:xfrm>
            <a:custGeom>
              <a:avLst/>
              <a:gdLst/>
              <a:ahLst/>
              <a:cxnLst/>
              <a:rect l="l" t="t" r="r" b="b"/>
              <a:pathLst>
                <a:path w="356379" h="183936" extrusionOk="0">
                  <a:moveTo>
                    <a:pt x="0" y="0"/>
                  </a:moveTo>
                  <a:lnTo>
                    <a:pt x="39022" y="2539"/>
                  </a:lnTo>
                  <a:cubicBezTo>
                    <a:pt x="56028" y="4727"/>
                    <a:pt x="72887" y="7951"/>
                    <a:pt x="89487" y="12094"/>
                  </a:cubicBezTo>
                  <a:cubicBezTo>
                    <a:pt x="97907" y="13933"/>
                    <a:pt x="102730" y="14972"/>
                    <a:pt x="105448" y="14972"/>
                  </a:cubicBezTo>
                  <a:cubicBezTo>
                    <a:pt x="107686" y="14972"/>
                    <a:pt x="108539" y="14279"/>
                    <a:pt x="108832" y="12760"/>
                  </a:cubicBezTo>
                  <a:cubicBezTo>
                    <a:pt x="109498" y="10762"/>
                    <a:pt x="111523" y="8764"/>
                    <a:pt x="113521" y="8098"/>
                  </a:cubicBezTo>
                  <a:cubicBezTo>
                    <a:pt x="114347" y="7671"/>
                    <a:pt x="116239" y="7485"/>
                    <a:pt x="118930" y="7485"/>
                  </a:cubicBezTo>
                  <a:cubicBezTo>
                    <a:pt x="133452" y="7485"/>
                    <a:pt x="171261" y="13027"/>
                    <a:pt x="190978" y="18116"/>
                  </a:cubicBezTo>
                  <a:cubicBezTo>
                    <a:pt x="204994" y="21873"/>
                    <a:pt x="211308" y="23712"/>
                    <a:pt x="213973" y="23712"/>
                  </a:cubicBezTo>
                  <a:cubicBezTo>
                    <a:pt x="216477" y="23712"/>
                    <a:pt x="215678" y="22033"/>
                    <a:pt x="215012" y="18783"/>
                  </a:cubicBezTo>
                  <a:cubicBezTo>
                    <a:pt x="212454" y="8498"/>
                    <a:pt x="217383" y="3355"/>
                    <a:pt x="229853" y="3355"/>
                  </a:cubicBezTo>
                  <a:cubicBezTo>
                    <a:pt x="233584" y="3355"/>
                    <a:pt x="237980" y="3835"/>
                    <a:pt x="243069" y="4740"/>
                  </a:cubicBezTo>
                  <a:lnTo>
                    <a:pt x="356379" y="41658"/>
                  </a:lnTo>
                  <a:lnTo>
                    <a:pt x="356379" y="51469"/>
                  </a:lnTo>
                  <a:lnTo>
                    <a:pt x="354579" y="50836"/>
                  </a:lnTo>
                  <a:cubicBezTo>
                    <a:pt x="342561" y="46146"/>
                    <a:pt x="331877" y="42816"/>
                    <a:pt x="331877" y="42816"/>
                  </a:cubicBezTo>
                  <a:cubicBezTo>
                    <a:pt x="335234" y="46146"/>
                    <a:pt x="338565" y="49504"/>
                    <a:pt x="342561" y="52169"/>
                  </a:cubicBezTo>
                  <a:cubicBezTo>
                    <a:pt x="349249" y="57497"/>
                    <a:pt x="352580" y="62187"/>
                    <a:pt x="352580" y="62853"/>
                  </a:cubicBezTo>
                  <a:cubicBezTo>
                    <a:pt x="352580" y="62880"/>
                    <a:pt x="352553" y="62906"/>
                    <a:pt x="352500" y="62906"/>
                  </a:cubicBezTo>
                  <a:cubicBezTo>
                    <a:pt x="351674" y="62906"/>
                    <a:pt x="344080" y="57764"/>
                    <a:pt x="335900" y="50836"/>
                  </a:cubicBezTo>
                  <a:cubicBezTo>
                    <a:pt x="320526" y="37487"/>
                    <a:pt x="319194" y="36794"/>
                    <a:pt x="290471" y="27468"/>
                  </a:cubicBezTo>
                  <a:cubicBezTo>
                    <a:pt x="274457" y="22113"/>
                    <a:pt x="256418" y="16118"/>
                    <a:pt x="251089" y="14759"/>
                  </a:cubicBezTo>
                  <a:lnTo>
                    <a:pt x="249757" y="14093"/>
                  </a:lnTo>
                  <a:cubicBezTo>
                    <a:pt x="243522" y="12467"/>
                    <a:pt x="239712" y="11615"/>
                    <a:pt x="238060" y="11615"/>
                  </a:cubicBezTo>
                  <a:cubicBezTo>
                    <a:pt x="235608" y="11615"/>
                    <a:pt x="237767" y="13480"/>
                    <a:pt x="243735" y="17450"/>
                  </a:cubicBezTo>
                  <a:cubicBezTo>
                    <a:pt x="250556" y="21980"/>
                    <a:pt x="253514" y="23951"/>
                    <a:pt x="254047" y="23951"/>
                  </a:cubicBezTo>
                  <a:cubicBezTo>
                    <a:pt x="254473" y="23951"/>
                    <a:pt x="253487" y="22806"/>
                    <a:pt x="251755" y="20781"/>
                  </a:cubicBezTo>
                  <a:cubicBezTo>
                    <a:pt x="250423" y="18116"/>
                    <a:pt x="249757" y="16784"/>
                    <a:pt x="250423" y="16118"/>
                  </a:cubicBezTo>
                  <a:cubicBezTo>
                    <a:pt x="250450" y="16065"/>
                    <a:pt x="250530" y="16038"/>
                    <a:pt x="250610" y="16038"/>
                  </a:cubicBezTo>
                  <a:cubicBezTo>
                    <a:pt x="251835" y="16038"/>
                    <a:pt x="257431" y="20541"/>
                    <a:pt x="262440" y="26803"/>
                  </a:cubicBezTo>
                  <a:cubicBezTo>
                    <a:pt x="272951" y="37813"/>
                    <a:pt x="287974" y="48450"/>
                    <a:pt x="321031" y="66322"/>
                  </a:cubicBezTo>
                  <a:lnTo>
                    <a:pt x="356379" y="84693"/>
                  </a:lnTo>
                  <a:lnTo>
                    <a:pt x="356379" y="97349"/>
                  </a:lnTo>
                  <a:lnTo>
                    <a:pt x="338565" y="86221"/>
                  </a:lnTo>
                  <a:lnTo>
                    <a:pt x="337899" y="85555"/>
                  </a:lnTo>
                  <a:cubicBezTo>
                    <a:pt x="326548" y="79533"/>
                    <a:pt x="315863" y="74204"/>
                    <a:pt x="315197" y="73538"/>
                  </a:cubicBezTo>
                  <a:cubicBezTo>
                    <a:pt x="315171" y="73511"/>
                    <a:pt x="315144" y="73511"/>
                    <a:pt x="315117" y="73511"/>
                  </a:cubicBezTo>
                  <a:cubicBezTo>
                    <a:pt x="314584" y="73511"/>
                    <a:pt x="329692" y="86620"/>
                    <a:pt x="349249" y="102261"/>
                  </a:cubicBezTo>
                  <a:lnTo>
                    <a:pt x="356379" y="108229"/>
                  </a:lnTo>
                  <a:lnTo>
                    <a:pt x="356379" y="114234"/>
                  </a:lnTo>
                  <a:lnTo>
                    <a:pt x="349583" y="108593"/>
                  </a:lnTo>
                  <a:cubicBezTo>
                    <a:pt x="315024" y="80212"/>
                    <a:pt x="275789" y="49157"/>
                    <a:pt x="257751" y="36794"/>
                  </a:cubicBezTo>
                  <a:cubicBezTo>
                    <a:pt x="233051" y="19448"/>
                    <a:pt x="229720" y="16118"/>
                    <a:pt x="230386" y="13427"/>
                  </a:cubicBezTo>
                  <a:cubicBezTo>
                    <a:pt x="230786" y="11402"/>
                    <a:pt x="230946" y="10602"/>
                    <a:pt x="230386" y="10602"/>
                  </a:cubicBezTo>
                  <a:cubicBezTo>
                    <a:pt x="230040" y="10602"/>
                    <a:pt x="229400" y="10922"/>
                    <a:pt x="228388" y="11428"/>
                  </a:cubicBezTo>
                  <a:cubicBezTo>
                    <a:pt x="226363" y="14093"/>
                    <a:pt x="225697" y="17450"/>
                    <a:pt x="226363" y="20781"/>
                  </a:cubicBezTo>
                  <a:cubicBezTo>
                    <a:pt x="227215" y="30027"/>
                    <a:pt x="226203" y="33970"/>
                    <a:pt x="219195" y="33970"/>
                  </a:cubicBezTo>
                  <a:cubicBezTo>
                    <a:pt x="215039" y="33970"/>
                    <a:pt x="208830" y="32611"/>
                    <a:pt x="199664" y="30133"/>
                  </a:cubicBezTo>
                  <a:cubicBezTo>
                    <a:pt x="175631" y="23445"/>
                    <a:pt x="150904" y="19448"/>
                    <a:pt x="126204" y="16784"/>
                  </a:cubicBezTo>
                  <a:cubicBezTo>
                    <a:pt x="122874" y="16784"/>
                    <a:pt x="120182" y="18783"/>
                    <a:pt x="118850" y="21447"/>
                  </a:cubicBezTo>
                  <a:cubicBezTo>
                    <a:pt x="116186" y="25443"/>
                    <a:pt x="114853" y="26110"/>
                    <a:pt x="110857" y="26110"/>
                  </a:cubicBezTo>
                  <a:lnTo>
                    <a:pt x="110857" y="25443"/>
                  </a:lnTo>
                  <a:cubicBezTo>
                    <a:pt x="104169" y="24778"/>
                    <a:pt x="98147" y="23445"/>
                    <a:pt x="91486" y="21447"/>
                  </a:cubicBezTo>
                  <a:lnTo>
                    <a:pt x="76778" y="18116"/>
                  </a:lnTo>
                  <a:lnTo>
                    <a:pt x="80801" y="23445"/>
                  </a:lnTo>
                  <a:cubicBezTo>
                    <a:pt x="99506" y="49504"/>
                    <a:pt x="130201" y="68848"/>
                    <a:pt x="186315" y="90910"/>
                  </a:cubicBezTo>
                  <a:cubicBezTo>
                    <a:pt x="217703" y="102261"/>
                    <a:pt x="248425" y="116943"/>
                    <a:pt x="277121" y="133649"/>
                  </a:cubicBezTo>
                  <a:lnTo>
                    <a:pt x="301848" y="147664"/>
                  </a:lnTo>
                  <a:cubicBezTo>
                    <a:pt x="305898" y="150195"/>
                    <a:pt x="315011" y="152353"/>
                    <a:pt x="318821" y="152353"/>
                  </a:cubicBezTo>
                  <a:cubicBezTo>
                    <a:pt x="320020" y="152353"/>
                    <a:pt x="320686" y="152141"/>
                    <a:pt x="320526" y="151661"/>
                  </a:cubicBezTo>
                  <a:cubicBezTo>
                    <a:pt x="318528" y="146998"/>
                    <a:pt x="276455" y="116276"/>
                    <a:pt x="257751" y="104925"/>
                  </a:cubicBezTo>
                  <a:cubicBezTo>
                    <a:pt x="234383" y="92243"/>
                    <a:pt x="194309" y="60855"/>
                    <a:pt x="194975" y="58856"/>
                  </a:cubicBezTo>
                  <a:cubicBezTo>
                    <a:pt x="195188" y="58243"/>
                    <a:pt x="195321" y="57817"/>
                    <a:pt x="195801" y="57817"/>
                  </a:cubicBezTo>
                  <a:cubicBezTo>
                    <a:pt x="196867" y="57817"/>
                    <a:pt x="199691" y="60082"/>
                    <a:pt x="209017" y="67516"/>
                  </a:cubicBezTo>
                  <a:cubicBezTo>
                    <a:pt x="227056" y="81558"/>
                    <a:pt x="245068" y="94241"/>
                    <a:pt x="265105" y="104925"/>
                  </a:cubicBezTo>
                  <a:cubicBezTo>
                    <a:pt x="279120" y="113612"/>
                    <a:pt x="293162" y="123630"/>
                    <a:pt x="306511" y="134315"/>
                  </a:cubicBezTo>
                  <a:cubicBezTo>
                    <a:pt x="315863" y="142309"/>
                    <a:pt x="325882" y="149663"/>
                    <a:pt x="336566" y="155018"/>
                  </a:cubicBezTo>
                  <a:lnTo>
                    <a:pt x="346585" y="156351"/>
                  </a:lnTo>
                  <a:cubicBezTo>
                    <a:pt x="347651" y="156510"/>
                    <a:pt x="348504" y="156617"/>
                    <a:pt x="349010" y="156617"/>
                  </a:cubicBezTo>
                  <a:cubicBezTo>
                    <a:pt x="350742" y="156617"/>
                    <a:pt x="349090" y="155311"/>
                    <a:pt x="341895" y="149663"/>
                  </a:cubicBezTo>
                  <a:cubicBezTo>
                    <a:pt x="336566" y="145000"/>
                    <a:pt x="323217" y="136313"/>
                    <a:pt x="311840" y="128960"/>
                  </a:cubicBezTo>
                  <a:cubicBezTo>
                    <a:pt x="295080" y="118408"/>
                    <a:pt x="289858" y="114198"/>
                    <a:pt x="294041" y="114198"/>
                  </a:cubicBezTo>
                  <a:cubicBezTo>
                    <a:pt x="294361" y="114198"/>
                    <a:pt x="294734" y="114225"/>
                    <a:pt x="295160" y="114278"/>
                  </a:cubicBezTo>
                  <a:cubicBezTo>
                    <a:pt x="313865" y="123630"/>
                    <a:pt x="330545" y="134981"/>
                    <a:pt x="346585" y="147664"/>
                  </a:cubicBezTo>
                  <a:lnTo>
                    <a:pt x="356379" y="154372"/>
                  </a:lnTo>
                  <a:lnTo>
                    <a:pt x="356379" y="178298"/>
                  </a:lnTo>
                  <a:lnTo>
                    <a:pt x="348820" y="179718"/>
                  </a:lnTo>
                  <a:cubicBezTo>
                    <a:pt x="345073" y="180984"/>
                    <a:pt x="342268" y="182543"/>
                    <a:pt x="342561" y="183715"/>
                  </a:cubicBezTo>
                  <a:lnTo>
                    <a:pt x="356379" y="181626"/>
                  </a:lnTo>
                  <a:lnTo>
                    <a:pt x="356379" y="183936"/>
                  </a:lnTo>
                  <a:lnTo>
                    <a:pt x="330346" y="183936"/>
                  </a:lnTo>
                  <a:lnTo>
                    <a:pt x="339897" y="179718"/>
                  </a:lnTo>
                  <a:cubicBezTo>
                    <a:pt x="340670" y="179185"/>
                    <a:pt x="340457" y="178892"/>
                    <a:pt x="339178" y="178892"/>
                  </a:cubicBezTo>
                  <a:cubicBezTo>
                    <a:pt x="337179" y="178892"/>
                    <a:pt x="332570" y="179665"/>
                    <a:pt x="325216" y="181716"/>
                  </a:cubicBezTo>
                  <a:lnTo>
                    <a:pt x="314437" y="183936"/>
                  </a:lnTo>
                  <a:lnTo>
                    <a:pt x="293310" y="183936"/>
                  </a:lnTo>
                  <a:lnTo>
                    <a:pt x="293745" y="182633"/>
                  </a:lnTo>
                  <a:cubicBezTo>
                    <a:pt x="294661" y="182383"/>
                    <a:pt x="296492" y="182383"/>
                    <a:pt x="299823" y="182383"/>
                  </a:cubicBezTo>
                  <a:cubicBezTo>
                    <a:pt x="305845" y="182383"/>
                    <a:pt x="311840" y="181051"/>
                    <a:pt x="317862" y="179052"/>
                  </a:cubicBezTo>
                  <a:cubicBezTo>
                    <a:pt x="325216" y="177720"/>
                    <a:pt x="332543" y="175721"/>
                    <a:pt x="335234" y="175028"/>
                  </a:cubicBezTo>
                  <a:cubicBezTo>
                    <a:pt x="337899" y="174363"/>
                    <a:pt x="333902" y="173030"/>
                    <a:pt x="325882" y="171698"/>
                  </a:cubicBezTo>
                  <a:cubicBezTo>
                    <a:pt x="322658" y="171112"/>
                    <a:pt x="319460" y="170792"/>
                    <a:pt x="316290" y="170792"/>
                  </a:cubicBezTo>
                  <a:cubicBezTo>
                    <a:pt x="308909" y="170792"/>
                    <a:pt x="301715" y="172444"/>
                    <a:pt x="295160" y="175721"/>
                  </a:cubicBezTo>
                  <a:cubicBezTo>
                    <a:pt x="286474" y="179052"/>
                    <a:pt x="277788" y="181716"/>
                    <a:pt x="275789" y="182383"/>
                  </a:cubicBezTo>
                  <a:cubicBezTo>
                    <a:pt x="275230" y="182676"/>
                    <a:pt x="274563" y="182836"/>
                    <a:pt x="273924" y="182836"/>
                  </a:cubicBezTo>
                  <a:cubicBezTo>
                    <a:pt x="273018" y="182836"/>
                    <a:pt x="272165" y="182489"/>
                    <a:pt x="271792" y="181716"/>
                  </a:cubicBezTo>
                  <a:cubicBezTo>
                    <a:pt x="271792" y="181051"/>
                    <a:pt x="275789" y="178386"/>
                    <a:pt x="285808" y="175028"/>
                  </a:cubicBezTo>
                  <a:cubicBezTo>
                    <a:pt x="291163" y="173696"/>
                    <a:pt x="295826" y="171698"/>
                    <a:pt x="300489" y="169033"/>
                  </a:cubicBezTo>
                  <a:cubicBezTo>
                    <a:pt x="299690" y="167408"/>
                    <a:pt x="292522" y="166529"/>
                    <a:pt x="285808" y="166529"/>
                  </a:cubicBezTo>
                  <a:cubicBezTo>
                    <a:pt x="281411" y="166529"/>
                    <a:pt x="277228" y="166902"/>
                    <a:pt x="275123" y="167701"/>
                  </a:cubicBezTo>
                  <a:cubicBezTo>
                    <a:pt x="267769" y="170366"/>
                    <a:pt x="250423" y="176388"/>
                    <a:pt x="242403" y="178386"/>
                  </a:cubicBezTo>
                  <a:cubicBezTo>
                    <a:pt x="240485" y="178759"/>
                    <a:pt x="238779" y="179159"/>
                    <a:pt x="237554" y="179159"/>
                  </a:cubicBezTo>
                  <a:cubicBezTo>
                    <a:pt x="236648" y="179159"/>
                    <a:pt x="236008" y="178945"/>
                    <a:pt x="235715" y="178386"/>
                  </a:cubicBezTo>
                  <a:cubicBezTo>
                    <a:pt x="235049" y="176388"/>
                    <a:pt x="244401" y="173030"/>
                    <a:pt x="265105" y="167035"/>
                  </a:cubicBezTo>
                  <a:cubicBezTo>
                    <a:pt x="274457" y="164344"/>
                    <a:pt x="274457" y="164344"/>
                    <a:pt x="269101" y="163012"/>
                  </a:cubicBezTo>
                  <a:cubicBezTo>
                    <a:pt x="259776" y="161013"/>
                    <a:pt x="207019" y="154352"/>
                    <a:pt x="193643" y="153660"/>
                  </a:cubicBezTo>
                  <a:cubicBezTo>
                    <a:pt x="192417" y="153553"/>
                    <a:pt x="190792" y="153499"/>
                    <a:pt x="188847" y="153499"/>
                  </a:cubicBezTo>
                  <a:cubicBezTo>
                    <a:pt x="180187" y="153499"/>
                    <a:pt x="165212" y="154592"/>
                    <a:pt x="151570" y="155684"/>
                  </a:cubicBezTo>
                  <a:cubicBezTo>
                    <a:pt x="124286" y="158083"/>
                    <a:pt x="97401" y="159281"/>
                    <a:pt x="72061" y="159281"/>
                  </a:cubicBezTo>
                  <a:cubicBezTo>
                    <a:pt x="49706" y="159281"/>
                    <a:pt x="28524" y="158355"/>
                    <a:pt x="9253" y="156523"/>
                  </a:cubicBezTo>
                  <a:lnTo>
                    <a:pt x="0" y="155047"/>
                  </a:lnTo>
                  <a:lnTo>
                    <a:pt x="0" y="149245"/>
                  </a:lnTo>
                  <a:lnTo>
                    <a:pt x="52078" y="152993"/>
                  </a:lnTo>
                  <a:cubicBezTo>
                    <a:pt x="82133" y="152993"/>
                    <a:pt x="82133" y="152993"/>
                    <a:pt x="65427" y="147664"/>
                  </a:cubicBezTo>
                  <a:cubicBezTo>
                    <a:pt x="36730" y="138312"/>
                    <a:pt x="31375" y="136979"/>
                    <a:pt x="32041" y="134981"/>
                  </a:cubicBezTo>
                  <a:cubicBezTo>
                    <a:pt x="41393" y="136313"/>
                    <a:pt x="50080" y="138312"/>
                    <a:pt x="58766" y="141642"/>
                  </a:cubicBezTo>
                  <a:cubicBezTo>
                    <a:pt x="66759" y="144334"/>
                    <a:pt x="74779" y="146332"/>
                    <a:pt x="82799" y="147664"/>
                  </a:cubicBezTo>
                  <a:cubicBezTo>
                    <a:pt x="82133" y="146998"/>
                    <a:pt x="81467" y="145666"/>
                    <a:pt x="82133" y="145000"/>
                  </a:cubicBezTo>
                  <a:cubicBezTo>
                    <a:pt x="87462" y="145000"/>
                    <a:pt x="92818" y="145666"/>
                    <a:pt x="97481" y="147664"/>
                  </a:cubicBezTo>
                  <a:cubicBezTo>
                    <a:pt x="102837" y="149663"/>
                    <a:pt x="108832" y="150995"/>
                    <a:pt x="114187" y="151661"/>
                  </a:cubicBezTo>
                  <a:cubicBezTo>
                    <a:pt x="110857" y="148997"/>
                    <a:pt x="106167" y="147664"/>
                    <a:pt x="102170" y="146998"/>
                  </a:cubicBezTo>
                  <a:cubicBezTo>
                    <a:pt x="78803" y="140976"/>
                    <a:pt x="56741" y="133649"/>
                    <a:pt x="58100" y="131624"/>
                  </a:cubicBezTo>
                  <a:cubicBezTo>
                    <a:pt x="65427" y="132290"/>
                    <a:pt x="73447" y="134315"/>
                    <a:pt x="80135" y="136979"/>
                  </a:cubicBezTo>
                  <a:cubicBezTo>
                    <a:pt x="92818" y="140976"/>
                    <a:pt x="105501" y="143667"/>
                    <a:pt x="118850" y="146332"/>
                  </a:cubicBezTo>
                  <a:cubicBezTo>
                    <a:pt x="127537" y="148357"/>
                    <a:pt x="136596" y="149237"/>
                    <a:pt x="145735" y="149237"/>
                  </a:cubicBezTo>
                  <a:cubicBezTo>
                    <a:pt x="148586" y="149237"/>
                    <a:pt x="151410" y="149156"/>
                    <a:pt x="154261" y="148997"/>
                  </a:cubicBezTo>
                  <a:cubicBezTo>
                    <a:pt x="154261" y="148330"/>
                    <a:pt x="124872" y="140976"/>
                    <a:pt x="88821" y="132290"/>
                  </a:cubicBezTo>
                  <a:cubicBezTo>
                    <a:pt x="59432" y="125629"/>
                    <a:pt x="30709" y="117609"/>
                    <a:pt x="1985" y="108256"/>
                  </a:cubicBezTo>
                  <a:lnTo>
                    <a:pt x="0" y="107234"/>
                  </a:lnTo>
                  <a:lnTo>
                    <a:pt x="0" y="89063"/>
                  </a:lnTo>
                  <a:lnTo>
                    <a:pt x="4663" y="91147"/>
                  </a:lnTo>
                  <a:cubicBezTo>
                    <a:pt x="18185" y="96239"/>
                    <a:pt x="32041" y="100583"/>
                    <a:pt x="46056" y="104260"/>
                  </a:cubicBezTo>
                  <a:cubicBezTo>
                    <a:pt x="50959" y="105432"/>
                    <a:pt x="54423" y="106204"/>
                    <a:pt x="56261" y="106204"/>
                  </a:cubicBezTo>
                  <a:cubicBezTo>
                    <a:pt x="60684" y="106204"/>
                    <a:pt x="55702" y="101728"/>
                    <a:pt x="38729" y="87553"/>
                  </a:cubicBezTo>
                  <a:lnTo>
                    <a:pt x="0" y="58751"/>
                  </a:lnTo>
                  <a:lnTo>
                    <a:pt x="0" y="51846"/>
                  </a:lnTo>
                  <a:lnTo>
                    <a:pt x="12347" y="59592"/>
                  </a:lnTo>
                  <a:cubicBezTo>
                    <a:pt x="29876" y="72032"/>
                    <a:pt x="46736" y="85555"/>
                    <a:pt x="62762" y="100236"/>
                  </a:cubicBezTo>
                  <a:lnTo>
                    <a:pt x="74113" y="110921"/>
                  </a:lnTo>
                  <a:lnTo>
                    <a:pt x="114187" y="120273"/>
                  </a:lnTo>
                  <a:lnTo>
                    <a:pt x="158258" y="130292"/>
                  </a:lnTo>
                  <a:cubicBezTo>
                    <a:pt x="160257" y="130292"/>
                    <a:pt x="156926" y="126961"/>
                    <a:pt x="150904" y="122298"/>
                  </a:cubicBezTo>
                  <a:cubicBezTo>
                    <a:pt x="129535" y="105592"/>
                    <a:pt x="110191" y="86887"/>
                    <a:pt x="91486" y="67516"/>
                  </a:cubicBezTo>
                  <a:cubicBezTo>
                    <a:pt x="72781" y="47479"/>
                    <a:pt x="71449" y="46146"/>
                    <a:pt x="74113" y="44815"/>
                  </a:cubicBezTo>
                  <a:cubicBezTo>
                    <a:pt x="78803" y="48171"/>
                    <a:pt x="83466" y="52834"/>
                    <a:pt x="87462" y="57497"/>
                  </a:cubicBezTo>
                  <a:cubicBezTo>
                    <a:pt x="105501" y="77534"/>
                    <a:pt x="125538" y="96906"/>
                    <a:pt x="146908" y="114278"/>
                  </a:cubicBezTo>
                  <a:cubicBezTo>
                    <a:pt x="163614" y="127627"/>
                    <a:pt x="168943" y="131624"/>
                    <a:pt x="175631" y="132290"/>
                  </a:cubicBezTo>
                  <a:cubicBezTo>
                    <a:pt x="178295" y="132983"/>
                    <a:pt x="181626" y="133649"/>
                    <a:pt x="184983" y="133649"/>
                  </a:cubicBezTo>
                  <a:cubicBezTo>
                    <a:pt x="180293" y="128960"/>
                    <a:pt x="174965" y="124963"/>
                    <a:pt x="169609" y="120939"/>
                  </a:cubicBezTo>
                  <a:cubicBezTo>
                    <a:pt x="162921" y="117609"/>
                    <a:pt x="157592" y="112280"/>
                    <a:pt x="152929" y="106924"/>
                  </a:cubicBezTo>
                  <a:cubicBezTo>
                    <a:pt x="160257" y="110255"/>
                    <a:pt x="167611" y="114278"/>
                    <a:pt x="173606" y="119607"/>
                  </a:cubicBezTo>
                  <a:cubicBezTo>
                    <a:pt x="194309" y="134315"/>
                    <a:pt x="195668" y="134981"/>
                    <a:pt x="210349" y="136313"/>
                  </a:cubicBezTo>
                  <a:cubicBezTo>
                    <a:pt x="218369" y="136979"/>
                    <a:pt x="237740" y="139644"/>
                    <a:pt x="253088" y="142309"/>
                  </a:cubicBezTo>
                  <a:cubicBezTo>
                    <a:pt x="268435" y="145000"/>
                    <a:pt x="281145" y="145666"/>
                    <a:pt x="281145" y="145666"/>
                  </a:cubicBezTo>
                  <a:cubicBezTo>
                    <a:pt x="263772" y="134981"/>
                    <a:pt x="245734" y="124963"/>
                    <a:pt x="227056" y="116276"/>
                  </a:cubicBezTo>
                  <a:cubicBezTo>
                    <a:pt x="219035" y="112946"/>
                    <a:pt x="197666" y="103593"/>
                    <a:pt x="179627" y="96906"/>
                  </a:cubicBezTo>
                  <a:cubicBezTo>
                    <a:pt x="153595" y="87553"/>
                    <a:pt x="128869" y="74204"/>
                    <a:pt x="106833" y="58164"/>
                  </a:cubicBezTo>
                  <a:cubicBezTo>
                    <a:pt x="94150" y="49504"/>
                    <a:pt x="71449" y="25443"/>
                    <a:pt x="70783" y="19448"/>
                  </a:cubicBezTo>
                  <a:cubicBezTo>
                    <a:pt x="70303" y="15611"/>
                    <a:pt x="42635" y="10740"/>
                    <a:pt x="12982" y="8545"/>
                  </a:cubicBezTo>
                  <a:lnTo>
                    <a:pt x="0" y="8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538032" y="820293"/>
              <a:ext cx="71201" cy="75707"/>
            </a:xfrm>
            <a:custGeom>
              <a:avLst/>
              <a:gdLst/>
              <a:ahLst/>
              <a:cxnLst/>
              <a:rect l="l" t="t" r="r" b="b"/>
              <a:pathLst>
                <a:path w="71201" h="75707" extrusionOk="0">
                  <a:moveTo>
                    <a:pt x="0" y="0"/>
                  </a:moveTo>
                  <a:lnTo>
                    <a:pt x="24171" y="20231"/>
                  </a:lnTo>
                  <a:cubicBezTo>
                    <a:pt x="34270" y="28744"/>
                    <a:pt x="43282" y="36425"/>
                    <a:pt x="48958" y="41434"/>
                  </a:cubicBezTo>
                  <a:lnTo>
                    <a:pt x="68995" y="58140"/>
                  </a:lnTo>
                  <a:lnTo>
                    <a:pt x="71201" y="58455"/>
                  </a:lnTo>
                  <a:lnTo>
                    <a:pt x="71201" y="75707"/>
                  </a:lnTo>
                  <a:lnTo>
                    <a:pt x="56293" y="75707"/>
                  </a:lnTo>
                  <a:lnTo>
                    <a:pt x="48238" y="75113"/>
                  </a:lnTo>
                  <a:lnTo>
                    <a:pt x="41750" y="75707"/>
                  </a:lnTo>
                  <a:lnTo>
                    <a:pt x="0" y="75707"/>
                  </a:lnTo>
                  <a:lnTo>
                    <a:pt x="0" y="73397"/>
                  </a:lnTo>
                  <a:lnTo>
                    <a:pt x="8218" y="72155"/>
                  </a:lnTo>
                  <a:cubicBezTo>
                    <a:pt x="16238" y="70823"/>
                    <a:pt x="15572" y="70157"/>
                    <a:pt x="6885" y="69491"/>
                  </a:cubicBezTo>
                  <a:cubicBezTo>
                    <a:pt x="6166" y="69331"/>
                    <a:pt x="5313" y="69251"/>
                    <a:pt x="4354" y="69251"/>
                  </a:cubicBezTo>
                  <a:lnTo>
                    <a:pt x="0" y="70069"/>
                  </a:lnTo>
                  <a:lnTo>
                    <a:pt x="0" y="46143"/>
                  </a:lnTo>
                  <a:lnTo>
                    <a:pt x="4221" y="49034"/>
                  </a:lnTo>
                  <a:cubicBezTo>
                    <a:pt x="7891" y="50786"/>
                    <a:pt x="11228" y="51452"/>
                    <a:pt x="16238" y="52118"/>
                  </a:cubicBezTo>
                  <a:cubicBezTo>
                    <a:pt x="19089" y="52598"/>
                    <a:pt x="21913" y="53077"/>
                    <a:pt x="24738" y="53077"/>
                  </a:cubicBezTo>
                  <a:cubicBezTo>
                    <a:pt x="25910" y="53077"/>
                    <a:pt x="27082" y="52971"/>
                    <a:pt x="28254" y="52784"/>
                  </a:cubicBezTo>
                  <a:cubicBezTo>
                    <a:pt x="22259" y="47455"/>
                    <a:pt x="15572" y="42766"/>
                    <a:pt x="9576" y="38769"/>
                  </a:cubicBezTo>
                  <a:lnTo>
                    <a:pt x="0" y="31042"/>
                  </a:lnTo>
                  <a:lnTo>
                    <a:pt x="0" y="25749"/>
                  </a:lnTo>
                  <a:lnTo>
                    <a:pt x="18902" y="40768"/>
                  </a:lnTo>
                  <a:cubicBezTo>
                    <a:pt x="35609" y="52784"/>
                    <a:pt x="40964" y="55449"/>
                    <a:pt x="48292" y="56115"/>
                  </a:cubicBezTo>
                  <a:cubicBezTo>
                    <a:pt x="49624" y="56461"/>
                    <a:pt x="51143" y="56621"/>
                    <a:pt x="52635" y="56621"/>
                  </a:cubicBezTo>
                  <a:cubicBezTo>
                    <a:pt x="54154" y="56621"/>
                    <a:pt x="55646" y="56461"/>
                    <a:pt x="56978" y="56115"/>
                  </a:cubicBezTo>
                  <a:cubicBezTo>
                    <a:pt x="57478" y="54866"/>
                    <a:pt x="40794" y="40094"/>
                    <a:pt x="17841" y="20813"/>
                  </a:cubicBezTo>
                  <a:lnTo>
                    <a:pt x="0" y="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3"/>
            <p:cNvSpPr/>
            <p:nvPr/>
          </p:nvSpPr>
          <p:spPr>
            <a:xfrm>
              <a:off x="538032" y="796757"/>
              <a:ext cx="71201" cy="66545"/>
            </a:xfrm>
            <a:custGeom>
              <a:avLst/>
              <a:gdLst/>
              <a:ahLst/>
              <a:cxnLst/>
              <a:rect l="l" t="t" r="r" b="b"/>
              <a:pathLst>
                <a:path w="71201" h="66545" extrusionOk="0">
                  <a:moveTo>
                    <a:pt x="0" y="0"/>
                  </a:moveTo>
                  <a:lnTo>
                    <a:pt x="4221" y="2194"/>
                  </a:lnTo>
                  <a:lnTo>
                    <a:pt x="71201" y="40332"/>
                  </a:lnTo>
                  <a:lnTo>
                    <a:pt x="71201" y="50610"/>
                  </a:lnTo>
                  <a:lnTo>
                    <a:pt x="38273" y="30917"/>
                  </a:lnTo>
                  <a:cubicBezTo>
                    <a:pt x="21620" y="21991"/>
                    <a:pt x="12374" y="17168"/>
                    <a:pt x="10856" y="17168"/>
                  </a:cubicBezTo>
                  <a:cubicBezTo>
                    <a:pt x="8964" y="17168"/>
                    <a:pt x="19035" y="24629"/>
                    <a:pt x="41630" y="40935"/>
                  </a:cubicBezTo>
                  <a:lnTo>
                    <a:pt x="71201" y="62307"/>
                  </a:lnTo>
                  <a:lnTo>
                    <a:pt x="71201" y="66545"/>
                  </a:lnTo>
                  <a:lnTo>
                    <a:pt x="46195" y="48880"/>
                  </a:lnTo>
                  <a:cubicBezTo>
                    <a:pt x="21086" y="30794"/>
                    <a:pt x="4054" y="17395"/>
                    <a:pt x="3555" y="14877"/>
                  </a:cubicBezTo>
                  <a:lnTo>
                    <a:pt x="0" y="12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3"/>
            <p:cNvSpPr/>
            <p:nvPr/>
          </p:nvSpPr>
          <p:spPr>
            <a:xfrm>
              <a:off x="597008" y="778141"/>
              <a:ext cx="12224" cy="14571"/>
            </a:xfrm>
            <a:custGeom>
              <a:avLst/>
              <a:gdLst/>
              <a:ahLst/>
              <a:cxnLst/>
              <a:rect l="l" t="t" r="r" b="b"/>
              <a:pathLst>
                <a:path w="12224" h="14571" extrusionOk="0">
                  <a:moveTo>
                    <a:pt x="666" y="0"/>
                  </a:moveTo>
                  <a:cubicBezTo>
                    <a:pt x="1252" y="0"/>
                    <a:pt x="2185" y="400"/>
                    <a:pt x="3357" y="773"/>
                  </a:cubicBezTo>
                  <a:cubicBezTo>
                    <a:pt x="4107" y="1276"/>
                    <a:pt x="5597" y="2644"/>
                    <a:pt x="7670" y="4704"/>
                  </a:cubicBezTo>
                  <a:lnTo>
                    <a:pt x="12224" y="9418"/>
                  </a:lnTo>
                  <a:lnTo>
                    <a:pt x="12224" y="14571"/>
                  </a:lnTo>
                  <a:lnTo>
                    <a:pt x="0" y="773"/>
                  </a:lnTo>
                  <a:cubicBezTo>
                    <a:pt x="0" y="214"/>
                    <a:pt x="240" y="0"/>
                    <a:pt x="66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3"/>
            <p:cNvSpPr/>
            <p:nvPr/>
          </p:nvSpPr>
          <p:spPr>
            <a:xfrm>
              <a:off x="561117" y="772253"/>
              <a:ext cx="48115" cy="48503"/>
            </a:xfrm>
            <a:custGeom>
              <a:avLst/>
              <a:gdLst/>
              <a:ahLst/>
              <a:cxnLst/>
              <a:rect l="l" t="t" r="r" b="b"/>
              <a:pathLst>
                <a:path w="48115" h="48503" extrusionOk="0">
                  <a:moveTo>
                    <a:pt x="746" y="0"/>
                  </a:moveTo>
                  <a:cubicBezTo>
                    <a:pt x="2718" y="0"/>
                    <a:pt x="9992" y="6128"/>
                    <a:pt x="22542" y="18678"/>
                  </a:cubicBezTo>
                  <a:cubicBezTo>
                    <a:pt x="27551" y="23687"/>
                    <a:pt x="34565" y="30368"/>
                    <a:pt x="41746" y="37216"/>
                  </a:cubicBezTo>
                  <a:lnTo>
                    <a:pt x="48115" y="43375"/>
                  </a:lnTo>
                  <a:lnTo>
                    <a:pt x="48115" y="48503"/>
                  </a:lnTo>
                  <a:lnTo>
                    <a:pt x="42959" y="43691"/>
                  </a:lnTo>
                  <a:cubicBezTo>
                    <a:pt x="22798" y="24540"/>
                    <a:pt x="1506" y="3497"/>
                    <a:pt x="506" y="1998"/>
                  </a:cubicBezTo>
                  <a:cubicBezTo>
                    <a:pt x="0" y="666"/>
                    <a:pt x="80" y="0"/>
                    <a:pt x="74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3"/>
            <p:cNvSpPr/>
            <p:nvPr/>
          </p:nvSpPr>
          <p:spPr>
            <a:xfrm>
              <a:off x="538032" y="742863"/>
              <a:ext cx="71201" cy="28723"/>
            </a:xfrm>
            <a:custGeom>
              <a:avLst/>
              <a:gdLst/>
              <a:ahLst/>
              <a:cxnLst/>
              <a:rect l="l" t="t" r="r" b="b"/>
              <a:pathLst>
                <a:path w="71201" h="28723" extrusionOk="0">
                  <a:moveTo>
                    <a:pt x="30839" y="0"/>
                  </a:moveTo>
                  <a:cubicBezTo>
                    <a:pt x="34436" y="0"/>
                    <a:pt x="39286" y="666"/>
                    <a:pt x="46293" y="1998"/>
                  </a:cubicBezTo>
                  <a:lnTo>
                    <a:pt x="71201" y="8742"/>
                  </a:lnTo>
                  <a:lnTo>
                    <a:pt x="71201" y="16065"/>
                  </a:lnTo>
                  <a:lnTo>
                    <a:pt x="54423" y="12090"/>
                  </a:lnTo>
                  <a:cubicBezTo>
                    <a:pt x="45048" y="10232"/>
                    <a:pt x="36755" y="8953"/>
                    <a:pt x="32998" y="8953"/>
                  </a:cubicBezTo>
                  <a:cubicBezTo>
                    <a:pt x="31852" y="8953"/>
                    <a:pt x="31106" y="9086"/>
                    <a:pt x="30946" y="9353"/>
                  </a:cubicBezTo>
                  <a:cubicBezTo>
                    <a:pt x="30280" y="12017"/>
                    <a:pt x="30280" y="14681"/>
                    <a:pt x="30946" y="16680"/>
                  </a:cubicBezTo>
                  <a:cubicBezTo>
                    <a:pt x="32278" y="23368"/>
                    <a:pt x="28254" y="28723"/>
                    <a:pt x="22926" y="28723"/>
                  </a:cubicBezTo>
                  <a:lnTo>
                    <a:pt x="0" y="20670"/>
                  </a:lnTo>
                  <a:lnTo>
                    <a:pt x="0" y="10859"/>
                  </a:lnTo>
                  <a:lnTo>
                    <a:pt x="3555" y="12017"/>
                  </a:lnTo>
                  <a:cubicBezTo>
                    <a:pt x="8218" y="14015"/>
                    <a:pt x="13573" y="16014"/>
                    <a:pt x="18902" y="18039"/>
                  </a:cubicBezTo>
                  <a:cubicBezTo>
                    <a:pt x="18902" y="17372"/>
                    <a:pt x="19595" y="14681"/>
                    <a:pt x="18902" y="11351"/>
                  </a:cubicBezTo>
                  <a:cubicBezTo>
                    <a:pt x="18236" y="5995"/>
                    <a:pt x="19595" y="4663"/>
                    <a:pt x="22926" y="1998"/>
                  </a:cubicBezTo>
                  <a:cubicBezTo>
                    <a:pt x="24924" y="666"/>
                    <a:pt x="27269" y="0"/>
                    <a:pt x="308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3"/>
            <p:cNvSpPr/>
            <p:nvPr/>
          </p:nvSpPr>
          <p:spPr>
            <a:xfrm>
              <a:off x="821385" y="882883"/>
              <a:ext cx="11636" cy="13117"/>
            </a:xfrm>
            <a:custGeom>
              <a:avLst/>
              <a:gdLst/>
              <a:ahLst/>
              <a:cxnLst/>
              <a:rect l="l" t="t" r="r" b="b"/>
              <a:pathLst>
                <a:path w="11636" h="13117" extrusionOk="0">
                  <a:moveTo>
                    <a:pt x="693" y="0"/>
                  </a:moveTo>
                  <a:cubicBezTo>
                    <a:pt x="1586" y="0"/>
                    <a:pt x="3358" y="1838"/>
                    <a:pt x="6771" y="6375"/>
                  </a:cubicBezTo>
                  <a:lnTo>
                    <a:pt x="11636" y="13117"/>
                  </a:lnTo>
                  <a:lnTo>
                    <a:pt x="8277" y="13117"/>
                  </a:lnTo>
                  <a:lnTo>
                    <a:pt x="0" y="879"/>
                  </a:lnTo>
                  <a:cubicBezTo>
                    <a:pt x="133" y="319"/>
                    <a:pt x="346" y="0"/>
                    <a:pt x="69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3"/>
            <p:cNvSpPr/>
            <p:nvPr/>
          </p:nvSpPr>
          <p:spPr>
            <a:xfrm>
              <a:off x="847005" y="882802"/>
              <a:ext cx="12294" cy="13197"/>
            </a:xfrm>
            <a:custGeom>
              <a:avLst/>
              <a:gdLst/>
              <a:ahLst/>
              <a:cxnLst/>
              <a:rect l="l" t="t" r="r" b="b"/>
              <a:pathLst>
                <a:path w="12294" h="13197" extrusionOk="0">
                  <a:moveTo>
                    <a:pt x="1053" y="0"/>
                  </a:moveTo>
                  <a:cubicBezTo>
                    <a:pt x="1452" y="0"/>
                    <a:pt x="2145" y="320"/>
                    <a:pt x="3104" y="959"/>
                  </a:cubicBezTo>
                  <a:cubicBezTo>
                    <a:pt x="3770" y="1292"/>
                    <a:pt x="6941" y="5635"/>
                    <a:pt x="11614" y="12233"/>
                  </a:cubicBezTo>
                  <a:lnTo>
                    <a:pt x="12294" y="13197"/>
                  </a:lnTo>
                  <a:lnTo>
                    <a:pt x="7931" y="13197"/>
                  </a:lnTo>
                  <a:lnTo>
                    <a:pt x="4194" y="7541"/>
                  </a:lnTo>
                  <a:cubicBezTo>
                    <a:pt x="946" y="2332"/>
                    <a:pt x="0" y="0"/>
                    <a:pt x="1053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3"/>
            <p:cNvSpPr/>
            <p:nvPr/>
          </p:nvSpPr>
          <p:spPr>
            <a:xfrm>
              <a:off x="735242" y="878326"/>
              <a:ext cx="18577" cy="17673"/>
            </a:xfrm>
            <a:custGeom>
              <a:avLst/>
              <a:gdLst/>
              <a:ahLst/>
              <a:cxnLst/>
              <a:rect l="l" t="t" r="r" b="b"/>
              <a:pathLst>
                <a:path w="18577" h="17673" extrusionOk="0">
                  <a:moveTo>
                    <a:pt x="160" y="0"/>
                  </a:moveTo>
                  <a:cubicBezTo>
                    <a:pt x="1319" y="0"/>
                    <a:pt x="8473" y="6908"/>
                    <a:pt x="15581" y="14382"/>
                  </a:cubicBezTo>
                  <a:lnTo>
                    <a:pt x="18577" y="17673"/>
                  </a:lnTo>
                  <a:lnTo>
                    <a:pt x="14465" y="17673"/>
                  </a:lnTo>
                  <a:lnTo>
                    <a:pt x="0" y="107"/>
                  </a:lnTo>
                  <a:cubicBezTo>
                    <a:pt x="27" y="27"/>
                    <a:pt x="80" y="0"/>
                    <a:pt x="16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806331" y="872917"/>
              <a:ext cx="18387" cy="23082"/>
            </a:xfrm>
            <a:custGeom>
              <a:avLst/>
              <a:gdLst/>
              <a:ahLst/>
              <a:cxnLst/>
              <a:rect l="l" t="t" r="r" b="b"/>
              <a:pathLst>
                <a:path w="18387" h="23082" extrusionOk="0">
                  <a:moveTo>
                    <a:pt x="1012" y="0"/>
                  </a:moveTo>
                  <a:cubicBezTo>
                    <a:pt x="1199" y="0"/>
                    <a:pt x="1439" y="53"/>
                    <a:pt x="1705" y="160"/>
                  </a:cubicBezTo>
                  <a:cubicBezTo>
                    <a:pt x="2038" y="160"/>
                    <a:pt x="4709" y="3837"/>
                    <a:pt x="8799" y="9599"/>
                  </a:cubicBezTo>
                  <a:lnTo>
                    <a:pt x="18387" y="23082"/>
                  </a:lnTo>
                  <a:lnTo>
                    <a:pt x="13902" y="23082"/>
                  </a:lnTo>
                  <a:lnTo>
                    <a:pt x="2678" y="5765"/>
                  </a:lnTo>
                  <a:cubicBezTo>
                    <a:pt x="446" y="1772"/>
                    <a:pt x="0" y="0"/>
                    <a:pt x="101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3"/>
            <p:cNvSpPr/>
            <p:nvPr/>
          </p:nvSpPr>
          <p:spPr>
            <a:xfrm>
              <a:off x="943398" y="791596"/>
              <a:ext cx="20923" cy="39760"/>
            </a:xfrm>
            <a:custGeom>
              <a:avLst/>
              <a:gdLst/>
              <a:ahLst/>
              <a:cxnLst/>
              <a:rect l="l" t="t" r="r" b="b"/>
              <a:pathLst>
                <a:path w="20923" h="39760" extrusionOk="0">
                  <a:moveTo>
                    <a:pt x="874" y="0"/>
                  </a:moveTo>
                  <a:cubicBezTo>
                    <a:pt x="7536" y="7354"/>
                    <a:pt x="13557" y="16040"/>
                    <a:pt x="17554" y="25393"/>
                  </a:cubicBezTo>
                  <a:lnTo>
                    <a:pt x="20923" y="31207"/>
                  </a:lnTo>
                  <a:lnTo>
                    <a:pt x="20923" y="39760"/>
                  </a:lnTo>
                  <a:lnTo>
                    <a:pt x="8734" y="17700"/>
                  </a:lnTo>
                  <a:cubicBezTo>
                    <a:pt x="2191" y="5456"/>
                    <a:pt x="0" y="303"/>
                    <a:pt x="87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3"/>
            <p:cNvSpPr/>
            <p:nvPr/>
          </p:nvSpPr>
          <p:spPr>
            <a:xfrm>
              <a:off x="609232" y="787558"/>
              <a:ext cx="96081" cy="108441"/>
            </a:xfrm>
            <a:custGeom>
              <a:avLst/>
              <a:gdLst/>
              <a:ahLst/>
              <a:cxnLst/>
              <a:rect l="l" t="t" r="r" b="b"/>
              <a:pathLst>
                <a:path w="96081" h="108441" extrusionOk="0">
                  <a:moveTo>
                    <a:pt x="0" y="0"/>
                  </a:moveTo>
                  <a:lnTo>
                    <a:pt x="3249" y="3362"/>
                  </a:lnTo>
                  <a:cubicBezTo>
                    <a:pt x="21711" y="22961"/>
                    <a:pt x="55394" y="61145"/>
                    <a:pt x="69922" y="80190"/>
                  </a:cubicBezTo>
                  <a:cubicBezTo>
                    <a:pt x="78275" y="90541"/>
                    <a:pt x="83951" y="97382"/>
                    <a:pt x="88037" y="101802"/>
                  </a:cubicBezTo>
                  <a:lnTo>
                    <a:pt x="96081" y="108441"/>
                  </a:lnTo>
                  <a:lnTo>
                    <a:pt x="0" y="108441"/>
                  </a:lnTo>
                  <a:lnTo>
                    <a:pt x="0" y="91189"/>
                  </a:lnTo>
                  <a:lnTo>
                    <a:pt x="11809" y="92873"/>
                  </a:lnTo>
                  <a:cubicBezTo>
                    <a:pt x="16499" y="94205"/>
                    <a:pt x="21162" y="94205"/>
                    <a:pt x="25851" y="94205"/>
                  </a:cubicBezTo>
                  <a:cubicBezTo>
                    <a:pt x="25851" y="94205"/>
                    <a:pt x="15167" y="86185"/>
                    <a:pt x="2484" y="77498"/>
                  </a:cubicBezTo>
                  <a:lnTo>
                    <a:pt x="0" y="75744"/>
                  </a:lnTo>
                  <a:lnTo>
                    <a:pt x="0" y="71506"/>
                  </a:lnTo>
                  <a:lnTo>
                    <a:pt x="4890" y="75040"/>
                  </a:lnTo>
                  <a:cubicBezTo>
                    <a:pt x="32026" y="94288"/>
                    <a:pt x="39540" y="98035"/>
                    <a:pt x="48553" y="99534"/>
                  </a:cubicBezTo>
                  <a:cubicBezTo>
                    <a:pt x="52550" y="100893"/>
                    <a:pt x="56573" y="101559"/>
                    <a:pt x="60570" y="102225"/>
                  </a:cubicBezTo>
                  <a:cubicBezTo>
                    <a:pt x="53882" y="94871"/>
                    <a:pt x="46555" y="88183"/>
                    <a:pt x="38534" y="82854"/>
                  </a:cubicBezTo>
                  <a:lnTo>
                    <a:pt x="0" y="59808"/>
                  </a:lnTo>
                  <a:lnTo>
                    <a:pt x="0" y="49531"/>
                  </a:lnTo>
                  <a:lnTo>
                    <a:pt x="29182" y="66148"/>
                  </a:lnTo>
                  <a:cubicBezTo>
                    <a:pt x="33179" y="68839"/>
                    <a:pt x="37202" y="71503"/>
                    <a:pt x="41199" y="73502"/>
                  </a:cubicBezTo>
                  <a:cubicBezTo>
                    <a:pt x="32513" y="63483"/>
                    <a:pt x="23187" y="54797"/>
                    <a:pt x="13834" y="46111"/>
                  </a:cubicBezTo>
                  <a:lnTo>
                    <a:pt x="0" y="33198"/>
                  </a:lnTo>
                  <a:lnTo>
                    <a:pt x="0" y="28070"/>
                  </a:lnTo>
                  <a:lnTo>
                    <a:pt x="13834" y="41448"/>
                  </a:lnTo>
                  <a:cubicBezTo>
                    <a:pt x="25851" y="52132"/>
                    <a:pt x="43863" y="70838"/>
                    <a:pt x="55241" y="82854"/>
                  </a:cubicBezTo>
                  <a:cubicBezTo>
                    <a:pt x="70588" y="99534"/>
                    <a:pt x="76610" y="104889"/>
                    <a:pt x="79941" y="105556"/>
                  </a:cubicBezTo>
                  <a:lnTo>
                    <a:pt x="85270" y="106222"/>
                  </a:lnTo>
                  <a:lnTo>
                    <a:pt x="81273" y="100893"/>
                  </a:lnTo>
                  <a:cubicBezTo>
                    <a:pt x="71254" y="86185"/>
                    <a:pt x="27850" y="34760"/>
                    <a:pt x="8479" y="14723"/>
                  </a:cubicBezTo>
                  <a:lnTo>
                    <a:pt x="0" y="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3"/>
            <p:cNvSpPr/>
            <p:nvPr/>
          </p:nvSpPr>
          <p:spPr>
            <a:xfrm>
              <a:off x="617711" y="779580"/>
              <a:ext cx="98733" cy="116420"/>
            </a:xfrm>
            <a:custGeom>
              <a:avLst/>
              <a:gdLst/>
              <a:ahLst/>
              <a:cxnLst/>
              <a:rect l="l" t="t" r="r" b="b"/>
              <a:pathLst>
                <a:path w="98733" h="116420" extrusionOk="0">
                  <a:moveTo>
                    <a:pt x="2664" y="0"/>
                  </a:moveTo>
                  <a:cubicBezTo>
                    <a:pt x="2691" y="0"/>
                    <a:pt x="2691" y="0"/>
                    <a:pt x="2718" y="0"/>
                  </a:cubicBezTo>
                  <a:cubicBezTo>
                    <a:pt x="5888" y="0"/>
                    <a:pt x="82173" y="93578"/>
                    <a:pt x="94163" y="112202"/>
                  </a:cubicBezTo>
                  <a:lnTo>
                    <a:pt x="98733" y="116420"/>
                  </a:lnTo>
                  <a:lnTo>
                    <a:pt x="92738" y="116420"/>
                  </a:lnTo>
                  <a:lnTo>
                    <a:pt x="91475" y="114571"/>
                  </a:lnTo>
                  <a:cubicBezTo>
                    <a:pt x="82355" y="102313"/>
                    <a:pt x="44673" y="55355"/>
                    <a:pt x="25392" y="31388"/>
                  </a:cubicBezTo>
                  <a:cubicBezTo>
                    <a:pt x="2664" y="4023"/>
                    <a:pt x="0" y="1332"/>
                    <a:pt x="266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3"/>
            <p:cNvSpPr/>
            <p:nvPr/>
          </p:nvSpPr>
          <p:spPr>
            <a:xfrm>
              <a:off x="659117" y="779127"/>
              <a:ext cx="144876" cy="116873"/>
            </a:xfrm>
            <a:custGeom>
              <a:avLst/>
              <a:gdLst/>
              <a:ahLst/>
              <a:cxnLst/>
              <a:rect l="l" t="t" r="r" b="b"/>
              <a:pathLst>
                <a:path w="144876" h="116873" extrusionOk="0">
                  <a:moveTo>
                    <a:pt x="3517" y="0"/>
                  </a:moveTo>
                  <a:cubicBezTo>
                    <a:pt x="5036" y="0"/>
                    <a:pt x="8100" y="3198"/>
                    <a:pt x="16706" y="13163"/>
                  </a:cubicBezTo>
                  <a:cubicBezTo>
                    <a:pt x="24034" y="21822"/>
                    <a:pt x="32054" y="30509"/>
                    <a:pt x="40740" y="38529"/>
                  </a:cubicBezTo>
                  <a:cubicBezTo>
                    <a:pt x="54462" y="50945"/>
                    <a:pt x="112229" y="93364"/>
                    <a:pt x="114787" y="93364"/>
                  </a:cubicBezTo>
                  <a:cubicBezTo>
                    <a:pt x="114840" y="93364"/>
                    <a:pt x="114866" y="93338"/>
                    <a:pt x="114866" y="93284"/>
                  </a:cubicBezTo>
                  <a:cubicBezTo>
                    <a:pt x="110177" y="85264"/>
                    <a:pt x="105514" y="77271"/>
                    <a:pt x="100158" y="69250"/>
                  </a:cubicBezTo>
                  <a:cubicBezTo>
                    <a:pt x="94829" y="61897"/>
                    <a:pt x="90166" y="54543"/>
                    <a:pt x="86809" y="45883"/>
                  </a:cubicBezTo>
                  <a:cubicBezTo>
                    <a:pt x="87049" y="45510"/>
                    <a:pt x="87289" y="45270"/>
                    <a:pt x="87635" y="45270"/>
                  </a:cubicBezTo>
                  <a:cubicBezTo>
                    <a:pt x="89208" y="45270"/>
                    <a:pt x="92938" y="50572"/>
                    <a:pt x="108845" y="75246"/>
                  </a:cubicBezTo>
                  <a:cubicBezTo>
                    <a:pt x="123553" y="97974"/>
                    <a:pt x="127550" y="103303"/>
                    <a:pt x="135570" y="109325"/>
                  </a:cubicBezTo>
                  <a:lnTo>
                    <a:pt x="144876" y="116873"/>
                  </a:lnTo>
                  <a:lnTo>
                    <a:pt x="132960" y="116873"/>
                  </a:lnTo>
                  <a:lnTo>
                    <a:pt x="131150" y="115493"/>
                  </a:lnTo>
                  <a:cubicBezTo>
                    <a:pt x="122720" y="109151"/>
                    <a:pt x="112535" y="101637"/>
                    <a:pt x="102850" y="94616"/>
                  </a:cubicBezTo>
                  <a:cubicBezTo>
                    <a:pt x="82813" y="79935"/>
                    <a:pt x="59445" y="62562"/>
                    <a:pt x="50092" y="55235"/>
                  </a:cubicBezTo>
                  <a:cubicBezTo>
                    <a:pt x="23368" y="33173"/>
                    <a:pt x="0" y="7141"/>
                    <a:pt x="1998" y="1785"/>
                  </a:cubicBezTo>
                  <a:cubicBezTo>
                    <a:pt x="2425" y="720"/>
                    <a:pt x="2798" y="0"/>
                    <a:pt x="351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3"/>
            <p:cNvSpPr/>
            <p:nvPr/>
          </p:nvSpPr>
          <p:spPr>
            <a:xfrm>
              <a:off x="609232" y="751605"/>
              <a:ext cx="340805" cy="144395"/>
            </a:xfrm>
            <a:custGeom>
              <a:avLst/>
              <a:gdLst/>
              <a:ahLst/>
              <a:cxnLst/>
              <a:rect l="l" t="t" r="r" b="b"/>
              <a:pathLst>
                <a:path w="340805" h="144395" extrusionOk="0">
                  <a:moveTo>
                    <a:pt x="0" y="0"/>
                  </a:moveTo>
                  <a:lnTo>
                    <a:pt x="35533" y="9620"/>
                  </a:lnTo>
                  <a:cubicBezTo>
                    <a:pt x="55068" y="16797"/>
                    <a:pt x="73932" y="25644"/>
                    <a:pt x="91958" y="35995"/>
                  </a:cubicBezTo>
                  <a:cubicBezTo>
                    <a:pt x="112821" y="48172"/>
                    <a:pt x="119242" y="52142"/>
                    <a:pt x="121747" y="52142"/>
                  </a:cubicBezTo>
                  <a:cubicBezTo>
                    <a:pt x="123106" y="52142"/>
                    <a:pt x="123319" y="50996"/>
                    <a:pt x="124011" y="49344"/>
                  </a:cubicBezTo>
                  <a:cubicBezTo>
                    <a:pt x="126410" y="44548"/>
                    <a:pt x="129554" y="42150"/>
                    <a:pt x="134536" y="42150"/>
                  </a:cubicBezTo>
                  <a:cubicBezTo>
                    <a:pt x="137867" y="42150"/>
                    <a:pt x="142050" y="43216"/>
                    <a:pt x="147379" y="45347"/>
                  </a:cubicBezTo>
                  <a:cubicBezTo>
                    <a:pt x="171413" y="54700"/>
                    <a:pt x="184789" y="63386"/>
                    <a:pt x="236213" y="102101"/>
                  </a:cubicBezTo>
                  <a:lnTo>
                    <a:pt x="254226" y="116143"/>
                  </a:lnTo>
                  <a:lnTo>
                    <a:pt x="256224" y="107457"/>
                  </a:lnTo>
                  <a:cubicBezTo>
                    <a:pt x="258675" y="100583"/>
                    <a:pt x="260781" y="97678"/>
                    <a:pt x="265416" y="97678"/>
                  </a:cubicBezTo>
                  <a:cubicBezTo>
                    <a:pt x="267095" y="97678"/>
                    <a:pt x="269120" y="98051"/>
                    <a:pt x="271598" y="98771"/>
                  </a:cubicBezTo>
                  <a:cubicBezTo>
                    <a:pt x="277593" y="100769"/>
                    <a:pt x="288278" y="107457"/>
                    <a:pt x="333041" y="138845"/>
                  </a:cubicBezTo>
                  <a:lnTo>
                    <a:pt x="340805" y="144395"/>
                  </a:lnTo>
                  <a:lnTo>
                    <a:pt x="301523" y="144395"/>
                  </a:lnTo>
                  <a:lnTo>
                    <a:pt x="301404" y="144267"/>
                  </a:lnTo>
                  <a:cubicBezTo>
                    <a:pt x="300488" y="141676"/>
                    <a:pt x="300321" y="138499"/>
                    <a:pt x="300987" y="135487"/>
                  </a:cubicBezTo>
                  <a:cubicBezTo>
                    <a:pt x="302320" y="130159"/>
                    <a:pt x="302320" y="130159"/>
                    <a:pt x="294966" y="124803"/>
                  </a:cubicBezTo>
                  <a:cubicBezTo>
                    <a:pt x="291449" y="121686"/>
                    <a:pt x="289077" y="120380"/>
                    <a:pt x="286759" y="120380"/>
                  </a:cubicBezTo>
                  <a:cubicBezTo>
                    <a:pt x="285134" y="120380"/>
                    <a:pt x="283562" y="121046"/>
                    <a:pt x="281617" y="122138"/>
                  </a:cubicBezTo>
                  <a:cubicBezTo>
                    <a:pt x="276261" y="124137"/>
                    <a:pt x="274929" y="125496"/>
                    <a:pt x="276261" y="127494"/>
                  </a:cubicBezTo>
                  <a:cubicBezTo>
                    <a:pt x="278599" y="130165"/>
                    <a:pt x="282398" y="134840"/>
                    <a:pt x="286968" y="140620"/>
                  </a:cubicBezTo>
                  <a:lnTo>
                    <a:pt x="289898" y="144395"/>
                  </a:lnTo>
                  <a:lnTo>
                    <a:pt x="277561" y="144395"/>
                  </a:lnTo>
                  <a:lnTo>
                    <a:pt x="269337" y="133179"/>
                  </a:lnTo>
                  <a:cubicBezTo>
                    <a:pt x="264950" y="127581"/>
                    <a:pt x="263045" y="126082"/>
                    <a:pt x="261926" y="126082"/>
                  </a:cubicBezTo>
                  <a:cubicBezTo>
                    <a:pt x="261820" y="126082"/>
                    <a:pt x="261686" y="126109"/>
                    <a:pt x="261580" y="126162"/>
                  </a:cubicBezTo>
                  <a:cubicBezTo>
                    <a:pt x="259581" y="126828"/>
                    <a:pt x="259581" y="128160"/>
                    <a:pt x="259581" y="129492"/>
                  </a:cubicBezTo>
                  <a:cubicBezTo>
                    <a:pt x="260081" y="130325"/>
                    <a:pt x="263127" y="135250"/>
                    <a:pt x="267446" y="142199"/>
                  </a:cubicBezTo>
                  <a:lnTo>
                    <a:pt x="268815" y="144395"/>
                  </a:lnTo>
                  <a:lnTo>
                    <a:pt x="264101" y="144395"/>
                  </a:lnTo>
                  <a:lnTo>
                    <a:pt x="258992" y="136923"/>
                  </a:lnTo>
                  <a:cubicBezTo>
                    <a:pt x="254399" y="130499"/>
                    <a:pt x="251561" y="127161"/>
                    <a:pt x="250229" y="126162"/>
                  </a:cubicBezTo>
                  <a:cubicBezTo>
                    <a:pt x="247564" y="124803"/>
                    <a:pt x="232856" y="113452"/>
                    <a:pt x="216843" y="101435"/>
                  </a:cubicBezTo>
                  <a:cubicBezTo>
                    <a:pt x="181432" y="74071"/>
                    <a:pt x="168748" y="65384"/>
                    <a:pt x="150044" y="57365"/>
                  </a:cubicBezTo>
                  <a:lnTo>
                    <a:pt x="135362" y="51369"/>
                  </a:lnTo>
                  <a:lnTo>
                    <a:pt x="133364" y="56698"/>
                  </a:lnTo>
                  <a:cubicBezTo>
                    <a:pt x="132005" y="61228"/>
                    <a:pt x="127875" y="63919"/>
                    <a:pt x="123479" y="63919"/>
                  </a:cubicBezTo>
                  <a:cubicBezTo>
                    <a:pt x="121400" y="63919"/>
                    <a:pt x="119269" y="63333"/>
                    <a:pt x="117324" y="62054"/>
                  </a:cubicBezTo>
                  <a:cubicBezTo>
                    <a:pt x="113993" y="60695"/>
                    <a:pt x="99312" y="52035"/>
                    <a:pt x="85270" y="44016"/>
                  </a:cubicBezTo>
                  <a:cubicBezTo>
                    <a:pt x="62701" y="29974"/>
                    <a:pt x="37922" y="17637"/>
                    <a:pt x="33285" y="17637"/>
                  </a:cubicBezTo>
                  <a:cubicBezTo>
                    <a:pt x="32832" y="17637"/>
                    <a:pt x="32593" y="17743"/>
                    <a:pt x="32513" y="17956"/>
                  </a:cubicBezTo>
                  <a:cubicBezTo>
                    <a:pt x="35870" y="24644"/>
                    <a:pt x="40533" y="31332"/>
                    <a:pt x="45888" y="36661"/>
                  </a:cubicBezTo>
                  <a:cubicBezTo>
                    <a:pt x="53216" y="46680"/>
                    <a:pt x="71254" y="72072"/>
                    <a:pt x="86628" y="92749"/>
                  </a:cubicBezTo>
                  <a:cubicBezTo>
                    <a:pt x="109117" y="123391"/>
                    <a:pt x="115245" y="132956"/>
                    <a:pt x="112101" y="132956"/>
                  </a:cubicBezTo>
                  <a:cubicBezTo>
                    <a:pt x="111888" y="132956"/>
                    <a:pt x="111622" y="132903"/>
                    <a:pt x="111328" y="132823"/>
                  </a:cubicBezTo>
                  <a:cubicBezTo>
                    <a:pt x="110662" y="132157"/>
                    <a:pt x="101310" y="119474"/>
                    <a:pt x="89293" y="103434"/>
                  </a:cubicBezTo>
                  <a:cubicBezTo>
                    <a:pt x="77942" y="87420"/>
                    <a:pt x="59904" y="62720"/>
                    <a:pt x="48553" y="48012"/>
                  </a:cubicBezTo>
                  <a:cubicBezTo>
                    <a:pt x="37202" y="33997"/>
                    <a:pt x="27850" y="20648"/>
                    <a:pt x="27184" y="18623"/>
                  </a:cubicBezTo>
                  <a:cubicBezTo>
                    <a:pt x="22494" y="14626"/>
                    <a:pt x="17165" y="11295"/>
                    <a:pt x="11143" y="9963"/>
                  </a:cubicBezTo>
                  <a:lnTo>
                    <a:pt x="0" y="7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3"/>
            <p:cNvSpPr/>
            <p:nvPr/>
          </p:nvSpPr>
          <p:spPr>
            <a:xfrm>
              <a:off x="964309" y="738859"/>
              <a:ext cx="12" cy="36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12" y="0"/>
                  </a:moveTo>
                  <a:lnTo>
                    <a:pt x="12" y="36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3"/>
            <p:cNvSpPr/>
            <p:nvPr/>
          </p:nvSpPr>
          <p:spPr>
            <a:xfrm>
              <a:off x="955623" y="617525"/>
              <a:ext cx="8698" cy="20423"/>
            </a:xfrm>
            <a:custGeom>
              <a:avLst/>
              <a:gdLst/>
              <a:ahLst/>
              <a:cxnLst/>
              <a:rect l="l" t="t" r="r" b="b"/>
              <a:pathLst>
                <a:path w="8698" h="20423" extrusionOk="0">
                  <a:moveTo>
                    <a:pt x="667" y="0"/>
                  </a:moveTo>
                  <a:cubicBezTo>
                    <a:pt x="1786" y="0"/>
                    <a:pt x="4230" y="3617"/>
                    <a:pt x="8260" y="11327"/>
                  </a:cubicBezTo>
                  <a:lnTo>
                    <a:pt x="8698" y="12213"/>
                  </a:lnTo>
                  <a:lnTo>
                    <a:pt x="8698" y="20423"/>
                  </a:lnTo>
                  <a:lnTo>
                    <a:pt x="8263" y="19488"/>
                  </a:lnTo>
                  <a:cubicBezTo>
                    <a:pt x="3171" y="8467"/>
                    <a:pt x="0" y="1452"/>
                    <a:pt x="0" y="1119"/>
                  </a:cubicBezTo>
                  <a:cubicBezTo>
                    <a:pt x="80" y="373"/>
                    <a:pt x="320" y="0"/>
                    <a:pt x="6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3"/>
            <p:cNvSpPr/>
            <p:nvPr/>
          </p:nvSpPr>
          <p:spPr>
            <a:xfrm>
              <a:off x="956122" y="497782"/>
              <a:ext cx="8199" cy="22936"/>
            </a:xfrm>
            <a:custGeom>
              <a:avLst/>
              <a:gdLst/>
              <a:ahLst/>
              <a:cxnLst/>
              <a:rect l="l" t="t" r="r" b="b"/>
              <a:pathLst>
                <a:path w="8199" h="22936" extrusionOk="0">
                  <a:moveTo>
                    <a:pt x="6855" y="0"/>
                  </a:moveTo>
                  <a:lnTo>
                    <a:pt x="8199" y="1288"/>
                  </a:lnTo>
                  <a:lnTo>
                    <a:pt x="8199" y="22936"/>
                  </a:lnTo>
                  <a:lnTo>
                    <a:pt x="6569" y="19363"/>
                  </a:lnTo>
                  <a:cubicBezTo>
                    <a:pt x="750" y="6218"/>
                    <a:pt x="0" y="2831"/>
                    <a:pt x="1499" y="1332"/>
                  </a:cubicBezTo>
                  <a:cubicBezTo>
                    <a:pt x="2831" y="0"/>
                    <a:pt x="4830" y="0"/>
                    <a:pt x="685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3"/>
            <p:cNvSpPr/>
            <p:nvPr/>
          </p:nvSpPr>
          <p:spPr>
            <a:xfrm>
              <a:off x="882162" y="276445"/>
              <a:ext cx="82159" cy="619554"/>
            </a:xfrm>
            <a:custGeom>
              <a:avLst/>
              <a:gdLst/>
              <a:ahLst/>
              <a:cxnLst/>
              <a:rect l="l" t="t" r="r" b="b"/>
              <a:pathLst>
                <a:path w="82159" h="619554" extrusionOk="0">
                  <a:moveTo>
                    <a:pt x="82159" y="0"/>
                  </a:moveTo>
                  <a:lnTo>
                    <a:pt x="82159" y="24338"/>
                  </a:lnTo>
                  <a:lnTo>
                    <a:pt x="75459" y="48385"/>
                  </a:lnTo>
                  <a:cubicBezTo>
                    <a:pt x="71675" y="64558"/>
                    <a:pt x="68771" y="70739"/>
                    <a:pt x="64987" y="70739"/>
                  </a:cubicBezTo>
                  <a:cubicBezTo>
                    <a:pt x="64081" y="70739"/>
                    <a:pt x="63122" y="70393"/>
                    <a:pt x="62109" y="69754"/>
                  </a:cubicBezTo>
                  <a:cubicBezTo>
                    <a:pt x="60111" y="68395"/>
                    <a:pt x="58086" y="67063"/>
                    <a:pt x="57420" y="64398"/>
                  </a:cubicBezTo>
                  <a:cubicBezTo>
                    <a:pt x="56728" y="63466"/>
                    <a:pt x="56274" y="62933"/>
                    <a:pt x="55901" y="62933"/>
                  </a:cubicBezTo>
                  <a:cubicBezTo>
                    <a:pt x="55182" y="62933"/>
                    <a:pt x="54729" y="64744"/>
                    <a:pt x="53423" y="69088"/>
                  </a:cubicBezTo>
                  <a:cubicBezTo>
                    <a:pt x="45403" y="95786"/>
                    <a:pt x="52091" y="167914"/>
                    <a:pt x="64774" y="197970"/>
                  </a:cubicBezTo>
                  <a:cubicBezTo>
                    <a:pt x="69464" y="208654"/>
                    <a:pt x="69464" y="215316"/>
                    <a:pt x="66772" y="217314"/>
                  </a:cubicBezTo>
                  <a:cubicBezTo>
                    <a:pt x="66213" y="217767"/>
                    <a:pt x="65734" y="218033"/>
                    <a:pt x="65254" y="218033"/>
                  </a:cubicBezTo>
                  <a:cubicBezTo>
                    <a:pt x="63548" y="218033"/>
                    <a:pt x="62003" y="214276"/>
                    <a:pt x="56754" y="200634"/>
                  </a:cubicBezTo>
                  <a:cubicBezTo>
                    <a:pt x="48760" y="178598"/>
                    <a:pt x="44071" y="155897"/>
                    <a:pt x="42073" y="132530"/>
                  </a:cubicBezTo>
                  <a:cubicBezTo>
                    <a:pt x="41460" y="125335"/>
                    <a:pt x="40341" y="120299"/>
                    <a:pt x="40101" y="120299"/>
                  </a:cubicBezTo>
                  <a:cubicBezTo>
                    <a:pt x="40074" y="120299"/>
                    <a:pt x="40074" y="120353"/>
                    <a:pt x="40074" y="120486"/>
                  </a:cubicBezTo>
                  <a:cubicBezTo>
                    <a:pt x="38742" y="125842"/>
                    <a:pt x="29390" y="191282"/>
                    <a:pt x="28057" y="211319"/>
                  </a:cubicBezTo>
                  <a:cubicBezTo>
                    <a:pt x="26032" y="236685"/>
                    <a:pt x="26032" y="238017"/>
                    <a:pt x="22036" y="240042"/>
                  </a:cubicBezTo>
                  <a:cubicBezTo>
                    <a:pt x="17373" y="241374"/>
                    <a:pt x="19371" y="247369"/>
                    <a:pt x="37410" y="290108"/>
                  </a:cubicBezTo>
                  <a:cubicBezTo>
                    <a:pt x="47402" y="314835"/>
                    <a:pt x="58779" y="338868"/>
                    <a:pt x="71462" y="361570"/>
                  </a:cubicBezTo>
                  <a:lnTo>
                    <a:pt x="82159" y="382017"/>
                  </a:lnTo>
                  <a:lnTo>
                    <a:pt x="82159" y="401478"/>
                  </a:lnTo>
                  <a:lnTo>
                    <a:pt x="66772" y="372921"/>
                  </a:lnTo>
                  <a:cubicBezTo>
                    <a:pt x="52091" y="347555"/>
                    <a:pt x="38742" y="321496"/>
                    <a:pt x="27391" y="294798"/>
                  </a:cubicBezTo>
                  <a:lnTo>
                    <a:pt x="26725" y="294798"/>
                  </a:lnTo>
                  <a:cubicBezTo>
                    <a:pt x="18705" y="277425"/>
                    <a:pt x="12683" y="262744"/>
                    <a:pt x="12683" y="262744"/>
                  </a:cubicBezTo>
                  <a:cubicBezTo>
                    <a:pt x="12683" y="262744"/>
                    <a:pt x="12017" y="281449"/>
                    <a:pt x="11351" y="303484"/>
                  </a:cubicBezTo>
                  <a:cubicBezTo>
                    <a:pt x="11351" y="324853"/>
                    <a:pt x="12017" y="346222"/>
                    <a:pt x="13350" y="367592"/>
                  </a:cubicBezTo>
                  <a:lnTo>
                    <a:pt x="16040" y="390293"/>
                  </a:lnTo>
                  <a:lnTo>
                    <a:pt x="30722" y="418990"/>
                  </a:lnTo>
                  <a:cubicBezTo>
                    <a:pt x="38742" y="435030"/>
                    <a:pt x="54090" y="463753"/>
                    <a:pt x="64774" y="483098"/>
                  </a:cubicBezTo>
                  <a:lnTo>
                    <a:pt x="82159" y="512274"/>
                  </a:lnTo>
                  <a:lnTo>
                    <a:pt x="82159" y="521527"/>
                  </a:lnTo>
                  <a:lnTo>
                    <a:pt x="65027" y="491544"/>
                  </a:lnTo>
                  <a:cubicBezTo>
                    <a:pt x="58599" y="480273"/>
                    <a:pt x="52424" y="469416"/>
                    <a:pt x="48094" y="461729"/>
                  </a:cubicBezTo>
                  <a:lnTo>
                    <a:pt x="48094" y="461062"/>
                  </a:lnTo>
                  <a:cubicBezTo>
                    <a:pt x="39408" y="445715"/>
                    <a:pt x="30056" y="427676"/>
                    <a:pt x="26725" y="421681"/>
                  </a:cubicBezTo>
                  <a:cubicBezTo>
                    <a:pt x="24007" y="416246"/>
                    <a:pt x="22382" y="413394"/>
                    <a:pt x="21716" y="413394"/>
                  </a:cubicBezTo>
                  <a:cubicBezTo>
                    <a:pt x="20917" y="413394"/>
                    <a:pt x="21556" y="417578"/>
                    <a:pt x="23368" y="426344"/>
                  </a:cubicBezTo>
                  <a:cubicBezTo>
                    <a:pt x="25366" y="437695"/>
                    <a:pt x="25366" y="445715"/>
                    <a:pt x="22036" y="445715"/>
                  </a:cubicBezTo>
                  <a:cubicBezTo>
                    <a:pt x="19371" y="445048"/>
                    <a:pt x="16706" y="443050"/>
                    <a:pt x="14681" y="441052"/>
                  </a:cubicBezTo>
                  <a:lnTo>
                    <a:pt x="10018" y="437029"/>
                  </a:lnTo>
                  <a:lnTo>
                    <a:pt x="14015" y="443717"/>
                  </a:lnTo>
                  <a:cubicBezTo>
                    <a:pt x="16040" y="447047"/>
                    <a:pt x="24700" y="462421"/>
                    <a:pt x="32720" y="478435"/>
                  </a:cubicBezTo>
                  <a:cubicBezTo>
                    <a:pt x="40741" y="493783"/>
                    <a:pt x="50093" y="509823"/>
                    <a:pt x="52757" y="513819"/>
                  </a:cubicBezTo>
                  <a:cubicBezTo>
                    <a:pt x="57420" y="521174"/>
                    <a:pt x="61444" y="529194"/>
                    <a:pt x="65441" y="537214"/>
                  </a:cubicBezTo>
                  <a:lnTo>
                    <a:pt x="82159" y="568972"/>
                  </a:lnTo>
                  <a:lnTo>
                    <a:pt x="82159" y="580497"/>
                  </a:lnTo>
                  <a:lnTo>
                    <a:pt x="80815" y="577261"/>
                  </a:lnTo>
                  <a:cubicBezTo>
                    <a:pt x="80442" y="576728"/>
                    <a:pt x="80175" y="576488"/>
                    <a:pt x="80042" y="576488"/>
                  </a:cubicBezTo>
                  <a:cubicBezTo>
                    <a:pt x="79668" y="576488"/>
                    <a:pt x="80175" y="578353"/>
                    <a:pt x="82147" y="581285"/>
                  </a:cubicBezTo>
                  <a:lnTo>
                    <a:pt x="82159" y="581311"/>
                  </a:lnTo>
                  <a:lnTo>
                    <a:pt x="82159" y="609156"/>
                  </a:lnTo>
                  <a:lnTo>
                    <a:pt x="74845" y="594199"/>
                  </a:lnTo>
                  <a:cubicBezTo>
                    <a:pt x="49878" y="542932"/>
                    <a:pt x="44904" y="531109"/>
                    <a:pt x="46069" y="530526"/>
                  </a:cubicBezTo>
                  <a:cubicBezTo>
                    <a:pt x="46123" y="530499"/>
                    <a:pt x="46176" y="530499"/>
                    <a:pt x="46229" y="530499"/>
                  </a:cubicBezTo>
                  <a:cubicBezTo>
                    <a:pt x="47695" y="530499"/>
                    <a:pt x="51718" y="539212"/>
                    <a:pt x="60111" y="557225"/>
                  </a:cubicBezTo>
                  <a:cubicBezTo>
                    <a:pt x="64108" y="567243"/>
                    <a:pt x="68771" y="576595"/>
                    <a:pt x="74793" y="585948"/>
                  </a:cubicBezTo>
                  <a:cubicBezTo>
                    <a:pt x="74873" y="586001"/>
                    <a:pt x="74926" y="586027"/>
                    <a:pt x="74979" y="586027"/>
                  </a:cubicBezTo>
                  <a:cubicBezTo>
                    <a:pt x="76285" y="586027"/>
                    <a:pt x="69464" y="569161"/>
                    <a:pt x="52091" y="531858"/>
                  </a:cubicBezTo>
                  <a:lnTo>
                    <a:pt x="52757" y="532525"/>
                  </a:lnTo>
                  <a:cubicBezTo>
                    <a:pt x="38076" y="501802"/>
                    <a:pt x="24034" y="472413"/>
                    <a:pt x="20703" y="467750"/>
                  </a:cubicBezTo>
                  <a:lnTo>
                    <a:pt x="14681" y="458398"/>
                  </a:lnTo>
                  <a:lnTo>
                    <a:pt x="16706" y="469083"/>
                  </a:lnTo>
                  <a:cubicBezTo>
                    <a:pt x="31388" y="521839"/>
                    <a:pt x="52757" y="571932"/>
                    <a:pt x="80815" y="618668"/>
                  </a:cubicBezTo>
                  <a:lnTo>
                    <a:pt x="81398" y="619554"/>
                  </a:lnTo>
                  <a:lnTo>
                    <a:pt x="71011" y="619554"/>
                  </a:lnTo>
                  <a:lnTo>
                    <a:pt x="69464" y="617335"/>
                  </a:lnTo>
                  <a:cubicBezTo>
                    <a:pt x="54090" y="591303"/>
                    <a:pt x="41406" y="563912"/>
                    <a:pt x="30056" y="535855"/>
                  </a:cubicBezTo>
                  <a:cubicBezTo>
                    <a:pt x="12017" y="489120"/>
                    <a:pt x="0" y="442384"/>
                    <a:pt x="3331" y="431700"/>
                  </a:cubicBezTo>
                  <a:lnTo>
                    <a:pt x="4663" y="426344"/>
                  </a:lnTo>
                  <a:lnTo>
                    <a:pt x="10018" y="429008"/>
                  </a:lnTo>
                  <a:lnTo>
                    <a:pt x="16040" y="432366"/>
                  </a:lnTo>
                  <a:lnTo>
                    <a:pt x="11351" y="404975"/>
                  </a:lnTo>
                  <a:cubicBezTo>
                    <a:pt x="3997" y="366233"/>
                    <a:pt x="1332" y="326851"/>
                    <a:pt x="3331" y="288110"/>
                  </a:cubicBezTo>
                  <a:cubicBezTo>
                    <a:pt x="3997" y="258720"/>
                    <a:pt x="3997" y="232688"/>
                    <a:pt x="3997" y="229358"/>
                  </a:cubicBezTo>
                  <a:cubicBezTo>
                    <a:pt x="3997" y="225014"/>
                    <a:pt x="5969" y="222616"/>
                    <a:pt x="8606" y="222616"/>
                  </a:cubicBezTo>
                  <a:cubicBezTo>
                    <a:pt x="10845" y="222616"/>
                    <a:pt x="13589" y="224348"/>
                    <a:pt x="16040" y="227998"/>
                  </a:cubicBezTo>
                  <a:cubicBezTo>
                    <a:pt x="16200" y="228265"/>
                    <a:pt x="16360" y="228372"/>
                    <a:pt x="16520" y="228372"/>
                  </a:cubicBezTo>
                  <a:cubicBezTo>
                    <a:pt x="17692" y="228372"/>
                    <a:pt x="18865" y="222110"/>
                    <a:pt x="20037" y="208654"/>
                  </a:cubicBezTo>
                  <a:cubicBezTo>
                    <a:pt x="25366" y="149209"/>
                    <a:pt x="41406" y="68395"/>
                    <a:pt x="51425" y="56378"/>
                  </a:cubicBezTo>
                  <a:cubicBezTo>
                    <a:pt x="52411" y="55046"/>
                    <a:pt x="53263" y="54380"/>
                    <a:pt x="54436" y="54380"/>
                  </a:cubicBezTo>
                  <a:cubicBezTo>
                    <a:pt x="55582" y="54380"/>
                    <a:pt x="57100" y="55046"/>
                    <a:pt x="59445" y="56378"/>
                  </a:cubicBezTo>
                  <a:lnTo>
                    <a:pt x="64774" y="60401"/>
                  </a:lnTo>
                  <a:lnTo>
                    <a:pt x="70796" y="36341"/>
                  </a:lnTo>
                  <a:cubicBezTo>
                    <a:pt x="73134" y="26995"/>
                    <a:pt x="76806" y="15228"/>
                    <a:pt x="81114" y="2782"/>
                  </a:cubicBezTo>
                  <a:lnTo>
                    <a:pt x="82159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3"/>
            <p:cNvSpPr/>
            <p:nvPr/>
          </p:nvSpPr>
          <p:spPr>
            <a:xfrm>
              <a:off x="964321" y="845416"/>
              <a:ext cx="32437" cy="50583"/>
            </a:xfrm>
            <a:custGeom>
              <a:avLst/>
              <a:gdLst/>
              <a:ahLst/>
              <a:cxnLst/>
              <a:rect l="l" t="t" r="r" b="b"/>
              <a:pathLst>
                <a:path w="32437" h="50583" extrusionOk="0">
                  <a:moveTo>
                    <a:pt x="0" y="0"/>
                  </a:moveTo>
                  <a:lnTo>
                    <a:pt x="23356" y="44367"/>
                  </a:lnTo>
                  <a:cubicBezTo>
                    <a:pt x="25221" y="46765"/>
                    <a:pt x="26260" y="48097"/>
                    <a:pt x="26393" y="48097"/>
                  </a:cubicBezTo>
                  <a:cubicBezTo>
                    <a:pt x="26633" y="48097"/>
                    <a:pt x="24955" y="45139"/>
                    <a:pt x="21357" y="38345"/>
                  </a:cubicBezTo>
                  <a:cubicBezTo>
                    <a:pt x="18666" y="33682"/>
                    <a:pt x="17334" y="28993"/>
                    <a:pt x="16002" y="24330"/>
                  </a:cubicBezTo>
                  <a:cubicBezTo>
                    <a:pt x="16188" y="24224"/>
                    <a:pt x="16375" y="24197"/>
                    <a:pt x="16561" y="24197"/>
                  </a:cubicBezTo>
                  <a:cubicBezTo>
                    <a:pt x="19332" y="24197"/>
                    <a:pt x="23942" y="32883"/>
                    <a:pt x="32042" y="49696"/>
                  </a:cubicBezTo>
                  <a:lnTo>
                    <a:pt x="32437" y="50583"/>
                  </a:lnTo>
                  <a:lnTo>
                    <a:pt x="18942" y="50583"/>
                  </a:lnTo>
                  <a:lnTo>
                    <a:pt x="15412" y="43105"/>
                  </a:lnTo>
                  <a:cubicBezTo>
                    <a:pt x="11472" y="35594"/>
                    <a:pt x="8115" y="30139"/>
                    <a:pt x="6969" y="30139"/>
                  </a:cubicBezTo>
                  <a:cubicBezTo>
                    <a:pt x="6836" y="30139"/>
                    <a:pt x="6729" y="30192"/>
                    <a:pt x="6650" y="30325"/>
                  </a:cubicBezTo>
                  <a:cubicBezTo>
                    <a:pt x="5983" y="32004"/>
                    <a:pt x="8655" y="39018"/>
                    <a:pt x="12495" y="46948"/>
                  </a:cubicBezTo>
                  <a:lnTo>
                    <a:pt x="14418" y="50583"/>
                  </a:lnTo>
                  <a:lnTo>
                    <a:pt x="5062" y="50583"/>
                  </a:lnTo>
                  <a:lnTo>
                    <a:pt x="4651" y="49696"/>
                  </a:lnTo>
                  <a:lnTo>
                    <a:pt x="0" y="40184"/>
                  </a:lnTo>
                  <a:lnTo>
                    <a:pt x="0" y="12340"/>
                  </a:lnTo>
                  <a:lnTo>
                    <a:pt x="2226" y="17216"/>
                  </a:lnTo>
                  <a:cubicBezTo>
                    <a:pt x="2253" y="17216"/>
                    <a:pt x="2173" y="16923"/>
                    <a:pt x="1987" y="16310"/>
                  </a:cubicBezTo>
                  <a:lnTo>
                    <a:pt x="0" y="1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3"/>
            <p:cNvSpPr/>
            <p:nvPr/>
          </p:nvSpPr>
          <p:spPr>
            <a:xfrm>
              <a:off x="964321" y="822804"/>
              <a:ext cx="40482" cy="73196"/>
            </a:xfrm>
            <a:custGeom>
              <a:avLst/>
              <a:gdLst/>
              <a:ahLst/>
              <a:cxnLst/>
              <a:rect l="l" t="t" r="r" b="b"/>
              <a:pathLst>
                <a:path w="40482" h="73196" extrusionOk="0">
                  <a:moveTo>
                    <a:pt x="0" y="0"/>
                  </a:moveTo>
                  <a:lnTo>
                    <a:pt x="8574" y="14799"/>
                  </a:lnTo>
                  <a:cubicBezTo>
                    <a:pt x="11332" y="19052"/>
                    <a:pt x="13004" y="20884"/>
                    <a:pt x="14003" y="20884"/>
                  </a:cubicBezTo>
                  <a:cubicBezTo>
                    <a:pt x="16002" y="20884"/>
                    <a:pt x="18666" y="25573"/>
                    <a:pt x="25354" y="40255"/>
                  </a:cubicBezTo>
                  <a:cubicBezTo>
                    <a:pt x="29378" y="48275"/>
                    <a:pt x="33374" y="55629"/>
                    <a:pt x="37371" y="62956"/>
                  </a:cubicBezTo>
                  <a:cubicBezTo>
                    <a:pt x="39050" y="64981"/>
                    <a:pt x="39875" y="65967"/>
                    <a:pt x="40302" y="65967"/>
                  </a:cubicBezTo>
                  <a:lnTo>
                    <a:pt x="40482" y="64700"/>
                  </a:lnTo>
                  <a:lnTo>
                    <a:pt x="40482" y="73196"/>
                  </a:lnTo>
                  <a:lnTo>
                    <a:pt x="37113" y="73196"/>
                  </a:lnTo>
                  <a:lnTo>
                    <a:pt x="21786" y="46734"/>
                  </a:lnTo>
                  <a:cubicBezTo>
                    <a:pt x="13518" y="32402"/>
                    <a:pt x="6660" y="20403"/>
                    <a:pt x="1051" y="10456"/>
                  </a:cubicBezTo>
                  <a:lnTo>
                    <a:pt x="0" y="8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3"/>
            <p:cNvSpPr/>
            <p:nvPr/>
          </p:nvSpPr>
          <p:spPr>
            <a:xfrm>
              <a:off x="964321" y="788719"/>
              <a:ext cx="40482" cy="95167"/>
            </a:xfrm>
            <a:custGeom>
              <a:avLst/>
              <a:gdLst/>
              <a:ahLst/>
              <a:cxnLst/>
              <a:rect l="l" t="t" r="r" b="b"/>
              <a:pathLst>
                <a:path w="40482" h="95167" extrusionOk="0">
                  <a:moveTo>
                    <a:pt x="0" y="0"/>
                  </a:moveTo>
                  <a:lnTo>
                    <a:pt x="3318" y="5569"/>
                  </a:lnTo>
                  <a:cubicBezTo>
                    <a:pt x="3985" y="5569"/>
                    <a:pt x="5317" y="5569"/>
                    <a:pt x="5983" y="4903"/>
                  </a:cubicBezTo>
                  <a:cubicBezTo>
                    <a:pt x="6276" y="4796"/>
                    <a:pt x="6569" y="4743"/>
                    <a:pt x="6836" y="4743"/>
                  </a:cubicBezTo>
                  <a:cubicBezTo>
                    <a:pt x="8435" y="4743"/>
                    <a:pt x="9820" y="6555"/>
                    <a:pt x="12671" y="12230"/>
                  </a:cubicBezTo>
                  <a:cubicBezTo>
                    <a:pt x="15336" y="18252"/>
                    <a:pt x="18000" y="23581"/>
                    <a:pt x="21357" y="28937"/>
                  </a:cubicBezTo>
                  <a:cubicBezTo>
                    <a:pt x="23862" y="32907"/>
                    <a:pt x="25221" y="34718"/>
                    <a:pt x="25514" y="34718"/>
                  </a:cubicBezTo>
                  <a:cubicBezTo>
                    <a:pt x="25781" y="34718"/>
                    <a:pt x="25248" y="33386"/>
                    <a:pt x="24022" y="30935"/>
                  </a:cubicBezTo>
                  <a:cubicBezTo>
                    <a:pt x="20025" y="20917"/>
                    <a:pt x="18666" y="13563"/>
                    <a:pt x="21357" y="12230"/>
                  </a:cubicBezTo>
                  <a:cubicBezTo>
                    <a:pt x="21810" y="12071"/>
                    <a:pt x="22237" y="11964"/>
                    <a:pt x="22637" y="11964"/>
                  </a:cubicBezTo>
                  <a:cubicBezTo>
                    <a:pt x="25328" y="11964"/>
                    <a:pt x="27593" y="16360"/>
                    <a:pt x="33374" y="34266"/>
                  </a:cubicBezTo>
                  <a:cubicBezTo>
                    <a:pt x="38703" y="50306"/>
                    <a:pt x="38703" y="52970"/>
                    <a:pt x="36705" y="54303"/>
                  </a:cubicBezTo>
                  <a:cubicBezTo>
                    <a:pt x="34041" y="55635"/>
                    <a:pt x="34041" y="56994"/>
                    <a:pt x="36705" y="62989"/>
                  </a:cubicBezTo>
                  <a:lnTo>
                    <a:pt x="39369" y="69677"/>
                  </a:lnTo>
                  <a:lnTo>
                    <a:pt x="40482" y="59298"/>
                  </a:lnTo>
                  <a:lnTo>
                    <a:pt x="40482" y="95167"/>
                  </a:lnTo>
                  <a:lnTo>
                    <a:pt x="39413" y="87053"/>
                  </a:lnTo>
                  <a:cubicBezTo>
                    <a:pt x="38877" y="84798"/>
                    <a:pt x="38264" y="83639"/>
                    <a:pt x="37638" y="83639"/>
                  </a:cubicBezTo>
                  <a:cubicBezTo>
                    <a:pt x="37558" y="83639"/>
                    <a:pt x="37451" y="83665"/>
                    <a:pt x="37371" y="83692"/>
                  </a:cubicBezTo>
                  <a:cubicBezTo>
                    <a:pt x="37318" y="83719"/>
                    <a:pt x="37238" y="83746"/>
                    <a:pt x="37158" y="83746"/>
                  </a:cubicBezTo>
                  <a:cubicBezTo>
                    <a:pt x="35773" y="83746"/>
                    <a:pt x="33108" y="77697"/>
                    <a:pt x="28018" y="64987"/>
                  </a:cubicBezTo>
                  <a:cubicBezTo>
                    <a:pt x="20691" y="46975"/>
                    <a:pt x="11339" y="28937"/>
                    <a:pt x="1320" y="11564"/>
                  </a:cubicBezTo>
                  <a:lnTo>
                    <a:pt x="0" y="9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3"/>
            <p:cNvSpPr/>
            <p:nvPr/>
          </p:nvSpPr>
          <p:spPr>
            <a:xfrm>
              <a:off x="964321" y="738786"/>
              <a:ext cx="40482" cy="92859"/>
            </a:xfrm>
            <a:custGeom>
              <a:avLst/>
              <a:gdLst/>
              <a:ahLst/>
              <a:cxnLst/>
              <a:rect l="l" t="t" r="r" b="b"/>
              <a:pathLst>
                <a:path w="40482" h="92859" extrusionOk="0">
                  <a:moveTo>
                    <a:pt x="121" y="0"/>
                  </a:moveTo>
                  <a:cubicBezTo>
                    <a:pt x="1001" y="0"/>
                    <a:pt x="3479" y="4450"/>
                    <a:pt x="5983" y="10072"/>
                  </a:cubicBezTo>
                  <a:cubicBezTo>
                    <a:pt x="15042" y="29496"/>
                    <a:pt x="31642" y="59605"/>
                    <a:pt x="32655" y="59605"/>
                  </a:cubicBezTo>
                  <a:cubicBezTo>
                    <a:pt x="32681" y="59605"/>
                    <a:pt x="32708" y="59551"/>
                    <a:pt x="32708" y="59498"/>
                  </a:cubicBezTo>
                  <a:cubicBezTo>
                    <a:pt x="33374" y="57500"/>
                    <a:pt x="34706" y="56834"/>
                    <a:pt x="36039" y="56834"/>
                  </a:cubicBezTo>
                  <a:cubicBezTo>
                    <a:pt x="36412" y="56754"/>
                    <a:pt x="36759" y="56727"/>
                    <a:pt x="37051" y="56727"/>
                  </a:cubicBezTo>
                  <a:cubicBezTo>
                    <a:pt x="38290" y="56727"/>
                    <a:pt x="39076" y="57387"/>
                    <a:pt x="39703" y="59232"/>
                  </a:cubicBezTo>
                  <a:lnTo>
                    <a:pt x="40482" y="63661"/>
                  </a:lnTo>
                  <a:lnTo>
                    <a:pt x="40482" y="92859"/>
                  </a:lnTo>
                  <a:lnTo>
                    <a:pt x="20025" y="47482"/>
                  </a:lnTo>
                  <a:lnTo>
                    <a:pt x="0" y="109"/>
                  </a:lnTo>
                  <a:lnTo>
                    <a:pt x="0" y="7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3"/>
            <p:cNvSpPr/>
            <p:nvPr/>
          </p:nvSpPr>
          <p:spPr>
            <a:xfrm>
              <a:off x="964309" y="714139"/>
              <a:ext cx="40494" cy="79467"/>
            </a:xfrm>
            <a:custGeom>
              <a:avLst/>
              <a:gdLst/>
              <a:ahLst/>
              <a:cxnLst/>
              <a:rect l="l" t="t" r="r" b="b"/>
              <a:pathLst>
                <a:path w="40494" h="79467" extrusionOk="0">
                  <a:moveTo>
                    <a:pt x="1999" y="0"/>
                  </a:moveTo>
                  <a:cubicBezTo>
                    <a:pt x="7993" y="8020"/>
                    <a:pt x="13349" y="16707"/>
                    <a:pt x="17346" y="26059"/>
                  </a:cubicBezTo>
                  <a:cubicBezTo>
                    <a:pt x="24700" y="40740"/>
                    <a:pt x="33386" y="57446"/>
                    <a:pt x="37383" y="64108"/>
                  </a:cubicBezTo>
                  <a:lnTo>
                    <a:pt x="40494" y="69697"/>
                  </a:lnTo>
                  <a:lnTo>
                    <a:pt x="40494" y="79467"/>
                  </a:lnTo>
                  <a:lnTo>
                    <a:pt x="35385" y="69464"/>
                  </a:lnTo>
                  <a:cubicBezTo>
                    <a:pt x="18678" y="39408"/>
                    <a:pt x="0" y="0"/>
                    <a:pt x="199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3"/>
            <p:cNvSpPr/>
            <p:nvPr/>
          </p:nvSpPr>
          <p:spPr>
            <a:xfrm>
              <a:off x="964321" y="658461"/>
              <a:ext cx="40482" cy="98913"/>
            </a:xfrm>
            <a:custGeom>
              <a:avLst/>
              <a:gdLst/>
              <a:ahLst/>
              <a:cxnLst/>
              <a:rect l="l" t="t" r="r" b="b"/>
              <a:pathLst>
                <a:path w="40482" h="98913" extrusionOk="0">
                  <a:moveTo>
                    <a:pt x="0" y="0"/>
                  </a:moveTo>
                  <a:lnTo>
                    <a:pt x="8911" y="17033"/>
                  </a:lnTo>
                  <a:cubicBezTo>
                    <a:pt x="15835" y="30638"/>
                    <a:pt x="22677" y="44327"/>
                    <a:pt x="28018" y="55012"/>
                  </a:cubicBezTo>
                  <a:cubicBezTo>
                    <a:pt x="31196" y="61720"/>
                    <a:pt x="33814" y="67246"/>
                    <a:pt x="35974" y="71760"/>
                  </a:cubicBezTo>
                  <a:lnTo>
                    <a:pt x="40482" y="81004"/>
                  </a:lnTo>
                  <a:lnTo>
                    <a:pt x="40482" y="98913"/>
                  </a:lnTo>
                  <a:lnTo>
                    <a:pt x="28018" y="73051"/>
                  </a:lnTo>
                  <a:cubicBezTo>
                    <a:pt x="23009" y="63032"/>
                    <a:pt x="15669" y="48844"/>
                    <a:pt x="7825" y="33986"/>
                  </a:cubicBezTo>
                  <a:lnTo>
                    <a:pt x="0" y="19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3"/>
            <p:cNvSpPr/>
            <p:nvPr/>
          </p:nvSpPr>
          <p:spPr>
            <a:xfrm>
              <a:off x="964321" y="629738"/>
              <a:ext cx="40482" cy="95541"/>
            </a:xfrm>
            <a:custGeom>
              <a:avLst/>
              <a:gdLst/>
              <a:ahLst/>
              <a:cxnLst/>
              <a:rect l="l" t="t" r="r" b="b"/>
              <a:pathLst>
                <a:path w="40482" h="95541" extrusionOk="0">
                  <a:moveTo>
                    <a:pt x="0" y="0"/>
                  </a:moveTo>
                  <a:lnTo>
                    <a:pt x="6829" y="13809"/>
                  </a:lnTo>
                  <a:cubicBezTo>
                    <a:pt x="9669" y="19771"/>
                    <a:pt x="12938" y="26815"/>
                    <a:pt x="16668" y="35002"/>
                  </a:cubicBezTo>
                  <a:cubicBezTo>
                    <a:pt x="24182" y="51528"/>
                    <a:pt x="32445" y="68804"/>
                    <a:pt x="37523" y="78939"/>
                  </a:cubicBezTo>
                  <a:lnTo>
                    <a:pt x="40482" y="84641"/>
                  </a:lnTo>
                  <a:lnTo>
                    <a:pt x="40482" y="95541"/>
                  </a:lnTo>
                  <a:lnTo>
                    <a:pt x="34336" y="81787"/>
                  </a:lnTo>
                  <a:cubicBezTo>
                    <a:pt x="30582" y="73639"/>
                    <a:pt x="25701" y="63205"/>
                    <a:pt x="19359" y="49683"/>
                  </a:cubicBezTo>
                  <a:cubicBezTo>
                    <a:pt x="15516" y="41503"/>
                    <a:pt x="11840" y="33656"/>
                    <a:pt x="8489" y="26477"/>
                  </a:cubicBezTo>
                  <a:lnTo>
                    <a:pt x="0" y="8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3"/>
            <p:cNvSpPr/>
            <p:nvPr/>
          </p:nvSpPr>
          <p:spPr>
            <a:xfrm>
              <a:off x="966814" y="617924"/>
              <a:ext cx="37989" cy="82259"/>
            </a:xfrm>
            <a:custGeom>
              <a:avLst/>
              <a:gdLst/>
              <a:ahLst/>
              <a:cxnLst/>
              <a:rect l="l" t="t" r="r" b="b"/>
              <a:pathLst>
                <a:path w="37989" h="82259" extrusionOk="0">
                  <a:moveTo>
                    <a:pt x="2558" y="0"/>
                  </a:moveTo>
                  <a:cubicBezTo>
                    <a:pt x="2638" y="0"/>
                    <a:pt x="2744" y="27"/>
                    <a:pt x="2824" y="53"/>
                  </a:cubicBezTo>
                  <a:cubicBezTo>
                    <a:pt x="3490" y="53"/>
                    <a:pt x="12843" y="20091"/>
                    <a:pt x="24194" y="44124"/>
                  </a:cubicBezTo>
                  <a:lnTo>
                    <a:pt x="37989" y="73287"/>
                  </a:lnTo>
                  <a:lnTo>
                    <a:pt x="37989" y="82259"/>
                  </a:lnTo>
                  <a:lnTo>
                    <a:pt x="36361" y="78606"/>
                  </a:lnTo>
                  <a:cubicBezTo>
                    <a:pt x="33709" y="72941"/>
                    <a:pt x="30369" y="66013"/>
                    <a:pt x="26192" y="57500"/>
                  </a:cubicBezTo>
                  <a:cubicBezTo>
                    <a:pt x="8713" y="21210"/>
                    <a:pt x="0" y="0"/>
                    <a:pt x="255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3"/>
            <p:cNvSpPr/>
            <p:nvPr/>
          </p:nvSpPr>
          <p:spPr>
            <a:xfrm>
              <a:off x="972316" y="593917"/>
              <a:ext cx="32486" cy="77580"/>
            </a:xfrm>
            <a:custGeom>
              <a:avLst/>
              <a:gdLst/>
              <a:ahLst/>
              <a:cxnLst/>
              <a:rect l="l" t="t" r="r" b="b"/>
              <a:pathLst>
                <a:path w="32486" h="77580" extrusionOk="0">
                  <a:moveTo>
                    <a:pt x="1425" y="0"/>
                  </a:moveTo>
                  <a:cubicBezTo>
                    <a:pt x="2971" y="0"/>
                    <a:pt x="9605" y="14655"/>
                    <a:pt x="21382" y="41433"/>
                  </a:cubicBezTo>
                  <a:lnTo>
                    <a:pt x="32486" y="68394"/>
                  </a:lnTo>
                  <a:lnTo>
                    <a:pt x="32486" y="77580"/>
                  </a:lnTo>
                  <a:lnTo>
                    <a:pt x="18611" y="46525"/>
                  </a:lnTo>
                  <a:cubicBezTo>
                    <a:pt x="8846" y="23568"/>
                    <a:pt x="0" y="693"/>
                    <a:pt x="1345" y="26"/>
                  </a:cubicBezTo>
                  <a:cubicBezTo>
                    <a:pt x="1372" y="0"/>
                    <a:pt x="1399" y="0"/>
                    <a:pt x="142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3"/>
            <p:cNvSpPr/>
            <p:nvPr/>
          </p:nvSpPr>
          <p:spPr>
            <a:xfrm>
              <a:off x="991674" y="529037"/>
              <a:ext cx="13129" cy="43202"/>
            </a:xfrm>
            <a:custGeom>
              <a:avLst/>
              <a:gdLst/>
              <a:ahLst/>
              <a:cxnLst/>
              <a:rect l="l" t="t" r="r" b="b"/>
              <a:pathLst>
                <a:path w="13129" h="43202" extrusionOk="0">
                  <a:moveTo>
                    <a:pt x="719" y="0"/>
                  </a:moveTo>
                  <a:cubicBezTo>
                    <a:pt x="1958" y="0"/>
                    <a:pt x="4307" y="5306"/>
                    <a:pt x="10203" y="22347"/>
                  </a:cubicBezTo>
                  <a:lnTo>
                    <a:pt x="13129" y="30995"/>
                  </a:lnTo>
                  <a:lnTo>
                    <a:pt x="13129" y="43202"/>
                  </a:lnTo>
                  <a:lnTo>
                    <a:pt x="4430" y="15990"/>
                  </a:lnTo>
                  <a:cubicBezTo>
                    <a:pt x="1672" y="6974"/>
                    <a:pt x="0" y="1132"/>
                    <a:pt x="0" y="799"/>
                  </a:cubicBezTo>
                  <a:cubicBezTo>
                    <a:pt x="213" y="293"/>
                    <a:pt x="426" y="0"/>
                    <a:pt x="71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3"/>
            <p:cNvSpPr/>
            <p:nvPr/>
          </p:nvSpPr>
          <p:spPr>
            <a:xfrm>
              <a:off x="964321" y="499070"/>
              <a:ext cx="40482" cy="128119"/>
            </a:xfrm>
            <a:custGeom>
              <a:avLst/>
              <a:gdLst/>
              <a:ahLst/>
              <a:cxnLst/>
              <a:rect l="l" t="t" r="r" b="b"/>
              <a:pathLst>
                <a:path w="40482" h="128119" extrusionOk="0">
                  <a:moveTo>
                    <a:pt x="0" y="0"/>
                  </a:moveTo>
                  <a:lnTo>
                    <a:pt x="1072" y="1027"/>
                  </a:lnTo>
                  <a:cubicBezTo>
                    <a:pt x="4071" y="5473"/>
                    <a:pt x="9327" y="17243"/>
                    <a:pt x="21357" y="44781"/>
                  </a:cubicBezTo>
                  <a:cubicBezTo>
                    <a:pt x="26700" y="57144"/>
                    <a:pt x="32541" y="70667"/>
                    <a:pt x="37631" y="82517"/>
                  </a:cubicBezTo>
                  <a:lnTo>
                    <a:pt x="40482" y="89184"/>
                  </a:lnTo>
                  <a:lnTo>
                    <a:pt x="40482" y="113342"/>
                  </a:lnTo>
                  <a:lnTo>
                    <a:pt x="36705" y="104226"/>
                  </a:lnTo>
                  <a:cubicBezTo>
                    <a:pt x="31296" y="92422"/>
                    <a:pt x="27699" y="85335"/>
                    <a:pt x="27512" y="85335"/>
                  </a:cubicBezTo>
                  <a:cubicBezTo>
                    <a:pt x="27433" y="85335"/>
                    <a:pt x="27806" y="86240"/>
                    <a:pt x="28685" y="88185"/>
                  </a:cubicBezTo>
                  <a:lnTo>
                    <a:pt x="40482" y="116678"/>
                  </a:lnTo>
                  <a:lnTo>
                    <a:pt x="40482" y="128119"/>
                  </a:lnTo>
                  <a:lnTo>
                    <a:pt x="37281" y="120798"/>
                  </a:lnTo>
                  <a:cubicBezTo>
                    <a:pt x="26608" y="95130"/>
                    <a:pt x="18840" y="72838"/>
                    <a:pt x="19359" y="70840"/>
                  </a:cubicBezTo>
                  <a:cubicBezTo>
                    <a:pt x="20691" y="68149"/>
                    <a:pt x="17334" y="60155"/>
                    <a:pt x="5983" y="34763"/>
                  </a:cubicBezTo>
                  <a:lnTo>
                    <a:pt x="0" y="2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3"/>
            <p:cNvSpPr/>
            <p:nvPr/>
          </p:nvSpPr>
          <p:spPr>
            <a:xfrm>
              <a:off x="972316" y="453738"/>
              <a:ext cx="32487" cy="94265"/>
            </a:xfrm>
            <a:custGeom>
              <a:avLst/>
              <a:gdLst/>
              <a:ahLst/>
              <a:cxnLst/>
              <a:rect l="l" t="t" r="r" b="b"/>
              <a:pathLst>
                <a:path w="32487" h="94265" extrusionOk="0">
                  <a:moveTo>
                    <a:pt x="1452" y="0"/>
                  </a:moveTo>
                  <a:cubicBezTo>
                    <a:pt x="2758" y="0"/>
                    <a:pt x="6222" y="9566"/>
                    <a:pt x="25379" y="62749"/>
                  </a:cubicBezTo>
                  <a:lnTo>
                    <a:pt x="32487" y="82622"/>
                  </a:lnTo>
                  <a:lnTo>
                    <a:pt x="32487" y="94265"/>
                  </a:lnTo>
                  <a:lnTo>
                    <a:pt x="18615" y="56141"/>
                  </a:lnTo>
                  <a:cubicBezTo>
                    <a:pt x="8346" y="27344"/>
                    <a:pt x="0" y="2638"/>
                    <a:pt x="679" y="1305"/>
                  </a:cubicBezTo>
                  <a:cubicBezTo>
                    <a:pt x="946" y="613"/>
                    <a:pt x="1133" y="0"/>
                    <a:pt x="145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3"/>
            <p:cNvSpPr/>
            <p:nvPr/>
          </p:nvSpPr>
          <p:spPr>
            <a:xfrm>
              <a:off x="986678" y="449608"/>
              <a:ext cx="18125" cy="58842"/>
            </a:xfrm>
            <a:custGeom>
              <a:avLst/>
              <a:gdLst/>
              <a:ahLst/>
              <a:cxnLst/>
              <a:rect l="l" t="t" r="r" b="b"/>
              <a:pathLst>
                <a:path w="18125" h="58842" extrusionOk="0">
                  <a:moveTo>
                    <a:pt x="972" y="0"/>
                  </a:moveTo>
                  <a:cubicBezTo>
                    <a:pt x="2131" y="0"/>
                    <a:pt x="4475" y="6145"/>
                    <a:pt x="12127" y="28878"/>
                  </a:cubicBezTo>
                  <a:lnTo>
                    <a:pt x="18125" y="46823"/>
                  </a:lnTo>
                  <a:lnTo>
                    <a:pt x="18125" y="58842"/>
                  </a:lnTo>
                  <a:lnTo>
                    <a:pt x="13689" y="45340"/>
                  </a:lnTo>
                  <a:cubicBezTo>
                    <a:pt x="5842" y="20963"/>
                    <a:pt x="0" y="1759"/>
                    <a:pt x="333" y="746"/>
                  </a:cubicBezTo>
                  <a:cubicBezTo>
                    <a:pt x="520" y="293"/>
                    <a:pt x="706" y="0"/>
                    <a:pt x="972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3"/>
            <p:cNvSpPr/>
            <p:nvPr/>
          </p:nvSpPr>
          <p:spPr>
            <a:xfrm>
              <a:off x="978990" y="285181"/>
              <a:ext cx="25812" cy="146352"/>
            </a:xfrm>
            <a:custGeom>
              <a:avLst/>
              <a:gdLst/>
              <a:ahLst/>
              <a:cxnLst/>
              <a:rect l="l" t="t" r="r" b="b"/>
              <a:pathLst>
                <a:path w="25812" h="146352" extrusionOk="0">
                  <a:moveTo>
                    <a:pt x="2798" y="0"/>
                  </a:moveTo>
                  <a:cubicBezTo>
                    <a:pt x="4850" y="0"/>
                    <a:pt x="5623" y="5702"/>
                    <a:pt x="8020" y="28963"/>
                  </a:cubicBezTo>
                  <a:cubicBezTo>
                    <a:pt x="10685" y="52331"/>
                    <a:pt x="14189" y="75532"/>
                    <a:pt x="18612" y="98570"/>
                  </a:cubicBezTo>
                  <a:lnTo>
                    <a:pt x="25812" y="129250"/>
                  </a:lnTo>
                  <a:lnTo>
                    <a:pt x="25812" y="146352"/>
                  </a:lnTo>
                  <a:lnTo>
                    <a:pt x="18612" y="116512"/>
                  </a:lnTo>
                  <a:cubicBezTo>
                    <a:pt x="15354" y="102237"/>
                    <a:pt x="12683" y="89381"/>
                    <a:pt x="11351" y="80361"/>
                  </a:cubicBezTo>
                  <a:cubicBezTo>
                    <a:pt x="6688" y="52997"/>
                    <a:pt x="0" y="906"/>
                    <a:pt x="1999" y="240"/>
                  </a:cubicBezTo>
                  <a:cubicBezTo>
                    <a:pt x="2292" y="107"/>
                    <a:pt x="2558" y="0"/>
                    <a:pt x="2798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3"/>
            <p:cNvSpPr/>
            <p:nvPr/>
          </p:nvSpPr>
          <p:spPr>
            <a:xfrm>
              <a:off x="964321" y="195495"/>
              <a:ext cx="40482" cy="276302"/>
            </a:xfrm>
            <a:custGeom>
              <a:avLst/>
              <a:gdLst/>
              <a:ahLst/>
              <a:cxnLst/>
              <a:rect l="l" t="t" r="r" b="b"/>
              <a:pathLst>
                <a:path w="40482" h="276302" extrusionOk="0">
                  <a:moveTo>
                    <a:pt x="38544" y="0"/>
                  </a:moveTo>
                  <a:lnTo>
                    <a:pt x="40482" y="617"/>
                  </a:lnTo>
                  <a:lnTo>
                    <a:pt x="40482" y="9664"/>
                  </a:lnTo>
                  <a:lnTo>
                    <a:pt x="36015" y="14468"/>
                  </a:lnTo>
                  <a:cubicBezTo>
                    <a:pt x="33854" y="18592"/>
                    <a:pt x="30856" y="25606"/>
                    <a:pt x="26020" y="37170"/>
                  </a:cubicBezTo>
                  <a:cubicBezTo>
                    <a:pt x="14003" y="63868"/>
                    <a:pt x="12671" y="67891"/>
                    <a:pt x="12005" y="84571"/>
                  </a:cubicBezTo>
                  <a:cubicBezTo>
                    <a:pt x="10673" y="108631"/>
                    <a:pt x="12005" y="133331"/>
                    <a:pt x="14669" y="156699"/>
                  </a:cubicBezTo>
                  <a:cubicBezTo>
                    <a:pt x="20691" y="185422"/>
                    <a:pt x="27353" y="214145"/>
                    <a:pt x="36039" y="241510"/>
                  </a:cubicBezTo>
                  <a:lnTo>
                    <a:pt x="40482" y="255166"/>
                  </a:lnTo>
                  <a:lnTo>
                    <a:pt x="40482" y="276302"/>
                  </a:lnTo>
                  <a:lnTo>
                    <a:pt x="29451" y="243772"/>
                  </a:lnTo>
                  <a:cubicBezTo>
                    <a:pt x="21857" y="217810"/>
                    <a:pt x="15349" y="191431"/>
                    <a:pt x="10006" y="164719"/>
                  </a:cubicBezTo>
                  <a:cubicBezTo>
                    <a:pt x="7315" y="143350"/>
                    <a:pt x="5983" y="121981"/>
                    <a:pt x="5983" y="99945"/>
                  </a:cubicBezTo>
                  <a:lnTo>
                    <a:pt x="5317" y="99945"/>
                  </a:lnTo>
                  <a:cubicBezTo>
                    <a:pt x="5983" y="95922"/>
                    <a:pt x="5317" y="92591"/>
                    <a:pt x="4651" y="88594"/>
                  </a:cubicBezTo>
                  <a:lnTo>
                    <a:pt x="0" y="105288"/>
                  </a:lnTo>
                  <a:lnTo>
                    <a:pt x="0" y="80950"/>
                  </a:lnTo>
                  <a:lnTo>
                    <a:pt x="13088" y="46099"/>
                  </a:lnTo>
                  <a:cubicBezTo>
                    <a:pt x="22850" y="21975"/>
                    <a:pt x="32362" y="2105"/>
                    <a:pt x="36039" y="426"/>
                  </a:cubicBezTo>
                  <a:cubicBezTo>
                    <a:pt x="36865" y="160"/>
                    <a:pt x="37691" y="0"/>
                    <a:pt x="38544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3"/>
            <p:cNvSpPr/>
            <p:nvPr/>
          </p:nvSpPr>
          <p:spPr>
            <a:xfrm>
              <a:off x="1052974" y="891599"/>
              <a:ext cx="3992" cy="4400"/>
            </a:xfrm>
            <a:custGeom>
              <a:avLst/>
              <a:gdLst/>
              <a:ahLst/>
              <a:cxnLst/>
              <a:rect l="l" t="t" r="r" b="b"/>
              <a:pathLst>
                <a:path w="3992" h="4400" extrusionOk="0">
                  <a:moveTo>
                    <a:pt x="3992" y="0"/>
                  </a:moveTo>
                  <a:lnTo>
                    <a:pt x="3992" y="4139"/>
                  </a:lnTo>
                  <a:lnTo>
                    <a:pt x="3774" y="4400"/>
                  </a:lnTo>
                  <a:lnTo>
                    <a:pt x="0" y="4400"/>
                  </a:lnTo>
                  <a:lnTo>
                    <a:pt x="3992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3"/>
            <p:cNvSpPr/>
            <p:nvPr/>
          </p:nvSpPr>
          <p:spPr>
            <a:xfrm>
              <a:off x="1039220" y="877995"/>
              <a:ext cx="17747" cy="18004"/>
            </a:xfrm>
            <a:custGeom>
              <a:avLst/>
              <a:gdLst/>
              <a:ahLst/>
              <a:cxnLst/>
              <a:rect l="l" t="t" r="r" b="b"/>
              <a:pathLst>
                <a:path w="17747" h="18004" extrusionOk="0">
                  <a:moveTo>
                    <a:pt x="17747" y="0"/>
                  </a:moveTo>
                  <a:lnTo>
                    <a:pt x="17747" y="5221"/>
                  </a:lnTo>
                  <a:lnTo>
                    <a:pt x="6035" y="18004"/>
                  </a:lnTo>
                  <a:lnTo>
                    <a:pt x="0" y="18004"/>
                  </a:lnTo>
                  <a:lnTo>
                    <a:pt x="12565" y="5100"/>
                  </a:lnTo>
                  <a:lnTo>
                    <a:pt x="17747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3"/>
            <p:cNvSpPr/>
            <p:nvPr/>
          </p:nvSpPr>
          <p:spPr>
            <a:xfrm>
              <a:off x="1030473" y="867132"/>
              <a:ext cx="26493" cy="28868"/>
            </a:xfrm>
            <a:custGeom>
              <a:avLst/>
              <a:gdLst/>
              <a:ahLst/>
              <a:cxnLst/>
              <a:rect l="l" t="t" r="r" b="b"/>
              <a:pathLst>
                <a:path w="26493" h="28868" extrusionOk="0">
                  <a:moveTo>
                    <a:pt x="26493" y="0"/>
                  </a:moveTo>
                  <a:lnTo>
                    <a:pt x="26493" y="3272"/>
                  </a:lnTo>
                  <a:lnTo>
                    <a:pt x="19557" y="10954"/>
                  </a:lnTo>
                  <a:cubicBezTo>
                    <a:pt x="14143" y="17162"/>
                    <a:pt x="9315" y="22932"/>
                    <a:pt x="5497" y="27798"/>
                  </a:cubicBezTo>
                  <a:lnTo>
                    <a:pt x="4795" y="28868"/>
                  </a:lnTo>
                  <a:lnTo>
                    <a:pt x="0" y="28868"/>
                  </a:lnTo>
                  <a:lnTo>
                    <a:pt x="9294" y="17962"/>
                  </a:lnTo>
                  <a:lnTo>
                    <a:pt x="264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3"/>
            <p:cNvSpPr/>
            <p:nvPr/>
          </p:nvSpPr>
          <p:spPr>
            <a:xfrm>
              <a:off x="1035744" y="364344"/>
              <a:ext cx="21222" cy="87722"/>
            </a:xfrm>
            <a:custGeom>
              <a:avLst/>
              <a:gdLst/>
              <a:ahLst/>
              <a:cxnLst/>
              <a:rect l="l" t="t" r="r" b="b"/>
              <a:pathLst>
                <a:path w="21222" h="87722" extrusionOk="0">
                  <a:moveTo>
                    <a:pt x="986" y="0"/>
                  </a:moveTo>
                  <a:cubicBezTo>
                    <a:pt x="2452" y="0"/>
                    <a:pt x="4690" y="6315"/>
                    <a:pt x="7355" y="18572"/>
                  </a:cubicBezTo>
                  <a:cubicBezTo>
                    <a:pt x="10032" y="30256"/>
                    <a:pt x="14043" y="45950"/>
                    <a:pt x="17466" y="58722"/>
                  </a:cubicBezTo>
                  <a:lnTo>
                    <a:pt x="21222" y="72294"/>
                  </a:lnTo>
                  <a:lnTo>
                    <a:pt x="21222" y="87722"/>
                  </a:lnTo>
                  <a:lnTo>
                    <a:pt x="14708" y="64641"/>
                  </a:lnTo>
                  <a:cubicBezTo>
                    <a:pt x="8686" y="43271"/>
                    <a:pt x="4023" y="22568"/>
                    <a:pt x="0" y="1199"/>
                  </a:cubicBezTo>
                  <a:cubicBezTo>
                    <a:pt x="293" y="400"/>
                    <a:pt x="613" y="0"/>
                    <a:pt x="986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3"/>
            <p:cNvSpPr/>
            <p:nvPr/>
          </p:nvSpPr>
          <p:spPr>
            <a:xfrm>
              <a:off x="1038685" y="186169"/>
              <a:ext cx="18281" cy="96558"/>
            </a:xfrm>
            <a:custGeom>
              <a:avLst/>
              <a:gdLst/>
              <a:ahLst/>
              <a:cxnLst/>
              <a:rect l="l" t="t" r="r" b="b"/>
              <a:pathLst>
                <a:path w="18281" h="96558" extrusionOk="0">
                  <a:moveTo>
                    <a:pt x="3241" y="0"/>
                  </a:moveTo>
                  <a:cubicBezTo>
                    <a:pt x="5186" y="0"/>
                    <a:pt x="5666" y="3757"/>
                    <a:pt x="8437" y="22461"/>
                  </a:cubicBezTo>
                  <a:lnTo>
                    <a:pt x="18281" y="64983"/>
                  </a:lnTo>
                  <a:lnTo>
                    <a:pt x="18281" y="96558"/>
                  </a:lnTo>
                  <a:lnTo>
                    <a:pt x="13554" y="76057"/>
                  </a:lnTo>
                  <a:cubicBezTo>
                    <a:pt x="6009" y="39847"/>
                    <a:pt x="0" y="1300"/>
                    <a:pt x="1749" y="426"/>
                  </a:cubicBezTo>
                  <a:cubicBezTo>
                    <a:pt x="2335" y="186"/>
                    <a:pt x="2815" y="0"/>
                    <a:pt x="3241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3"/>
            <p:cNvSpPr/>
            <p:nvPr/>
          </p:nvSpPr>
          <p:spPr>
            <a:xfrm>
              <a:off x="1004803" y="134312"/>
              <a:ext cx="52163" cy="248982"/>
            </a:xfrm>
            <a:custGeom>
              <a:avLst/>
              <a:gdLst/>
              <a:ahLst/>
              <a:cxnLst/>
              <a:rect l="l" t="t" r="r" b="b"/>
              <a:pathLst>
                <a:path w="52163" h="248982" extrusionOk="0">
                  <a:moveTo>
                    <a:pt x="52163" y="0"/>
                  </a:moveTo>
                  <a:lnTo>
                    <a:pt x="52163" y="12293"/>
                  </a:lnTo>
                  <a:lnTo>
                    <a:pt x="48567" y="18131"/>
                  </a:lnTo>
                  <a:cubicBezTo>
                    <a:pt x="46982" y="21388"/>
                    <a:pt x="46316" y="23893"/>
                    <a:pt x="46316" y="26224"/>
                  </a:cubicBezTo>
                  <a:cubicBezTo>
                    <a:pt x="46316" y="29482"/>
                    <a:pt x="47444" y="38374"/>
                    <a:pt x="49169" y="49943"/>
                  </a:cubicBezTo>
                  <a:lnTo>
                    <a:pt x="52163" y="68428"/>
                  </a:lnTo>
                  <a:lnTo>
                    <a:pt x="52163" y="92439"/>
                  </a:lnTo>
                  <a:lnTo>
                    <a:pt x="50815" y="85239"/>
                  </a:lnTo>
                  <a:cubicBezTo>
                    <a:pt x="48802" y="73810"/>
                    <a:pt x="46961" y="62631"/>
                    <a:pt x="45650" y="53615"/>
                  </a:cubicBezTo>
                  <a:cubicBezTo>
                    <a:pt x="44984" y="45595"/>
                    <a:pt x="43652" y="36909"/>
                    <a:pt x="41627" y="28223"/>
                  </a:cubicBezTo>
                  <a:cubicBezTo>
                    <a:pt x="36964" y="33578"/>
                    <a:pt x="33633" y="38908"/>
                    <a:pt x="29609" y="44263"/>
                  </a:cubicBezTo>
                  <a:cubicBezTo>
                    <a:pt x="22282" y="55614"/>
                    <a:pt x="19591" y="61609"/>
                    <a:pt x="20950" y="62968"/>
                  </a:cubicBezTo>
                  <a:cubicBezTo>
                    <a:pt x="22948" y="71627"/>
                    <a:pt x="24281" y="80314"/>
                    <a:pt x="24947" y="89000"/>
                  </a:cubicBezTo>
                  <a:cubicBezTo>
                    <a:pt x="27611" y="119722"/>
                    <a:pt x="33633" y="150444"/>
                    <a:pt x="41627" y="180499"/>
                  </a:cubicBezTo>
                  <a:cubicBezTo>
                    <a:pt x="48581" y="202828"/>
                    <a:pt x="49620" y="207810"/>
                    <a:pt x="50526" y="207810"/>
                  </a:cubicBezTo>
                  <a:cubicBezTo>
                    <a:pt x="50846" y="207810"/>
                    <a:pt x="51138" y="207224"/>
                    <a:pt x="51645" y="206531"/>
                  </a:cubicBezTo>
                  <a:lnTo>
                    <a:pt x="52163" y="206185"/>
                  </a:lnTo>
                  <a:lnTo>
                    <a:pt x="52163" y="214242"/>
                  </a:lnTo>
                  <a:lnTo>
                    <a:pt x="51645" y="213219"/>
                  </a:lnTo>
                  <a:cubicBezTo>
                    <a:pt x="51299" y="212846"/>
                    <a:pt x="51032" y="212686"/>
                    <a:pt x="50872" y="212686"/>
                  </a:cubicBezTo>
                  <a:cubicBezTo>
                    <a:pt x="50419" y="212686"/>
                    <a:pt x="50686" y="213938"/>
                    <a:pt x="51645" y="215883"/>
                  </a:cubicBezTo>
                  <a:lnTo>
                    <a:pt x="52163" y="216540"/>
                  </a:lnTo>
                  <a:lnTo>
                    <a:pt x="52163" y="248982"/>
                  </a:lnTo>
                  <a:lnTo>
                    <a:pt x="45557" y="224227"/>
                  </a:lnTo>
                  <a:cubicBezTo>
                    <a:pt x="42466" y="212873"/>
                    <a:pt x="39295" y="201189"/>
                    <a:pt x="36964" y="191850"/>
                  </a:cubicBezTo>
                  <a:cubicBezTo>
                    <a:pt x="27611" y="160462"/>
                    <a:pt x="20950" y="127742"/>
                    <a:pt x="17593" y="94355"/>
                  </a:cubicBezTo>
                  <a:cubicBezTo>
                    <a:pt x="16260" y="79647"/>
                    <a:pt x="14928" y="67631"/>
                    <a:pt x="14262" y="66965"/>
                  </a:cubicBezTo>
                  <a:cubicBezTo>
                    <a:pt x="14262" y="66858"/>
                    <a:pt x="14209" y="66778"/>
                    <a:pt x="14075" y="66778"/>
                  </a:cubicBezTo>
                  <a:cubicBezTo>
                    <a:pt x="13622" y="66778"/>
                    <a:pt x="12317" y="67711"/>
                    <a:pt x="10878" y="69016"/>
                  </a:cubicBezTo>
                  <a:cubicBezTo>
                    <a:pt x="9626" y="71068"/>
                    <a:pt x="7867" y="72107"/>
                    <a:pt x="6082" y="72107"/>
                  </a:cubicBezTo>
                  <a:cubicBezTo>
                    <a:pt x="5016" y="72107"/>
                    <a:pt x="3897" y="71734"/>
                    <a:pt x="2911" y="70962"/>
                  </a:cubicBezTo>
                  <a:cubicBezTo>
                    <a:pt x="2005" y="70588"/>
                    <a:pt x="1232" y="70295"/>
                    <a:pt x="513" y="70295"/>
                  </a:cubicBezTo>
                  <a:lnTo>
                    <a:pt x="0" y="70847"/>
                  </a:lnTo>
                  <a:lnTo>
                    <a:pt x="0" y="61799"/>
                  </a:lnTo>
                  <a:lnTo>
                    <a:pt x="1579" y="62302"/>
                  </a:lnTo>
                  <a:cubicBezTo>
                    <a:pt x="2379" y="62968"/>
                    <a:pt x="3098" y="63394"/>
                    <a:pt x="3897" y="63394"/>
                  </a:cubicBezTo>
                  <a:cubicBezTo>
                    <a:pt x="7148" y="63394"/>
                    <a:pt x="11864" y="56546"/>
                    <a:pt x="28943" y="30914"/>
                  </a:cubicBezTo>
                  <a:lnTo>
                    <a:pt x="5216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3"/>
            <p:cNvSpPr/>
            <p:nvPr/>
          </p:nvSpPr>
          <p:spPr>
            <a:xfrm>
              <a:off x="1056966" y="888383"/>
              <a:ext cx="2918" cy="7355"/>
            </a:xfrm>
            <a:custGeom>
              <a:avLst/>
              <a:gdLst/>
              <a:ahLst/>
              <a:cxnLst/>
              <a:rect l="l" t="t" r="r" b="b"/>
              <a:pathLst>
                <a:path w="2918" h="7355" extrusionOk="0">
                  <a:moveTo>
                    <a:pt x="2918" y="0"/>
                  </a:moveTo>
                  <a:lnTo>
                    <a:pt x="2918" y="3858"/>
                  </a:lnTo>
                  <a:lnTo>
                    <a:pt x="0" y="7355"/>
                  </a:lnTo>
                  <a:lnTo>
                    <a:pt x="0" y="3216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3"/>
            <p:cNvSpPr/>
            <p:nvPr/>
          </p:nvSpPr>
          <p:spPr>
            <a:xfrm>
              <a:off x="1056966" y="875123"/>
              <a:ext cx="2918" cy="8093"/>
            </a:xfrm>
            <a:custGeom>
              <a:avLst/>
              <a:gdLst/>
              <a:ahLst/>
              <a:cxnLst/>
              <a:rect l="l" t="t" r="r" b="b"/>
              <a:pathLst>
                <a:path w="2918" h="8093" extrusionOk="0">
                  <a:moveTo>
                    <a:pt x="2918" y="0"/>
                  </a:moveTo>
                  <a:lnTo>
                    <a:pt x="2918" y="4908"/>
                  </a:lnTo>
                  <a:lnTo>
                    <a:pt x="0" y="8093"/>
                  </a:lnTo>
                  <a:lnTo>
                    <a:pt x="0" y="2872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3"/>
            <p:cNvSpPr/>
            <p:nvPr/>
          </p:nvSpPr>
          <p:spPr>
            <a:xfrm>
              <a:off x="1056966" y="864084"/>
              <a:ext cx="2918" cy="6320"/>
            </a:xfrm>
            <a:custGeom>
              <a:avLst/>
              <a:gdLst/>
              <a:ahLst/>
              <a:cxnLst/>
              <a:rect l="l" t="t" r="r" b="b"/>
              <a:pathLst>
                <a:path w="2918" h="6320" extrusionOk="0">
                  <a:moveTo>
                    <a:pt x="2918" y="0"/>
                  </a:moveTo>
                  <a:lnTo>
                    <a:pt x="2918" y="3088"/>
                  </a:lnTo>
                  <a:lnTo>
                    <a:pt x="0" y="6320"/>
                  </a:lnTo>
                  <a:lnTo>
                    <a:pt x="0" y="304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3"/>
            <p:cNvSpPr/>
            <p:nvPr/>
          </p:nvSpPr>
          <p:spPr>
            <a:xfrm>
              <a:off x="1056966" y="849376"/>
              <a:ext cx="2918" cy="9917"/>
            </a:xfrm>
            <a:custGeom>
              <a:avLst/>
              <a:gdLst/>
              <a:ahLst/>
              <a:cxnLst/>
              <a:rect l="l" t="t" r="r" b="b"/>
              <a:pathLst>
                <a:path w="2918" h="9917" extrusionOk="0">
                  <a:moveTo>
                    <a:pt x="2918" y="0"/>
                  </a:moveTo>
                  <a:lnTo>
                    <a:pt x="2918" y="6846"/>
                  </a:lnTo>
                  <a:lnTo>
                    <a:pt x="0" y="9917"/>
                  </a:lnTo>
                  <a:lnTo>
                    <a:pt x="0" y="298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3"/>
            <p:cNvSpPr/>
            <p:nvPr/>
          </p:nvSpPr>
          <p:spPr>
            <a:xfrm>
              <a:off x="1056966" y="805459"/>
              <a:ext cx="2918" cy="20186"/>
            </a:xfrm>
            <a:custGeom>
              <a:avLst/>
              <a:gdLst/>
              <a:ahLst/>
              <a:cxnLst/>
              <a:rect l="l" t="t" r="r" b="b"/>
              <a:pathLst>
                <a:path w="2918" h="20186" extrusionOk="0">
                  <a:moveTo>
                    <a:pt x="2918" y="0"/>
                  </a:moveTo>
                  <a:lnTo>
                    <a:pt x="2918" y="16117"/>
                  </a:lnTo>
                  <a:lnTo>
                    <a:pt x="0" y="20186"/>
                  </a:lnTo>
                  <a:lnTo>
                    <a:pt x="0" y="464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3"/>
            <p:cNvSpPr/>
            <p:nvPr/>
          </p:nvSpPr>
          <p:spPr>
            <a:xfrm>
              <a:off x="1056966" y="771465"/>
              <a:ext cx="2918" cy="9715"/>
            </a:xfrm>
            <a:custGeom>
              <a:avLst/>
              <a:gdLst/>
              <a:ahLst/>
              <a:cxnLst/>
              <a:rect l="l" t="t" r="r" b="b"/>
              <a:pathLst>
                <a:path w="2918" h="9715" extrusionOk="0">
                  <a:moveTo>
                    <a:pt x="2918" y="0"/>
                  </a:moveTo>
                  <a:lnTo>
                    <a:pt x="2918" y="5876"/>
                  </a:lnTo>
                  <a:lnTo>
                    <a:pt x="0" y="9715"/>
                  </a:lnTo>
                  <a:lnTo>
                    <a:pt x="0" y="350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3"/>
            <p:cNvSpPr/>
            <p:nvPr/>
          </p:nvSpPr>
          <p:spPr>
            <a:xfrm>
              <a:off x="1056966" y="752987"/>
              <a:ext cx="2918" cy="7478"/>
            </a:xfrm>
            <a:custGeom>
              <a:avLst/>
              <a:gdLst/>
              <a:ahLst/>
              <a:cxnLst/>
              <a:rect l="l" t="t" r="r" b="b"/>
              <a:pathLst>
                <a:path w="2918" h="7478" extrusionOk="0">
                  <a:moveTo>
                    <a:pt x="2918" y="0"/>
                  </a:moveTo>
                  <a:lnTo>
                    <a:pt x="2918" y="4270"/>
                  </a:lnTo>
                  <a:lnTo>
                    <a:pt x="0" y="7478"/>
                  </a:lnTo>
                  <a:lnTo>
                    <a:pt x="0" y="3551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3"/>
            <p:cNvSpPr/>
            <p:nvPr/>
          </p:nvSpPr>
          <p:spPr>
            <a:xfrm>
              <a:off x="1056966" y="723097"/>
              <a:ext cx="2918" cy="8908"/>
            </a:xfrm>
            <a:custGeom>
              <a:avLst/>
              <a:gdLst/>
              <a:ahLst/>
              <a:cxnLst/>
              <a:rect l="l" t="t" r="r" b="b"/>
              <a:pathLst>
                <a:path w="2918" h="8908" extrusionOk="0">
                  <a:moveTo>
                    <a:pt x="2918" y="0"/>
                  </a:moveTo>
                  <a:lnTo>
                    <a:pt x="2918" y="4765"/>
                  </a:lnTo>
                  <a:lnTo>
                    <a:pt x="0" y="8908"/>
                  </a:lnTo>
                  <a:lnTo>
                    <a:pt x="0" y="3754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3"/>
            <p:cNvSpPr/>
            <p:nvPr/>
          </p:nvSpPr>
          <p:spPr>
            <a:xfrm>
              <a:off x="1056966" y="691866"/>
              <a:ext cx="2918" cy="15332"/>
            </a:xfrm>
            <a:custGeom>
              <a:avLst/>
              <a:gdLst/>
              <a:ahLst/>
              <a:cxnLst/>
              <a:rect l="l" t="t" r="r" b="b"/>
              <a:pathLst>
                <a:path w="2918" h="15332" extrusionOk="0">
                  <a:moveTo>
                    <a:pt x="2918" y="0"/>
                  </a:moveTo>
                  <a:lnTo>
                    <a:pt x="2918" y="10961"/>
                  </a:lnTo>
                  <a:lnTo>
                    <a:pt x="0" y="15332"/>
                  </a:lnTo>
                  <a:lnTo>
                    <a:pt x="0" y="4327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3"/>
            <p:cNvSpPr/>
            <p:nvPr/>
          </p:nvSpPr>
          <p:spPr>
            <a:xfrm>
              <a:off x="1056966" y="567606"/>
              <a:ext cx="2918" cy="17809"/>
            </a:xfrm>
            <a:custGeom>
              <a:avLst/>
              <a:gdLst/>
              <a:ahLst/>
              <a:cxnLst/>
              <a:rect l="l" t="t" r="r" b="b"/>
              <a:pathLst>
                <a:path w="2918" h="17809" extrusionOk="0">
                  <a:moveTo>
                    <a:pt x="2918" y="0"/>
                  </a:moveTo>
                  <a:lnTo>
                    <a:pt x="2918" y="13467"/>
                  </a:lnTo>
                  <a:lnTo>
                    <a:pt x="0" y="17809"/>
                  </a:lnTo>
                  <a:lnTo>
                    <a:pt x="0" y="4189"/>
                  </a:lnTo>
                  <a:lnTo>
                    <a:pt x="840" y="2970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3"/>
            <p:cNvSpPr/>
            <p:nvPr/>
          </p:nvSpPr>
          <p:spPr>
            <a:xfrm>
              <a:off x="1056966" y="436637"/>
              <a:ext cx="2918" cy="104471"/>
            </a:xfrm>
            <a:custGeom>
              <a:avLst/>
              <a:gdLst/>
              <a:ahLst/>
              <a:cxnLst/>
              <a:rect l="l" t="t" r="r" b="b"/>
              <a:pathLst>
                <a:path w="2918" h="104471" extrusionOk="0">
                  <a:moveTo>
                    <a:pt x="0" y="0"/>
                  </a:moveTo>
                  <a:lnTo>
                    <a:pt x="700" y="2531"/>
                  </a:lnTo>
                  <a:cubicBezTo>
                    <a:pt x="1879" y="6591"/>
                    <a:pt x="2672" y="9054"/>
                    <a:pt x="2839" y="9054"/>
                  </a:cubicBezTo>
                  <a:lnTo>
                    <a:pt x="2918" y="8788"/>
                  </a:lnTo>
                  <a:lnTo>
                    <a:pt x="2918" y="90254"/>
                  </a:lnTo>
                  <a:lnTo>
                    <a:pt x="2095" y="94192"/>
                  </a:lnTo>
                  <a:lnTo>
                    <a:pt x="0" y="104471"/>
                  </a:lnTo>
                  <a:lnTo>
                    <a:pt x="0" y="22354"/>
                  </a:lnTo>
                  <a:lnTo>
                    <a:pt x="840" y="18406"/>
                  </a:lnTo>
                  <a:lnTo>
                    <a:pt x="0" y="15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3"/>
            <p:cNvSpPr/>
            <p:nvPr/>
          </p:nvSpPr>
          <p:spPr>
            <a:xfrm>
              <a:off x="1056966" y="340257"/>
              <a:ext cx="2918" cy="53866"/>
            </a:xfrm>
            <a:custGeom>
              <a:avLst/>
              <a:gdLst/>
              <a:ahLst/>
              <a:cxnLst/>
              <a:rect l="l" t="t" r="r" b="b"/>
              <a:pathLst>
                <a:path w="2918" h="53866" extrusionOk="0">
                  <a:moveTo>
                    <a:pt x="360" y="0"/>
                  </a:moveTo>
                  <a:cubicBezTo>
                    <a:pt x="1040" y="0"/>
                    <a:pt x="1783" y="1045"/>
                    <a:pt x="2749" y="3470"/>
                  </a:cubicBezTo>
                  <a:lnTo>
                    <a:pt x="2918" y="4004"/>
                  </a:lnTo>
                  <a:lnTo>
                    <a:pt x="2918" y="19449"/>
                  </a:lnTo>
                  <a:lnTo>
                    <a:pt x="2173" y="17959"/>
                  </a:lnTo>
                  <a:cubicBezTo>
                    <a:pt x="2013" y="17799"/>
                    <a:pt x="1879" y="17719"/>
                    <a:pt x="1800" y="17719"/>
                  </a:cubicBezTo>
                  <a:cubicBezTo>
                    <a:pt x="1533" y="17719"/>
                    <a:pt x="1667" y="18571"/>
                    <a:pt x="2173" y="20623"/>
                  </a:cubicBezTo>
                  <a:lnTo>
                    <a:pt x="2918" y="21494"/>
                  </a:lnTo>
                  <a:lnTo>
                    <a:pt x="2918" y="53866"/>
                  </a:lnTo>
                  <a:lnTo>
                    <a:pt x="1506" y="48680"/>
                  </a:lnTo>
                  <a:lnTo>
                    <a:pt x="0" y="43037"/>
                  </a:lnTo>
                  <a:lnTo>
                    <a:pt x="0" y="10595"/>
                  </a:lnTo>
                  <a:lnTo>
                    <a:pt x="1080" y="11963"/>
                  </a:lnTo>
                  <a:cubicBezTo>
                    <a:pt x="1320" y="11963"/>
                    <a:pt x="1506" y="11750"/>
                    <a:pt x="1506" y="11271"/>
                  </a:cubicBezTo>
                  <a:lnTo>
                    <a:pt x="0" y="8297"/>
                  </a:lnTo>
                  <a:lnTo>
                    <a:pt x="0" y="24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3"/>
            <p:cNvSpPr/>
            <p:nvPr/>
          </p:nvSpPr>
          <p:spPr>
            <a:xfrm>
              <a:off x="1056966" y="251152"/>
              <a:ext cx="2918" cy="44231"/>
            </a:xfrm>
            <a:custGeom>
              <a:avLst/>
              <a:gdLst/>
              <a:ahLst/>
              <a:cxnLst/>
              <a:rect l="l" t="t" r="r" b="b"/>
              <a:pathLst>
                <a:path w="2918" h="44231" extrusionOk="0">
                  <a:moveTo>
                    <a:pt x="0" y="0"/>
                  </a:moveTo>
                  <a:lnTo>
                    <a:pt x="2918" y="12604"/>
                  </a:lnTo>
                  <a:lnTo>
                    <a:pt x="2918" y="44231"/>
                  </a:lnTo>
                  <a:lnTo>
                    <a:pt x="0" y="31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3"/>
            <p:cNvSpPr/>
            <p:nvPr/>
          </p:nvSpPr>
          <p:spPr>
            <a:xfrm>
              <a:off x="1056966" y="202740"/>
              <a:ext cx="2918" cy="39593"/>
            </a:xfrm>
            <a:custGeom>
              <a:avLst/>
              <a:gdLst/>
              <a:ahLst/>
              <a:cxnLst/>
              <a:rect l="l" t="t" r="r" b="b"/>
              <a:pathLst>
                <a:path w="2918" h="39593" extrusionOk="0">
                  <a:moveTo>
                    <a:pt x="0" y="0"/>
                  </a:moveTo>
                  <a:lnTo>
                    <a:pt x="2918" y="18016"/>
                  </a:lnTo>
                  <a:lnTo>
                    <a:pt x="2918" y="39593"/>
                  </a:lnTo>
                  <a:lnTo>
                    <a:pt x="0" y="2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1056966" y="130427"/>
              <a:ext cx="2918" cy="16178"/>
            </a:xfrm>
            <a:custGeom>
              <a:avLst/>
              <a:gdLst/>
              <a:ahLst/>
              <a:cxnLst/>
              <a:rect l="l" t="t" r="r" b="b"/>
              <a:pathLst>
                <a:path w="2918" h="16178" extrusionOk="0">
                  <a:moveTo>
                    <a:pt x="2918" y="0"/>
                  </a:moveTo>
                  <a:lnTo>
                    <a:pt x="2918" y="11441"/>
                  </a:lnTo>
                  <a:lnTo>
                    <a:pt x="0" y="16178"/>
                  </a:lnTo>
                  <a:lnTo>
                    <a:pt x="0" y="3885"/>
                  </a:lnTo>
                  <a:lnTo>
                    <a:pt x="291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3"/>
            <p:cNvSpPr/>
            <p:nvPr/>
          </p:nvSpPr>
          <p:spPr>
            <a:xfrm>
              <a:off x="1062318" y="895328"/>
              <a:ext cx="593" cy="671"/>
            </a:xfrm>
            <a:custGeom>
              <a:avLst/>
              <a:gdLst/>
              <a:ahLst/>
              <a:cxnLst/>
              <a:rect l="l" t="t" r="r" b="b"/>
              <a:pathLst>
                <a:path w="593" h="671" extrusionOk="0">
                  <a:moveTo>
                    <a:pt x="593" y="0"/>
                  </a:moveTo>
                  <a:lnTo>
                    <a:pt x="593" y="671"/>
                  </a:lnTo>
                  <a:lnTo>
                    <a:pt x="0" y="67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3"/>
            <p:cNvSpPr/>
            <p:nvPr/>
          </p:nvSpPr>
          <p:spPr>
            <a:xfrm>
              <a:off x="1059884" y="885048"/>
              <a:ext cx="3026" cy="7193"/>
            </a:xfrm>
            <a:custGeom>
              <a:avLst/>
              <a:gdLst/>
              <a:ahLst/>
              <a:cxnLst/>
              <a:rect l="l" t="t" r="r" b="b"/>
              <a:pathLst>
                <a:path w="3026" h="7193" extrusionOk="0">
                  <a:moveTo>
                    <a:pt x="3026" y="0"/>
                  </a:moveTo>
                  <a:lnTo>
                    <a:pt x="3026" y="3567"/>
                  </a:lnTo>
                  <a:lnTo>
                    <a:pt x="0" y="7193"/>
                  </a:lnTo>
                  <a:lnTo>
                    <a:pt x="0" y="333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3"/>
            <p:cNvSpPr/>
            <p:nvPr/>
          </p:nvSpPr>
          <p:spPr>
            <a:xfrm>
              <a:off x="1059884" y="872145"/>
              <a:ext cx="3026" cy="7887"/>
            </a:xfrm>
            <a:custGeom>
              <a:avLst/>
              <a:gdLst/>
              <a:ahLst/>
              <a:cxnLst/>
              <a:rect l="l" t="t" r="r" b="b"/>
              <a:pathLst>
                <a:path w="3026" h="7887" extrusionOk="0">
                  <a:moveTo>
                    <a:pt x="3026" y="0"/>
                  </a:moveTo>
                  <a:lnTo>
                    <a:pt x="3026" y="4732"/>
                  </a:lnTo>
                  <a:lnTo>
                    <a:pt x="1166" y="6614"/>
                  </a:lnTo>
                  <a:lnTo>
                    <a:pt x="0" y="7887"/>
                  </a:lnTo>
                  <a:lnTo>
                    <a:pt x="0" y="297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3"/>
            <p:cNvSpPr/>
            <p:nvPr/>
          </p:nvSpPr>
          <p:spPr>
            <a:xfrm>
              <a:off x="1059884" y="860923"/>
              <a:ext cx="3026" cy="6249"/>
            </a:xfrm>
            <a:custGeom>
              <a:avLst/>
              <a:gdLst/>
              <a:ahLst/>
              <a:cxnLst/>
              <a:rect l="l" t="t" r="r" b="b"/>
              <a:pathLst>
                <a:path w="3026" h="6249" extrusionOk="0">
                  <a:moveTo>
                    <a:pt x="3026" y="0"/>
                  </a:moveTo>
                  <a:lnTo>
                    <a:pt x="3026" y="2897"/>
                  </a:lnTo>
                  <a:lnTo>
                    <a:pt x="0" y="6249"/>
                  </a:lnTo>
                  <a:lnTo>
                    <a:pt x="0" y="3161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3"/>
            <p:cNvSpPr/>
            <p:nvPr/>
          </p:nvSpPr>
          <p:spPr>
            <a:xfrm>
              <a:off x="1059884" y="846279"/>
              <a:ext cx="3026" cy="9944"/>
            </a:xfrm>
            <a:custGeom>
              <a:avLst/>
              <a:gdLst/>
              <a:ahLst/>
              <a:cxnLst/>
              <a:rect l="l" t="t" r="r" b="b"/>
              <a:pathLst>
                <a:path w="3026" h="9944" extrusionOk="0">
                  <a:moveTo>
                    <a:pt x="3026" y="0"/>
                  </a:moveTo>
                  <a:lnTo>
                    <a:pt x="3026" y="6759"/>
                  </a:lnTo>
                  <a:lnTo>
                    <a:pt x="0" y="9944"/>
                  </a:lnTo>
                  <a:lnTo>
                    <a:pt x="0" y="309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3"/>
            <p:cNvSpPr/>
            <p:nvPr/>
          </p:nvSpPr>
          <p:spPr>
            <a:xfrm>
              <a:off x="1059884" y="800641"/>
              <a:ext cx="3026" cy="20935"/>
            </a:xfrm>
            <a:custGeom>
              <a:avLst/>
              <a:gdLst/>
              <a:ahLst/>
              <a:cxnLst/>
              <a:rect l="l" t="t" r="r" b="b"/>
              <a:pathLst>
                <a:path w="3026" h="20935" extrusionOk="0">
                  <a:moveTo>
                    <a:pt x="3026" y="0"/>
                  </a:moveTo>
                  <a:lnTo>
                    <a:pt x="3026" y="16714"/>
                  </a:lnTo>
                  <a:lnTo>
                    <a:pt x="0" y="20935"/>
                  </a:lnTo>
                  <a:lnTo>
                    <a:pt x="0" y="481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3"/>
            <p:cNvSpPr/>
            <p:nvPr/>
          </p:nvSpPr>
          <p:spPr>
            <a:xfrm>
              <a:off x="1059884" y="767836"/>
              <a:ext cx="3026" cy="9506"/>
            </a:xfrm>
            <a:custGeom>
              <a:avLst/>
              <a:gdLst/>
              <a:ahLst/>
              <a:cxnLst/>
              <a:rect l="l" t="t" r="r" b="b"/>
              <a:pathLst>
                <a:path w="3026" h="9506" extrusionOk="0">
                  <a:moveTo>
                    <a:pt x="3026" y="0"/>
                  </a:moveTo>
                  <a:lnTo>
                    <a:pt x="3026" y="5552"/>
                  </a:lnTo>
                  <a:lnTo>
                    <a:pt x="2922" y="5662"/>
                  </a:lnTo>
                  <a:lnTo>
                    <a:pt x="0" y="9506"/>
                  </a:lnTo>
                  <a:lnTo>
                    <a:pt x="0" y="3630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1059884" y="749305"/>
              <a:ext cx="3026" cy="7952"/>
            </a:xfrm>
            <a:custGeom>
              <a:avLst/>
              <a:gdLst/>
              <a:ahLst/>
              <a:cxnLst/>
              <a:rect l="l" t="t" r="r" b="b"/>
              <a:pathLst>
                <a:path w="3026" h="7952" extrusionOk="0">
                  <a:moveTo>
                    <a:pt x="3026" y="0"/>
                  </a:moveTo>
                  <a:lnTo>
                    <a:pt x="3026" y="4625"/>
                  </a:lnTo>
                  <a:lnTo>
                    <a:pt x="0" y="7952"/>
                  </a:lnTo>
                  <a:lnTo>
                    <a:pt x="0" y="368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1059884" y="719316"/>
              <a:ext cx="3026" cy="8546"/>
            </a:xfrm>
            <a:custGeom>
              <a:avLst/>
              <a:gdLst/>
              <a:ahLst/>
              <a:cxnLst/>
              <a:rect l="l" t="t" r="r" b="b"/>
              <a:pathLst>
                <a:path w="3026" h="8546" extrusionOk="0">
                  <a:moveTo>
                    <a:pt x="3026" y="0"/>
                  </a:moveTo>
                  <a:lnTo>
                    <a:pt x="3026" y="4250"/>
                  </a:lnTo>
                  <a:lnTo>
                    <a:pt x="0" y="8546"/>
                  </a:lnTo>
                  <a:lnTo>
                    <a:pt x="0" y="3781"/>
                  </a:lnTo>
                  <a:lnTo>
                    <a:pt x="1157" y="2292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1059884" y="687379"/>
              <a:ext cx="3026" cy="15448"/>
            </a:xfrm>
            <a:custGeom>
              <a:avLst/>
              <a:gdLst/>
              <a:ahLst/>
              <a:cxnLst/>
              <a:rect l="l" t="t" r="r" b="b"/>
              <a:pathLst>
                <a:path w="3026" h="15448" extrusionOk="0">
                  <a:moveTo>
                    <a:pt x="3026" y="0"/>
                  </a:moveTo>
                  <a:lnTo>
                    <a:pt x="3026" y="10915"/>
                  </a:lnTo>
                  <a:lnTo>
                    <a:pt x="0" y="15448"/>
                  </a:lnTo>
                  <a:lnTo>
                    <a:pt x="0" y="4488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3"/>
            <p:cNvSpPr/>
            <p:nvPr/>
          </p:nvSpPr>
          <p:spPr>
            <a:xfrm>
              <a:off x="1059884" y="563282"/>
              <a:ext cx="3026" cy="17792"/>
            </a:xfrm>
            <a:custGeom>
              <a:avLst/>
              <a:gdLst/>
              <a:ahLst/>
              <a:cxnLst/>
              <a:rect l="l" t="t" r="r" b="b"/>
              <a:pathLst>
                <a:path w="3026" h="17792" extrusionOk="0">
                  <a:moveTo>
                    <a:pt x="3026" y="0"/>
                  </a:moveTo>
                  <a:lnTo>
                    <a:pt x="3026" y="13289"/>
                  </a:lnTo>
                  <a:lnTo>
                    <a:pt x="0" y="17792"/>
                  </a:lnTo>
                  <a:lnTo>
                    <a:pt x="0" y="4325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3"/>
            <p:cNvSpPr/>
            <p:nvPr/>
          </p:nvSpPr>
          <p:spPr>
            <a:xfrm>
              <a:off x="1059884" y="435319"/>
              <a:ext cx="3026" cy="91573"/>
            </a:xfrm>
            <a:custGeom>
              <a:avLst/>
              <a:gdLst/>
              <a:ahLst/>
              <a:cxnLst/>
              <a:rect l="l" t="t" r="r" b="b"/>
              <a:pathLst>
                <a:path w="3026" h="91573" extrusionOk="0">
                  <a:moveTo>
                    <a:pt x="3026" y="0"/>
                  </a:moveTo>
                  <a:lnTo>
                    <a:pt x="3026" y="77096"/>
                  </a:lnTo>
                  <a:lnTo>
                    <a:pt x="0" y="91573"/>
                  </a:lnTo>
                  <a:lnTo>
                    <a:pt x="0" y="10107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3"/>
            <p:cNvSpPr/>
            <p:nvPr/>
          </p:nvSpPr>
          <p:spPr>
            <a:xfrm>
              <a:off x="1059884" y="344261"/>
              <a:ext cx="3026" cy="60978"/>
            </a:xfrm>
            <a:custGeom>
              <a:avLst/>
              <a:gdLst/>
              <a:ahLst/>
              <a:cxnLst/>
              <a:rect l="l" t="t" r="r" b="b"/>
              <a:pathLst>
                <a:path w="3026" h="60978" extrusionOk="0">
                  <a:moveTo>
                    <a:pt x="0" y="0"/>
                  </a:moveTo>
                  <a:lnTo>
                    <a:pt x="3026" y="9550"/>
                  </a:lnTo>
                  <a:lnTo>
                    <a:pt x="3026" y="26853"/>
                  </a:lnTo>
                  <a:lnTo>
                    <a:pt x="1919" y="24640"/>
                  </a:lnTo>
                  <a:cubicBezTo>
                    <a:pt x="1812" y="24506"/>
                    <a:pt x="1706" y="24453"/>
                    <a:pt x="1626" y="24453"/>
                  </a:cubicBezTo>
                  <a:cubicBezTo>
                    <a:pt x="1280" y="24453"/>
                    <a:pt x="1466" y="25759"/>
                    <a:pt x="2585" y="27970"/>
                  </a:cubicBezTo>
                  <a:lnTo>
                    <a:pt x="3026" y="28628"/>
                  </a:lnTo>
                  <a:lnTo>
                    <a:pt x="3026" y="60978"/>
                  </a:lnTo>
                  <a:lnTo>
                    <a:pt x="0" y="49862"/>
                  </a:lnTo>
                  <a:lnTo>
                    <a:pt x="0" y="17491"/>
                  </a:lnTo>
                  <a:lnTo>
                    <a:pt x="986" y="18644"/>
                  </a:lnTo>
                  <a:cubicBezTo>
                    <a:pt x="1173" y="18644"/>
                    <a:pt x="1253" y="18431"/>
                    <a:pt x="1253" y="17952"/>
                  </a:cubicBezTo>
                  <a:lnTo>
                    <a:pt x="0" y="15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3"/>
            <p:cNvSpPr/>
            <p:nvPr/>
          </p:nvSpPr>
          <p:spPr>
            <a:xfrm>
              <a:off x="1059884" y="263756"/>
              <a:ext cx="3026" cy="42291"/>
            </a:xfrm>
            <a:custGeom>
              <a:avLst/>
              <a:gdLst/>
              <a:ahLst/>
              <a:cxnLst/>
              <a:rect l="l" t="t" r="r" b="b"/>
              <a:pathLst>
                <a:path w="3026" h="42291" extrusionOk="0">
                  <a:moveTo>
                    <a:pt x="0" y="0"/>
                  </a:moveTo>
                  <a:lnTo>
                    <a:pt x="3026" y="13071"/>
                  </a:lnTo>
                  <a:lnTo>
                    <a:pt x="3026" y="42291"/>
                  </a:lnTo>
                  <a:lnTo>
                    <a:pt x="183" y="32419"/>
                  </a:lnTo>
                  <a:lnTo>
                    <a:pt x="0" y="31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3"/>
            <p:cNvSpPr/>
            <p:nvPr/>
          </p:nvSpPr>
          <p:spPr>
            <a:xfrm>
              <a:off x="1059884" y="220756"/>
              <a:ext cx="3026" cy="37053"/>
            </a:xfrm>
            <a:custGeom>
              <a:avLst/>
              <a:gdLst/>
              <a:ahLst/>
              <a:cxnLst/>
              <a:rect l="l" t="t" r="r" b="b"/>
              <a:pathLst>
                <a:path w="3026" h="37053" extrusionOk="0">
                  <a:moveTo>
                    <a:pt x="0" y="0"/>
                  </a:moveTo>
                  <a:lnTo>
                    <a:pt x="531" y="3276"/>
                  </a:lnTo>
                  <a:lnTo>
                    <a:pt x="3026" y="17380"/>
                  </a:lnTo>
                  <a:lnTo>
                    <a:pt x="3026" y="37053"/>
                  </a:lnTo>
                  <a:lnTo>
                    <a:pt x="1935" y="31910"/>
                  </a:lnTo>
                  <a:lnTo>
                    <a:pt x="0" y="21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3"/>
            <p:cNvSpPr/>
            <p:nvPr/>
          </p:nvSpPr>
          <p:spPr>
            <a:xfrm>
              <a:off x="1059884" y="126398"/>
              <a:ext cx="3026" cy="15470"/>
            </a:xfrm>
            <a:custGeom>
              <a:avLst/>
              <a:gdLst/>
              <a:ahLst/>
              <a:cxnLst/>
              <a:rect l="l" t="t" r="r" b="b"/>
              <a:pathLst>
                <a:path w="3026" h="15470" extrusionOk="0">
                  <a:moveTo>
                    <a:pt x="3026" y="0"/>
                  </a:moveTo>
                  <a:lnTo>
                    <a:pt x="3026" y="11314"/>
                  </a:lnTo>
                  <a:lnTo>
                    <a:pt x="1253" y="13435"/>
                  </a:lnTo>
                  <a:lnTo>
                    <a:pt x="0" y="15470"/>
                  </a:lnTo>
                  <a:lnTo>
                    <a:pt x="0" y="4029"/>
                  </a:lnTo>
                  <a:lnTo>
                    <a:pt x="302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3"/>
            <p:cNvSpPr/>
            <p:nvPr/>
          </p:nvSpPr>
          <p:spPr>
            <a:xfrm>
              <a:off x="1062910" y="891710"/>
              <a:ext cx="3196" cy="4290"/>
            </a:xfrm>
            <a:custGeom>
              <a:avLst/>
              <a:gdLst/>
              <a:ahLst/>
              <a:cxnLst/>
              <a:rect l="l" t="t" r="r" b="b"/>
              <a:pathLst>
                <a:path w="3196" h="4290" extrusionOk="0">
                  <a:moveTo>
                    <a:pt x="3196" y="0"/>
                  </a:moveTo>
                  <a:lnTo>
                    <a:pt x="3196" y="4290"/>
                  </a:lnTo>
                  <a:lnTo>
                    <a:pt x="0" y="4290"/>
                  </a:lnTo>
                  <a:lnTo>
                    <a:pt x="0" y="361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3"/>
            <p:cNvSpPr/>
            <p:nvPr/>
          </p:nvSpPr>
          <p:spPr>
            <a:xfrm>
              <a:off x="1062910" y="881526"/>
              <a:ext cx="3196" cy="7089"/>
            </a:xfrm>
            <a:custGeom>
              <a:avLst/>
              <a:gdLst/>
              <a:ahLst/>
              <a:cxnLst/>
              <a:rect l="l" t="t" r="r" b="b"/>
              <a:pathLst>
                <a:path w="3196" h="7089" extrusionOk="0">
                  <a:moveTo>
                    <a:pt x="3196" y="0"/>
                  </a:moveTo>
                  <a:lnTo>
                    <a:pt x="3196" y="3313"/>
                  </a:lnTo>
                  <a:lnTo>
                    <a:pt x="2681" y="3875"/>
                  </a:lnTo>
                  <a:lnTo>
                    <a:pt x="0" y="7089"/>
                  </a:lnTo>
                  <a:lnTo>
                    <a:pt x="0" y="352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3"/>
            <p:cNvSpPr/>
            <p:nvPr/>
          </p:nvSpPr>
          <p:spPr>
            <a:xfrm>
              <a:off x="1062910" y="869000"/>
              <a:ext cx="3196" cy="7877"/>
            </a:xfrm>
            <a:custGeom>
              <a:avLst/>
              <a:gdLst/>
              <a:ahLst/>
              <a:cxnLst/>
              <a:rect l="l" t="t" r="r" b="b"/>
              <a:pathLst>
                <a:path w="3196" h="7877" extrusionOk="0">
                  <a:moveTo>
                    <a:pt x="3196" y="0"/>
                  </a:moveTo>
                  <a:lnTo>
                    <a:pt x="3196" y="4644"/>
                  </a:lnTo>
                  <a:lnTo>
                    <a:pt x="0" y="7877"/>
                  </a:lnTo>
                  <a:lnTo>
                    <a:pt x="0" y="3145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3"/>
            <p:cNvSpPr/>
            <p:nvPr/>
          </p:nvSpPr>
          <p:spPr>
            <a:xfrm>
              <a:off x="1062910" y="857586"/>
              <a:ext cx="3196" cy="6235"/>
            </a:xfrm>
            <a:custGeom>
              <a:avLst/>
              <a:gdLst/>
              <a:ahLst/>
              <a:cxnLst/>
              <a:rect l="l" t="t" r="r" b="b"/>
              <a:pathLst>
                <a:path w="3196" h="6235" extrusionOk="0">
                  <a:moveTo>
                    <a:pt x="3196" y="0"/>
                  </a:moveTo>
                  <a:lnTo>
                    <a:pt x="3196" y="2696"/>
                  </a:lnTo>
                  <a:lnTo>
                    <a:pt x="0" y="6235"/>
                  </a:lnTo>
                  <a:lnTo>
                    <a:pt x="0" y="333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3"/>
            <p:cNvSpPr/>
            <p:nvPr/>
          </p:nvSpPr>
          <p:spPr>
            <a:xfrm>
              <a:off x="1062910" y="843008"/>
              <a:ext cx="3196" cy="10030"/>
            </a:xfrm>
            <a:custGeom>
              <a:avLst/>
              <a:gdLst/>
              <a:ahLst/>
              <a:cxnLst/>
              <a:rect l="l" t="t" r="r" b="b"/>
              <a:pathLst>
                <a:path w="3196" h="10030" extrusionOk="0">
                  <a:moveTo>
                    <a:pt x="3196" y="0"/>
                  </a:moveTo>
                  <a:lnTo>
                    <a:pt x="3196" y="6667"/>
                  </a:lnTo>
                  <a:lnTo>
                    <a:pt x="0" y="10030"/>
                  </a:lnTo>
                  <a:lnTo>
                    <a:pt x="0" y="3271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3"/>
            <p:cNvSpPr/>
            <p:nvPr/>
          </p:nvSpPr>
          <p:spPr>
            <a:xfrm>
              <a:off x="1062910" y="797196"/>
              <a:ext cx="3196" cy="20159"/>
            </a:xfrm>
            <a:custGeom>
              <a:avLst/>
              <a:gdLst/>
              <a:ahLst/>
              <a:cxnLst/>
              <a:rect l="l" t="t" r="r" b="b"/>
              <a:pathLst>
                <a:path w="3196" h="20159" extrusionOk="0">
                  <a:moveTo>
                    <a:pt x="3196" y="0"/>
                  </a:moveTo>
                  <a:lnTo>
                    <a:pt x="3196" y="15703"/>
                  </a:lnTo>
                  <a:lnTo>
                    <a:pt x="0" y="20159"/>
                  </a:lnTo>
                  <a:lnTo>
                    <a:pt x="0" y="3444"/>
                  </a:lnTo>
                  <a:lnTo>
                    <a:pt x="225" y="308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3"/>
            <p:cNvSpPr/>
            <p:nvPr/>
          </p:nvSpPr>
          <p:spPr>
            <a:xfrm>
              <a:off x="1062910" y="764003"/>
              <a:ext cx="3196" cy="9385"/>
            </a:xfrm>
            <a:custGeom>
              <a:avLst/>
              <a:gdLst/>
              <a:ahLst/>
              <a:cxnLst/>
              <a:rect l="l" t="t" r="r" b="b"/>
              <a:pathLst>
                <a:path w="3196" h="9385" extrusionOk="0">
                  <a:moveTo>
                    <a:pt x="3196" y="0"/>
                  </a:moveTo>
                  <a:lnTo>
                    <a:pt x="3196" y="5998"/>
                  </a:lnTo>
                  <a:lnTo>
                    <a:pt x="0" y="9385"/>
                  </a:lnTo>
                  <a:lnTo>
                    <a:pt x="0" y="3833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3"/>
            <p:cNvSpPr/>
            <p:nvPr/>
          </p:nvSpPr>
          <p:spPr>
            <a:xfrm>
              <a:off x="1062910" y="745417"/>
              <a:ext cx="3196" cy="8513"/>
            </a:xfrm>
            <a:custGeom>
              <a:avLst/>
              <a:gdLst/>
              <a:ahLst/>
              <a:cxnLst/>
              <a:rect l="l" t="t" r="r" b="b"/>
              <a:pathLst>
                <a:path w="3196" h="8513" extrusionOk="0">
                  <a:moveTo>
                    <a:pt x="3196" y="0"/>
                  </a:moveTo>
                  <a:lnTo>
                    <a:pt x="3196" y="5000"/>
                  </a:lnTo>
                  <a:lnTo>
                    <a:pt x="0" y="8513"/>
                  </a:lnTo>
                  <a:lnTo>
                    <a:pt x="0" y="388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3"/>
            <p:cNvSpPr/>
            <p:nvPr/>
          </p:nvSpPr>
          <p:spPr>
            <a:xfrm>
              <a:off x="1062910" y="715398"/>
              <a:ext cx="3196" cy="8168"/>
            </a:xfrm>
            <a:custGeom>
              <a:avLst/>
              <a:gdLst/>
              <a:ahLst/>
              <a:cxnLst/>
              <a:rect l="l" t="t" r="r" b="b"/>
              <a:pathLst>
                <a:path w="3196" h="8168" extrusionOk="0">
                  <a:moveTo>
                    <a:pt x="3196" y="0"/>
                  </a:moveTo>
                  <a:lnTo>
                    <a:pt x="3196" y="3632"/>
                  </a:lnTo>
                  <a:lnTo>
                    <a:pt x="0" y="8168"/>
                  </a:lnTo>
                  <a:lnTo>
                    <a:pt x="0" y="3918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1062910" y="682640"/>
              <a:ext cx="3196" cy="15654"/>
            </a:xfrm>
            <a:custGeom>
              <a:avLst/>
              <a:gdLst/>
              <a:ahLst/>
              <a:cxnLst/>
              <a:rect l="l" t="t" r="r" b="b"/>
              <a:pathLst>
                <a:path w="3196" h="15654" extrusionOk="0">
                  <a:moveTo>
                    <a:pt x="3196" y="0"/>
                  </a:moveTo>
                  <a:lnTo>
                    <a:pt x="3196" y="10867"/>
                  </a:lnTo>
                  <a:lnTo>
                    <a:pt x="0" y="15654"/>
                  </a:lnTo>
                  <a:lnTo>
                    <a:pt x="0" y="4739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1062910" y="558715"/>
              <a:ext cx="3196" cy="17856"/>
            </a:xfrm>
            <a:custGeom>
              <a:avLst/>
              <a:gdLst/>
              <a:ahLst/>
              <a:cxnLst/>
              <a:rect l="l" t="t" r="r" b="b"/>
              <a:pathLst>
                <a:path w="3196" h="17856" extrusionOk="0">
                  <a:moveTo>
                    <a:pt x="3196" y="0"/>
                  </a:moveTo>
                  <a:lnTo>
                    <a:pt x="3196" y="13102"/>
                  </a:lnTo>
                  <a:lnTo>
                    <a:pt x="0" y="17856"/>
                  </a:lnTo>
                  <a:lnTo>
                    <a:pt x="0" y="4567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1062910" y="420200"/>
              <a:ext cx="3196" cy="92216"/>
            </a:xfrm>
            <a:custGeom>
              <a:avLst/>
              <a:gdLst/>
              <a:ahLst/>
              <a:cxnLst/>
              <a:rect l="l" t="t" r="r" b="b"/>
              <a:pathLst>
                <a:path w="3196" h="92216" extrusionOk="0">
                  <a:moveTo>
                    <a:pt x="3196" y="0"/>
                  </a:moveTo>
                  <a:lnTo>
                    <a:pt x="3196" y="77112"/>
                  </a:lnTo>
                  <a:lnTo>
                    <a:pt x="2224" y="81579"/>
                  </a:lnTo>
                  <a:lnTo>
                    <a:pt x="0" y="92216"/>
                  </a:lnTo>
                  <a:lnTo>
                    <a:pt x="0" y="15119"/>
                  </a:lnTo>
                  <a:lnTo>
                    <a:pt x="891" y="12142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3"/>
            <p:cNvSpPr/>
            <p:nvPr/>
          </p:nvSpPr>
          <p:spPr>
            <a:xfrm>
              <a:off x="1062910" y="353811"/>
              <a:ext cx="3196" cy="63165"/>
            </a:xfrm>
            <a:custGeom>
              <a:avLst/>
              <a:gdLst/>
              <a:ahLst/>
              <a:cxnLst/>
              <a:rect l="l" t="t" r="r" b="b"/>
              <a:pathLst>
                <a:path w="3196" h="63165" extrusionOk="0">
                  <a:moveTo>
                    <a:pt x="0" y="0"/>
                  </a:moveTo>
                  <a:lnTo>
                    <a:pt x="528" y="1666"/>
                  </a:lnTo>
                  <a:lnTo>
                    <a:pt x="3196" y="11360"/>
                  </a:lnTo>
                  <a:lnTo>
                    <a:pt x="3196" y="28628"/>
                  </a:lnTo>
                  <a:lnTo>
                    <a:pt x="2224" y="26440"/>
                  </a:lnTo>
                  <a:cubicBezTo>
                    <a:pt x="1931" y="26147"/>
                    <a:pt x="1744" y="26014"/>
                    <a:pt x="1637" y="26014"/>
                  </a:cubicBezTo>
                  <a:cubicBezTo>
                    <a:pt x="1211" y="26014"/>
                    <a:pt x="1850" y="27692"/>
                    <a:pt x="2890" y="29771"/>
                  </a:cubicBezTo>
                  <a:lnTo>
                    <a:pt x="3196" y="30382"/>
                  </a:lnTo>
                  <a:lnTo>
                    <a:pt x="3196" y="63165"/>
                  </a:lnTo>
                  <a:lnTo>
                    <a:pt x="0" y="51427"/>
                  </a:lnTo>
                  <a:lnTo>
                    <a:pt x="0" y="19078"/>
                  </a:lnTo>
                  <a:lnTo>
                    <a:pt x="1344" y="21084"/>
                  </a:lnTo>
                  <a:cubicBezTo>
                    <a:pt x="1477" y="21084"/>
                    <a:pt x="1557" y="20871"/>
                    <a:pt x="1557" y="20418"/>
                  </a:cubicBezTo>
                  <a:lnTo>
                    <a:pt x="0" y="17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3"/>
            <p:cNvSpPr/>
            <p:nvPr/>
          </p:nvSpPr>
          <p:spPr>
            <a:xfrm>
              <a:off x="1062910" y="276828"/>
              <a:ext cx="3196" cy="42440"/>
            </a:xfrm>
            <a:custGeom>
              <a:avLst/>
              <a:gdLst/>
              <a:ahLst/>
              <a:cxnLst/>
              <a:rect l="l" t="t" r="r" b="b"/>
              <a:pathLst>
                <a:path w="3196" h="42440" extrusionOk="0">
                  <a:moveTo>
                    <a:pt x="0" y="0"/>
                  </a:moveTo>
                  <a:lnTo>
                    <a:pt x="3196" y="13803"/>
                  </a:lnTo>
                  <a:lnTo>
                    <a:pt x="3196" y="42440"/>
                  </a:lnTo>
                  <a:lnTo>
                    <a:pt x="1557" y="34626"/>
                  </a:lnTo>
                  <a:lnTo>
                    <a:pt x="0" y="29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3"/>
            <p:cNvSpPr/>
            <p:nvPr/>
          </p:nvSpPr>
          <p:spPr>
            <a:xfrm>
              <a:off x="1062910" y="238136"/>
              <a:ext cx="3196" cy="34262"/>
            </a:xfrm>
            <a:custGeom>
              <a:avLst/>
              <a:gdLst/>
              <a:ahLst/>
              <a:cxnLst/>
              <a:rect l="l" t="t" r="r" b="b"/>
              <a:pathLst>
                <a:path w="3196" h="34262" extrusionOk="0">
                  <a:moveTo>
                    <a:pt x="0" y="0"/>
                  </a:moveTo>
                  <a:lnTo>
                    <a:pt x="2224" y="12567"/>
                  </a:lnTo>
                  <a:lnTo>
                    <a:pt x="3196" y="17619"/>
                  </a:lnTo>
                  <a:lnTo>
                    <a:pt x="3196" y="34262"/>
                  </a:lnTo>
                  <a:lnTo>
                    <a:pt x="2564" y="31759"/>
                  </a:lnTo>
                  <a:lnTo>
                    <a:pt x="0" y="19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3"/>
            <p:cNvSpPr/>
            <p:nvPr/>
          </p:nvSpPr>
          <p:spPr>
            <a:xfrm>
              <a:off x="1062910" y="122144"/>
              <a:ext cx="3196" cy="15568"/>
            </a:xfrm>
            <a:custGeom>
              <a:avLst/>
              <a:gdLst/>
              <a:ahLst/>
              <a:cxnLst/>
              <a:rect l="l" t="t" r="r" b="b"/>
              <a:pathLst>
                <a:path w="3196" h="15568" extrusionOk="0">
                  <a:moveTo>
                    <a:pt x="3196" y="0"/>
                  </a:moveTo>
                  <a:lnTo>
                    <a:pt x="3196" y="11746"/>
                  </a:lnTo>
                  <a:lnTo>
                    <a:pt x="0" y="15568"/>
                  </a:lnTo>
                  <a:lnTo>
                    <a:pt x="0" y="4254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3"/>
            <p:cNvSpPr/>
            <p:nvPr/>
          </p:nvSpPr>
          <p:spPr>
            <a:xfrm>
              <a:off x="1066106" y="888647"/>
              <a:ext cx="3016" cy="7353"/>
            </a:xfrm>
            <a:custGeom>
              <a:avLst/>
              <a:gdLst/>
              <a:ahLst/>
              <a:cxnLst/>
              <a:rect l="l" t="t" r="r" b="b"/>
              <a:pathLst>
                <a:path w="3016" h="7353" extrusionOk="0">
                  <a:moveTo>
                    <a:pt x="3016" y="0"/>
                  </a:moveTo>
                  <a:lnTo>
                    <a:pt x="3016" y="7353"/>
                  </a:lnTo>
                  <a:lnTo>
                    <a:pt x="0" y="7353"/>
                  </a:lnTo>
                  <a:lnTo>
                    <a:pt x="0" y="3063"/>
                  </a:lnTo>
                  <a:lnTo>
                    <a:pt x="457" y="254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3"/>
            <p:cNvSpPr/>
            <p:nvPr/>
          </p:nvSpPr>
          <p:spPr>
            <a:xfrm>
              <a:off x="1066106" y="878201"/>
              <a:ext cx="3016" cy="6637"/>
            </a:xfrm>
            <a:custGeom>
              <a:avLst/>
              <a:gdLst/>
              <a:ahLst/>
              <a:cxnLst/>
              <a:rect l="l" t="t" r="r" b="b"/>
              <a:pathLst>
                <a:path w="3016" h="6637" extrusionOk="0">
                  <a:moveTo>
                    <a:pt x="3016" y="0"/>
                  </a:moveTo>
                  <a:lnTo>
                    <a:pt x="3016" y="3337"/>
                  </a:lnTo>
                  <a:lnTo>
                    <a:pt x="0" y="6637"/>
                  </a:lnTo>
                  <a:lnTo>
                    <a:pt x="0" y="3325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3"/>
            <p:cNvSpPr/>
            <p:nvPr/>
          </p:nvSpPr>
          <p:spPr>
            <a:xfrm>
              <a:off x="1066106" y="866031"/>
              <a:ext cx="3016" cy="7613"/>
            </a:xfrm>
            <a:custGeom>
              <a:avLst/>
              <a:gdLst/>
              <a:ahLst/>
              <a:cxnLst/>
              <a:rect l="l" t="t" r="r" b="b"/>
              <a:pathLst>
                <a:path w="3016" h="7613" extrusionOk="0">
                  <a:moveTo>
                    <a:pt x="3016" y="0"/>
                  </a:moveTo>
                  <a:lnTo>
                    <a:pt x="3016" y="4562"/>
                  </a:lnTo>
                  <a:lnTo>
                    <a:pt x="0" y="7613"/>
                  </a:lnTo>
                  <a:lnTo>
                    <a:pt x="0" y="2969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3"/>
            <p:cNvSpPr/>
            <p:nvPr/>
          </p:nvSpPr>
          <p:spPr>
            <a:xfrm>
              <a:off x="1066106" y="854435"/>
              <a:ext cx="3016" cy="5847"/>
            </a:xfrm>
            <a:custGeom>
              <a:avLst/>
              <a:gdLst/>
              <a:ahLst/>
              <a:cxnLst/>
              <a:rect l="l" t="t" r="r" b="b"/>
              <a:pathLst>
                <a:path w="3016" h="5847" extrusionOk="0">
                  <a:moveTo>
                    <a:pt x="3016" y="0"/>
                  </a:moveTo>
                  <a:lnTo>
                    <a:pt x="3016" y="2609"/>
                  </a:lnTo>
                  <a:lnTo>
                    <a:pt x="1507" y="4177"/>
                  </a:lnTo>
                  <a:lnTo>
                    <a:pt x="0" y="5847"/>
                  </a:lnTo>
                  <a:lnTo>
                    <a:pt x="0" y="315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3"/>
            <p:cNvSpPr/>
            <p:nvPr/>
          </p:nvSpPr>
          <p:spPr>
            <a:xfrm>
              <a:off x="1066106" y="839920"/>
              <a:ext cx="3016" cy="9755"/>
            </a:xfrm>
            <a:custGeom>
              <a:avLst/>
              <a:gdLst/>
              <a:ahLst/>
              <a:cxnLst/>
              <a:rect l="l" t="t" r="r" b="b"/>
              <a:pathLst>
                <a:path w="3016" h="9755" extrusionOk="0">
                  <a:moveTo>
                    <a:pt x="3016" y="0"/>
                  </a:moveTo>
                  <a:lnTo>
                    <a:pt x="3016" y="6581"/>
                  </a:lnTo>
                  <a:lnTo>
                    <a:pt x="0" y="9755"/>
                  </a:lnTo>
                  <a:lnTo>
                    <a:pt x="0" y="3087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3"/>
            <p:cNvSpPr/>
            <p:nvPr/>
          </p:nvSpPr>
          <p:spPr>
            <a:xfrm>
              <a:off x="1066106" y="794062"/>
              <a:ext cx="3016" cy="18836"/>
            </a:xfrm>
            <a:custGeom>
              <a:avLst/>
              <a:gdLst/>
              <a:ahLst/>
              <a:cxnLst/>
              <a:rect l="l" t="t" r="r" b="b"/>
              <a:pathLst>
                <a:path w="3016" h="18836" extrusionOk="0">
                  <a:moveTo>
                    <a:pt x="3016" y="0"/>
                  </a:moveTo>
                  <a:lnTo>
                    <a:pt x="3016" y="14630"/>
                  </a:lnTo>
                  <a:lnTo>
                    <a:pt x="0" y="18836"/>
                  </a:lnTo>
                  <a:lnTo>
                    <a:pt x="0" y="3134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3"/>
            <p:cNvSpPr/>
            <p:nvPr/>
          </p:nvSpPr>
          <p:spPr>
            <a:xfrm>
              <a:off x="1066106" y="760707"/>
              <a:ext cx="3016" cy="9294"/>
            </a:xfrm>
            <a:custGeom>
              <a:avLst/>
              <a:gdLst/>
              <a:ahLst/>
              <a:cxnLst/>
              <a:rect l="l" t="t" r="r" b="b"/>
              <a:pathLst>
                <a:path w="3016" h="9294" extrusionOk="0">
                  <a:moveTo>
                    <a:pt x="3016" y="0"/>
                  </a:moveTo>
                  <a:lnTo>
                    <a:pt x="3016" y="6098"/>
                  </a:lnTo>
                  <a:lnTo>
                    <a:pt x="0" y="9294"/>
                  </a:lnTo>
                  <a:lnTo>
                    <a:pt x="0" y="3296"/>
                  </a:lnTo>
                  <a:lnTo>
                    <a:pt x="1622" y="135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3"/>
            <p:cNvSpPr/>
            <p:nvPr/>
          </p:nvSpPr>
          <p:spPr>
            <a:xfrm>
              <a:off x="1066106" y="741747"/>
              <a:ext cx="3016" cy="8671"/>
            </a:xfrm>
            <a:custGeom>
              <a:avLst/>
              <a:gdLst/>
              <a:ahLst/>
              <a:cxnLst/>
              <a:rect l="l" t="t" r="r" b="b"/>
              <a:pathLst>
                <a:path w="3016" h="8671" extrusionOk="0">
                  <a:moveTo>
                    <a:pt x="3016" y="0"/>
                  </a:moveTo>
                  <a:lnTo>
                    <a:pt x="3016" y="5355"/>
                  </a:lnTo>
                  <a:lnTo>
                    <a:pt x="0" y="8671"/>
                  </a:lnTo>
                  <a:lnTo>
                    <a:pt x="0" y="3670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3"/>
            <p:cNvSpPr/>
            <p:nvPr/>
          </p:nvSpPr>
          <p:spPr>
            <a:xfrm>
              <a:off x="1066106" y="713064"/>
              <a:ext cx="3016" cy="5966"/>
            </a:xfrm>
            <a:custGeom>
              <a:avLst/>
              <a:gdLst/>
              <a:ahLst/>
              <a:cxnLst/>
              <a:rect l="l" t="t" r="r" b="b"/>
              <a:pathLst>
                <a:path w="3016" h="5966" extrusionOk="0">
                  <a:moveTo>
                    <a:pt x="3016" y="0"/>
                  </a:moveTo>
                  <a:lnTo>
                    <a:pt x="3016" y="1684"/>
                  </a:lnTo>
                  <a:lnTo>
                    <a:pt x="0" y="5966"/>
                  </a:lnTo>
                  <a:lnTo>
                    <a:pt x="0" y="2334"/>
                  </a:lnTo>
                  <a:lnTo>
                    <a:pt x="1026" y="107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3"/>
            <p:cNvSpPr/>
            <p:nvPr/>
          </p:nvSpPr>
          <p:spPr>
            <a:xfrm>
              <a:off x="1066106" y="678166"/>
              <a:ext cx="3016" cy="15340"/>
            </a:xfrm>
            <a:custGeom>
              <a:avLst/>
              <a:gdLst/>
              <a:ahLst/>
              <a:cxnLst/>
              <a:rect l="l" t="t" r="r" b="b"/>
              <a:pathLst>
                <a:path w="3016" h="15340" extrusionOk="0">
                  <a:moveTo>
                    <a:pt x="3016" y="0"/>
                  </a:moveTo>
                  <a:lnTo>
                    <a:pt x="3016" y="10829"/>
                  </a:lnTo>
                  <a:lnTo>
                    <a:pt x="2973" y="10886"/>
                  </a:lnTo>
                  <a:lnTo>
                    <a:pt x="0" y="15340"/>
                  </a:lnTo>
                  <a:lnTo>
                    <a:pt x="0" y="4473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3"/>
            <p:cNvSpPr/>
            <p:nvPr/>
          </p:nvSpPr>
          <p:spPr>
            <a:xfrm>
              <a:off x="1066106" y="554404"/>
              <a:ext cx="3016" cy="17413"/>
            </a:xfrm>
            <a:custGeom>
              <a:avLst/>
              <a:gdLst/>
              <a:ahLst/>
              <a:cxnLst/>
              <a:rect l="l" t="t" r="r" b="b"/>
              <a:pathLst>
                <a:path w="3016" h="17413" extrusionOk="0">
                  <a:moveTo>
                    <a:pt x="3016" y="0"/>
                  </a:moveTo>
                  <a:lnTo>
                    <a:pt x="3016" y="12925"/>
                  </a:lnTo>
                  <a:lnTo>
                    <a:pt x="0" y="17413"/>
                  </a:lnTo>
                  <a:lnTo>
                    <a:pt x="0" y="4311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3"/>
            <p:cNvSpPr/>
            <p:nvPr/>
          </p:nvSpPr>
          <p:spPr>
            <a:xfrm>
              <a:off x="1066106" y="365171"/>
              <a:ext cx="3016" cy="132141"/>
            </a:xfrm>
            <a:custGeom>
              <a:avLst/>
              <a:gdLst/>
              <a:ahLst/>
              <a:cxnLst/>
              <a:rect l="l" t="t" r="r" b="b"/>
              <a:pathLst>
                <a:path w="3016" h="132141" extrusionOk="0">
                  <a:moveTo>
                    <a:pt x="0" y="0"/>
                  </a:moveTo>
                  <a:lnTo>
                    <a:pt x="1026" y="3730"/>
                  </a:lnTo>
                  <a:lnTo>
                    <a:pt x="3016" y="10485"/>
                  </a:lnTo>
                  <a:lnTo>
                    <a:pt x="3016" y="28570"/>
                  </a:lnTo>
                  <a:lnTo>
                    <a:pt x="2385" y="27097"/>
                  </a:lnTo>
                  <a:cubicBezTo>
                    <a:pt x="2093" y="26804"/>
                    <a:pt x="1879" y="26670"/>
                    <a:pt x="1772" y="26670"/>
                  </a:cubicBezTo>
                  <a:lnTo>
                    <a:pt x="3016" y="30325"/>
                  </a:lnTo>
                  <a:lnTo>
                    <a:pt x="3016" y="118280"/>
                  </a:lnTo>
                  <a:lnTo>
                    <a:pt x="0" y="132141"/>
                  </a:lnTo>
                  <a:lnTo>
                    <a:pt x="0" y="55029"/>
                  </a:lnTo>
                  <a:lnTo>
                    <a:pt x="360" y="53129"/>
                  </a:lnTo>
                  <a:lnTo>
                    <a:pt x="0" y="51805"/>
                  </a:lnTo>
                  <a:lnTo>
                    <a:pt x="0" y="19022"/>
                  </a:lnTo>
                  <a:lnTo>
                    <a:pt x="1506" y="22035"/>
                  </a:lnTo>
                  <a:cubicBezTo>
                    <a:pt x="1639" y="22035"/>
                    <a:pt x="1692" y="21715"/>
                    <a:pt x="1692" y="21075"/>
                  </a:cubicBezTo>
                  <a:lnTo>
                    <a:pt x="0" y="1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3"/>
            <p:cNvSpPr/>
            <p:nvPr/>
          </p:nvSpPr>
          <p:spPr>
            <a:xfrm>
              <a:off x="1066106" y="290631"/>
              <a:ext cx="3016" cy="41916"/>
            </a:xfrm>
            <a:custGeom>
              <a:avLst/>
              <a:gdLst/>
              <a:ahLst/>
              <a:cxnLst/>
              <a:rect l="l" t="t" r="r" b="b"/>
              <a:pathLst>
                <a:path w="3016" h="41916" extrusionOk="0">
                  <a:moveTo>
                    <a:pt x="0" y="0"/>
                  </a:moveTo>
                  <a:lnTo>
                    <a:pt x="3016" y="13029"/>
                  </a:lnTo>
                  <a:lnTo>
                    <a:pt x="3016" y="41916"/>
                  </a:lnTo>
                  <a:lnTo>
                    <a:pt x="1026" y="33532"/>
                  </a:lnTo>
                  <a:lnTo>
                    <a:pt x="0" y="28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3"/>
            <p:cNvSpPr/>
            <p:nvPr/>
          </p:nvSpPr>
          <p:spPr>
            <a:xfrm>
              <a:off x="1066106" y="255755"/>
              <a:ext cx="3016" cy="24391"/>
            </a:xfrm>
            <a:custGeom>
              <a:avLst/>
              <a:gdLst/>
              <a:ahLst/>
              <a:cxnLst/>
              <a:rect l="l" t="t" r="r" b="b"/>
              <a:pathLst>
                <a:path w="3016" h="24391" extrusionOk="0">
                  <a:moveTo>
                    <a:pt x="0" y="0"/>
                  </a:moveTo>
                  <a:lnTo>
                    <a:pt x="1927" y="10014"/>
                  </a:lnTo>
                  <a:lnTo>
                    <a:pt x="3016" y="16866"/>
                  </a:lnTo>
                  <a:lnTo>
                    <a:pt x="3016" y="22032"/>
                  </a:lnTo>
                  <a:lnTo>
                    <a:pt x="2758" y="24391"/>
                  </a:lnTo>
                  <a:cubicBezTo>
                    <a:pt x="2652" y="24391"/>
                    <a:pt x="2518" y="24364"/>
                    <a:pt x="2385" y="24311"/>
                  </a:cubicBezTo>
                  <a:cubicBezTo>
                    <a:pt x="2132" y="24227"/>
                    <a:pt x="1733" y="23226"/>
                    <a:pt x="1220" y="21475"/>
                  </a:cubicBezTo>
                  <a:lnTo>
                    <a:pt x="0" y="1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3"/>
            <p:cNvSpPr/>
            <p:nvPr/>
          </p:nvSpPr>
          <p:spPr>
            <a:xfrm>
              <a:off x="1066106" y="118128"/>
              <a:ext cx="3016" cy="15762"/>
            </a:xfrm>
            <a:custGeom>
              <a:avLst/>
              <a:gdLst/>
              <a:ahLst/>
              <a:cxnLst/>
              <a:rect l="l" t="t" r="r" b="b"/>
              <a:pathLst>
                <a:path w="3016" h="15762" extrusionOk="0">
                  <a:moveTo>
                    <a:pt x="3016" y="0"/>
                  </a:moveTo>
                  <a:lnTo>
                    <a:pt x="3016" y="12154"/>
                  </a:lnTo>
                  <a:lnTo>
                    <a:pt x="0" y="15762"/>
                  </a:lnTo>
                  <a:lnTo>
                    <a:pt x="0" y="401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3"/>
            <p:cNvSpPr/>
            <p:nvPr/>
          </p:nvSpPr>
          <p:spPr>
            <a:xfrm>
              <a:off x="1069122" y="794561"/>
              <a:ext cx="99828" cy="101438"/>
            </a:xfrm>
            <a:custGeom>
              <a:avLst/>
              <a:gdLst/>
              <a:ahLst/>
              <a:cxnLst/>
              <a:rect l="l" t="t" r="r" b="b"/>
              <a:pathLst>
                <a:path w="99828" h="101438" extrusionOk="0">
                  <a:moveTo>
                    <a:pt x="99828" y="0"/>
                  </a:moveTo>
                  <a:lnTo>
                    <a:pt x="99828" y="38906"/>
                  </a:lnTo>
                  <a:lnTo>
                    <a:pt x="88843" y="49126"/>
                  </a:lnTo>
                  <a:lnTo>
                    <a:pt x="38145" y="101438"/>
                  </a:lnTo>
                  <a:lnTo>
                    <a:pt x="20811" y="101438"/>
                  </a:lnTo>
                  <a:lnTo>
                    <a:pt x="50101" y="69164"/>
                  </a:lnTo>
                  <a:cubicBezTo>
                    <a:pt x="57801" y="61170"/>
                    <a:pt x="61052" y="57386"/>
                    <a:pt x="60466" y="57386"/>
                  </a:cubicBezTo>
                  <a:cubicBezTo>
                    <a:pt x="59720" y="57386"/>
                    <a:pt x="52952" y="63355"/>
                    <a:pt x="41415" y="74519"/>
                  </a:cubicBezTo>
                  <a:cubicBezTo>
                    <a:pt x="34407" y="81194"/>
                    <a:pt x="26187" y="89580"/>
                    <a:pt x="17768" y="98531"/>
                  </a:cubicBezTo>
                  <a:lnTo>
                    <a:pt x="15131" y="101438"/>
                  </a:lnTo>
                  <a:lnTo>
                    <a:pt x="9735" y="101438"/>
                  </a:lnTo>
                  <a:lnTo>
                    <a:pt x="10354" y="100740"/>
                  </a:lnTo>
                  <a:cubicBezTo>
                    <a:pt x="39591" y="69500"/>
                    <a:pt x="73149" y="38455"/>
                    <a:pt x="90175" y="28423"/>
                  </a:cubicBezTo>
                  <a:cubicBezTo>
                    <a:pt x="98195" y="23761"/>
                    <a:pt x="99527" y="21762"/>
                    <a:pt x="96863" y="19098"/>
                  </a:cubicBezTo>
                  <a:cubicBezTo>
                    <a:pt x="95903" y="18618"/>
                    <a:pt x="94971" y="18138"/>
                    <a:pt x="94012" y="18138"/>
                  </a:cubicBezTo>
                  <a:cubicBezTo>
                    <a:pt x="93639" y="18138"/>
                    <a:pt x="93239" y="18218"/>
                    <a:pt x="92840" y="18432"/>
                  </a:cubicBezTo>
                  <a:cubicBezTo>
                    <a:pt x="89842" y="19930"/>
                    <a:pt x="42511" y="63500"/>
                    <a:pt x="14243" y="90260"/>
                  </a:cubicBezTo>
                  <a:lnTo>
                    <a:pt x="2546" y="101438"/>
                  </a:lnTo>
                  <a:lnTo>
                    <a:pt x="0" y="101438"/>
                  </a:lnTo>
                  <a:lnTo>
                    <a:pt x="0" y="94086"/>
                  </a:lnTo>
                  <a:lnTo>
                    <a:pt x="21159" y="73042"/>
                  </a:lnTo>
                  <a:cubicBezTo>
                    <a:pt x="30665" y="63956"/>
                    <a:pt x="41934" y="53483"/>
                    <a:pt x="55456" y="41133"/>
                  </a:cubicBezTo>
                  <a:cubicBezTo>
                    <a:pt x="73482" y="24607"/>
                    <a:pt x="89634" y="9579"/>
                    <a:pt x="97145" y="2536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3"/>
            <p:cNvSpPr/>
            <p:nvPr/>
          </p:nvSpPr>
          <p:spPr>
            <a:xfrm>
              <a:off x="1069122" y="787686"/>
              <a:ext cx="99828" cy="93852"/>
            </a:xfrm>
            <a:custGeom>
              <a:avLst/>
              <a:gdLst/>
              <a:ahLst/>
              <a:cxnLst/>
              <a:rect l="l" t="t" r="r" b="b"/>
              <a:pathLst>
                <a:path w="99828" h="93852" extrusionOk="0">
                  <a:moveTo>
                    <a:pt x="99828" y="0"/>
                  </a:moveTo>
                  <a:lnTo>
                    <a:pt x="99828" y="4866"/>
                  </a:lnTo>
                  <a:lnTo>
                    <a:pt x="96410" y="7135"/>
                  </a:lnTo>
                  <a:cubicBezTo>
                    <a:pt x="92753" y="9913"/>
                    <a:pt x="87417" y="14143"/>
                    <a:pt x="80156" y="19951"/>
                  </a:cubicBezTo>
                  <a:cubicBezTo>
                    <a:pt x="56123" y="39322"/>
                    <a:pt x="33421" y="59359"/>
                    <a:pt x="11386" y="81394"/>
                  </a:cubicBezTo>
                  <a:lnTo>
                    <a:pt x="0" y="93852"/>
                  </a:lnTo>
                  <a:lnTo>
                    <a:pt x="0" y="90516"/>
                  </a:lnTo>
                  <a:lnTo>
                    <a:pt x="24488" y="63526"/>
                  </a:lnTo>
                  <a:cubicBezTo>
                    <a:pt x="43273" y="45157"/>
                    <a:pt x="63144" y="27958"/>
                    <a:pt x="84180" y="11931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3"/>
            <p:cNvSpPr/>
            <p:nvPr/>
          </p:nvSpPr>
          <p:spPr>
            <a:xfrm>
              <a:off x="1069122" y="776990"/>
              <a:ext cx="99828" cy="93602"/>
            </a:xfrm>
            <a:custGeom>
              <a:avLst/>
              <a:gdLst/>
              <a:ahLst/>
              <a:cxnLst/>
              <a:rect l="l" t="t" r="r" b="b"/>
              <a:pathLst>
                <a:path w="99828" h="93602" extrusionOk="0">
                  <a:moveTo>
                    <a:pt x="99828" y="0"/>
                  </a:moveTo>
                  <a:lnTo>
                    <a:pt x="99828" y="4097"/>
                  </a:lnTo>
                  <a:lnTo>
                    <a:pt x="90671" y="11353"/>
                  </a:lnTo>
                  <a:cubicBezTo>
                    <a:pt x="77312" y="22121"/>
                    <a:pt x="61785" y="34977"/>
                    <a:pt x="50767" y="44662"/>
                  </a:cubicBezTo>
                  <a:cubicBezTo>
                    <a:pt x="42420" y="51843"/>
                    <a:pt x="32488" y="61111"/>
                    <a:pt x="22254" y="71087"/>
                  </a:cubicBezTo>
                  <a:lnTo>
                    <a:pt x="0" y="93602"/>
                  </a:lnTo>
                  <a:lnTo>
                    <a:pt x="0" y="89041"/>
                  </a:lnTo>
                  <a:lnTo>
                    <a:pt x="46354" y="4341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3"/>
            <p:cNvSpPr/>
            <p:nvPr/>
          </p:nvSpPr>
          <p:spPr>
            <a:xfrm>
              <a:off x="1069122" y="766701"/>
              <a:ext cx="99828" cy="90343"/>
            </a:xfrm>
            <a:custGeom>
              <a:avLst/>
              <a:gdLst/>
              <a:ahLst/>
              <a:cxnLst/>
              <a:rect l="l" t="t" r="r" b="b"/>
              <a:pathLst>
                <a:path w="99828" h="90343" extrusionOk="0">
                  <a:moveTo>
                    <a:pt x="99828" y="0"/>
                  </a:moveTo>
                  <a:lnTo>
                    <a:pt x="99828" y="3070"/>
                  </a:lnTo>
                  <a:lnTo>
                    <a:pt x="87840" y="12049"/>
                  </a:lnTo>
                  <a:cubicBezTo>
                    <a:pt x="67973" y="27406"/>
                    <a:pt x="46437" y="44933"/>
                    <a:pt x="34087" y="56283"/>
                  </a:cubicBezTo>
                  <a:cubicBezTo>
                    <a:pt x="28951" y="60919"/>
                    <a:pt x="23135" y="66518"/>
                    <a:pt x="17062" y="72611"/>
                  </a:cubicBezTo>
                  <a:lnTo>
                    <a:pt x="0" y="90343"/>
                  </a:lnTo>
                  <a:lnTo>
                    <a:pt x="0" y="87734"/>
                  </a:lnTo>
                  <a:lnTo>
                    <a:pt x="40099" y="45855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3"/>
            <p:cNvSpPr/>
            <p:nvPr/>
          </p:nvSpPr>
          <p:spPr>
            <a:xfrm>
              <a:off x="1069122" y="749741"/>
              <a:ext cx="99828" cy="96760"/>
            </a:xfrm>
            <a:custGeom>
              <a:avLst/>
              <a:gdLst/>
              <a:ahLst/>
              <a:cxnLst/>
              <a:rect l="l" t="t" r="r" b="b"/>
              <a:pathLst>
                <a:path w="99828" h="96760" extrusionOk="0">
                  <a:moveTo>
                    <a:pt x="99828" y="0"/>
                  </a:moveTo>
                  <a:lnTo>
                    <a:pt x="99828" y="5912"/>
                  </a:lnTo>
                  <a:lnTo>
                    <a:pt x="40345" y="54306"/>
                  </a:lnTo>
                  <a:lnTo>
                    <a:pt x="0" y="96760"/>
                  </a:lnTo>
                  <a:lnTo>
                    <a:pt x="0" y="90180"/>
                  </a:lnTo>
                  <a:lnTo>
                    <a:pt x="40838" y="48380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3"/>
            <p:cNvSpPr/>
            <p:nvPr/>
          </p:nvSpPr>
          <p:spPr>
            <a:xfrm>
              <a:off x="1069122" y="712541"/>
              <a:ext cx="1367" cy="2208"/>
            </a:xfrm>
            <a:custGeom>
              <a:avLst/>
              <a:gdLst/>
              <a:ahLst/>
              <a:cxnLst/>
              <a:rect l="l" t="t" r="r" b="b"/>
              <a:pathLst>
                <a:path w="1367" h="2208" extrusionOk="0">
                  <a:moveTo>
                    <a:pt x="968" y="0"/>
                  </a:moveTo>
                  <a:cubicBezTo>
                    <a:pt x="1207" y="0"/>
                    <a:pt x="1367" y="80"/>
                    <a:pt x="1367" y="267"/>
                  </a:cubicBezTo>
                  <a:lnTo>
                    <a:pt x="0" y="2208"/>
                  </a:lnTo>
                  <a:lnTo>
                    <a:pt x="0" y="52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3"/>
            <p:cNvSpPr/>
            <p:nvPr/>
          </p:nvSpPr>
          <p:spPr>
            <a:xfrm>
              <a:off x="1069122" y="696298"/>
              <a:ext cx="99828" cy="112394"/>
            </a:xfrm>
            <a:custGeom>
              <a:avLst/>
              <a:gdLst/>
              <a:ahLst/>
              <a:cxnLst/>
              <a:rect l="l" t="t" r="r" b="b"/>
              <a:pathLst>
                <a:path w="99828" h="112394" extrusionOk="0">
                  <a:moveTo>
                    <a:pt x="99828" y="0"/>
                  </a:moveTo>
                  <a:lnTo>
                    <a:pt x="99828" y="14253"/>
                  </a:lnTo>
                  <a:lnTo>
                    <a:pt x="6030" y="103985"/>
                  </a:lnTo>
                  <a:lnTo>
                    <a:pt x="0" y="112394"/>
                  </a:lnTo>
                  <a:lnTo>
                    <a:pt x="0" y="97764"/>
                  </a:lnTo>
                  <a:lnTo>
                    <a:pt x="53458" y="42221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3"/>
            <p:cNvSpPr/>
            <p:nvPr/>
          </p:nvSpPr>
          <p:spPr>
            <a:xfrm>
              <a:off x="1069122" y="681499"/>
              <a:ext cx="69525" cy="65602"/>
            </a:xfrm>
            <a:custGeom>
              <a:avLst/>
              <a:gdLst/>
              <a:ahLst/>
              <a:cxnLst/>
              <a:rect l="l" t="t" r="r" b="b"/>
              <a:pathLst>
                <a:path w="69525" h="65602" extrusionOk="0">
                  <a:moveTo>
                    <a:pt x="66967" y="0"/>
                  </a:moveTo>
                  <a:cubicBezTo>
                    <a:pt x="69525" y="0"/>
                    <a:pt x="62864" y="6795"/>
                    <a:pt x="44105" y="23288"/>
                  </a:cubicBezTo>
                  <a:cubicBezTo>
                    <a:pt x="31249" y="34306"/>
                    <a:pt x="19521" y="45157"/>
                    <a:pt x="9107" y="55591"/>
                  </a:cubicBezTo>
                  <a:lnTo>
                    <a:pt x="0" y="65602"/>
                  </a:lnTo>
                  <a:lnTo>
                    <a:pt x="0" y="60247"/>
                  </a:lnTo>
                  <a:lnTo>
                    <a:pt x="4032" y="55342"/>
                  </a:lnTo>
                  <a:cubicBezTo>
                    <a:pt x="23402" y="35998"/>
                    <a:pt x="43440" y="17959"/>
                    <a:pt x="64809" y="586"/>
                  </a:cubicBezTo>
                  <a:cubicBezTo>
                    <a:pt x="65794" y="187"/>
                    <a:pt x="66514" y="0"/>
                    <a:pt x="66967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3"/>
            <p:cNvSpPr/>
            <p:nvPr/>
          </p:nvSpPr>
          <p:spPr>
            <a:xfrm>
              <a:off x="1069122" y="671104"/>
              <a:ext cx="99828" cy="95701"/>
            </a:xfrm>
            <a:custGeom>
              <a:avLst/>
              <a:gdLst/>
              <a:ahLst/>
              <a:cxnLst/>
              <a:rect l="l" t="t" r="r" b="b"/>
              <a:pathLst>
                <a:path w="99828" h="95701" extrusionOk="0">
                  <a:moveTo>
                    <a:pt x="99828" y="0"/>
                  </a:moveTo>
                  <a:lnTo>
                    <a:pt x="99828" y="5285"/>
                  </a:lnTo>
                  <a:lnTo>
                    <a:pt x="88225" y="15262"/>
                  </a:lnTo>
                  <a:cubicBezTo>
                    <a:pt x="48325" y="49712"/>
                    <a:pt x="23959" y="71344"/>
                    <a:pt x="7622" y="87623"/>
                  </a:cubicBezTo>
                  <a:lnTo>
                    <a:pt x="0" y="95701"/>
                  </a:lnTo>
                  <a:lnTo>
                    <a:pt x="0" y="89603"/>
                  </a:lnTo>
                  <a:lnTo>
                    <a:pt x="27665" y="62798"/>
                  </a:lnTo>
                  <a:cubicBezTo>
                    <a:pt x="39714" y="51798"/>
                    <a:pt x="54444" y="38859"/>
                    <a:pt x="72803" y="22999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3"/>
            <p:cNvSpPr/>
            <p:nvPr/>
          </p:nvSpPr>
          <p:spPr>
            <a:xfrm>
              <a:off x="1069122" y="573285"/>
              <a:ext cx="99828" cy="115710"/>
            </a:xfrm>
            <a:custGeom>
              <a:avLst/>
              <a:gdLst/>
              <a:ahLst/>
              <a:cxnLst/>
              <a:rect l="l" t="t" r="r" b="b"/>
              <a:pathLst>
                <a:path w="99828" h="115710" extrusionOk="0">
                  <a:moveTo>
                    <a:pt x="99828" y="0"/>
                  </a:moveTo>
                  <a:lnTo>
                    <a:pt x="99828" y="11361"/>
                  </a:lnTo>
                  <a:lnTo>
                    <a:pt x="74551" y="33437"/>
                  </a:lnTo>
                  <a:cubicBezTo>
                    <a:pt x="47438" y="57640"/>
                    <a:pt x="35913" y="69905"/>
                    <a:pt x="21405" y="87431"/>
                  </a:cubicBezTo>
                  <a:lnTo>
                    <a:pt x="0" y="115710"/>
                  </a:lnTo>
                  <a:lnTo>
                    <a:pt x="0" y="104881"/>
                  </a:lnTo>
                  <a:lnTo>
                    <a:pt x="4160" y="98712"/>
                  </a:lnTo>
                  <a:cubicBezTo>
                    <a:pt x="23157" y="72440"/>
                    <a:pt x="40729" y="53403"/>
                    <a:pt x="72204" y="24610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3"/>
            <p:cNvSpPr/>
            <p:nvPr/>
          </p:nvSpPr>
          <p:spPr>
            <a:xfrm>
              <a:off x="1147175" y="528482"/>
              <a:ext cx="21775" cy="20058"/>
            </a:xfrm>
            <a:custGeom>
              <a:avLst/>
              <a:gdLst/>
              <a:ahLst/>
              <a:cxnLst/>
              <a:rect l="l" t="t" r="r" b="b"/>
              <a:pathLst>
                <a:path w="21775" h="20058" extrusionOk="0">
                  <a:moveTo>
                    <a:pt x="21775" y="0"/>
                  </a:moveTo>
                  <a:lnTo>
                    <a:pt x="21775" y="4862"/>
                  </a:lnTo>
                  <a:lnTo>
                    <a:pt x="16125" y="10037"/>
                  </a:lnTo>
                  <a:cubicBezTo>
                    <a:pt x="8944" y="16049"/>
                    <a:pt x="3435" y="20058"/>
                    <a:pt x="2103" y="20058"/>
                  </a:cubicBezTo>
                  <a:cubicBezTo>
                    <a:pt x="1970" y="20058"/>
                    <a:pt x="1837" y="20058"/>
                    <a:pt x="1704" y="20058"/>
                  </a:cubicBezTo>
                  <a:cubicBezTo>
                    <a:pt x="5" y="20058"/>
                    <a:pt x="0" y="19714"/>
                    <a:pt x="10771" y="9931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3"/>
            <p:cNvSpPr/>
            <p:nvPr/>
          </p:nvSpPr>
          <p:spPr>
            <a:xfrm>
              <a:off x="1156926" y="508451"/>
              <a:ext cx="12024" cy="13126"/>
            </a:xfrm>
            <a:custGeom>
              <a:avLst/>
              <a:gdLst/>
              <a:ahLst/>
              <a:cxnLst/>
              <a:rect l="l" t="t" r="r" b="b"/>
              <a:pathLst>
                <a:path w="12024" h="13126" extrusionOk="0">
                  <a:moveTo>
                    <a:pt x="12024" y="0"/>
                  </a:moveTo>
                  <a:lnTo>
                    <a:pt x="12024" y="3943"/>
                  </a:lnTo>
                  <a:lnTo>
                    <a:pt x="8181" y="7482"/>
                  </a:lnTo>
                  <a:cubicBezTo>
                    <a:pt x="4026" y="11042"/>
                    <a:pt x="1192" y="13126"/>
                    <a:pt x="346" y="13126"/>
                  </a:cubicBezTo>
                  <a:cubicBezTo>
                    <a:pt x="0" y="13126"/>
                    <a:pt x="0" y="12779"/>
                    <a:pt x="373" y="12033"/>
                  </a:cubicBezTo>
                  <a:cubicBezTo>
                    <a:pt x="373" y="11700"/>
                    <a:pt x="3211" y="8696"/>
                    <a:pt x="7800" y="4106"/>
                  </a:cubicBezTo>
                  <a:lnTo>
                    <a:pt x="12024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3"/>
            <p:cNvSpPr/>
            <p:nvPr/>
          </p:nvSpPr>
          <p:spPr>
            <a:xfrm>
              <a:off x="1069122" y="441830"/>
              <a:ext cx="99828" cy="125498"/>
            </a:xfrm>
            <a:custGeom>
              <a:avLst/>
              <a:gdLst/>
              <a:ahLst/>
              <a:cxnLst/>
              <a:rect l="l" t="t" r="r" b="b"/>
              <a:pathLst>
                <a:path w="99828" h="125498" extrusionOk="0">
                  <a:moveTo>
                    <a:pt x="99828" y="0"/>
                  </a:moveTo>
                  <a:lnTo>
                    <a:pt x="99828" y="12431"/>
                  </a:lnTo>
                  <a:lnTo>
                    <a:pt x="78787" y="33803"/>
                  </a:lnTo>
                  <a:cubicBezTo>
                    <a:pt x="48541" y="65098"/>
                    <a:pt x="25692" y="90639"/>
                    <a:pt x="9041" y="112046"/>
                  </a:cubicBezTo>
                  <a:lnTo>
                    <a:pt x="0" y="125498"/>
                  </a:lnTo>
                  <a:lnTo>
                    <a:pt x="0" y="112573"/>
                  </a:lnTo>
                  <a:lnTo>
                    <a:pt x="7100" y="102427"/>
                  </a:lnTo>
                  <a:cubicBezTo>
                    <a:pt x="18458" y="87682"/>
                    <a:pt x="32966" y="70636"/>
                    <a:pt x="50269" y="51643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3"/>
            <p:cNvSpPr/>
            <p:nvPr/>
          </p:nvSpPr>
          <p:spPr>
            <a:xfrm>
              <a:off x="1092445" y="328108"/>
              <a:ext cx="76505" cy="86061"/>
            </a:xfrm>
            <a:custGeom>
              <a:avLst/>
              <a:gdLst/>
              <a:ahLst/>
              <a:cxnLst/>
              <a:rect l="l" t="t" r="r" b="b"/>
              <a:pathLst>
                <a:path w="76505" h="86061" extrusionOk="0">
                  <a:moveTo>
                    <a:pt x="76505" y="0"/>
                  </a:moveTo>
                  <a:lnTo>
                    <a:pt x="76505" y="8061"/>
                  </a:lnTo>
                  <a:lnTo>
                    <a:pt x="55668" y="29678"/>
                  </a:lnTo>
                  <a:cubicBezTo>
                    <a:pt x="45483" y="40279"/>
                    <a:pt x="35465" y="50797"/>
                    <a:pt x="28111" y="58804"/>
                  </a:cubicBezTo>
                  <a:cubicBezTo>
                    <a:pt x="10525" y="77935"/>
                    <a:pt x="2398" y="86061"/>
                    <a:pt x="586" y="86061"/>
                  </a:cubicBezTo>
                  <a:cubicBezTo>
                    <a:pt x="0" y="86061"/>
                    <a:pt x="80" y="85182"/>
                    <a:pt x="746" y="83530"/>
                  </a:cubicBezTo>
                  <a:cubicBezTo>
                    <a:pt x="1745" y="80513"/>
                    <a:pt x="27909" y="51596"/>
                    <a:pt x="55013" y="22669"/>
                  </a:cubicBezTo>
                  <a:lnTo>
                    <a:pt x="76505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3"/>
            <p:cNvSpPr/>
            <p:nvPr/>
          </p:nvSpPr>
          <p:spPr>
            <a:xfrm>
              <a:off x="1069122" y="272621"/>
              <a:ext cx="335" cy="5165"/>
            </a:xfrm>
            <a:custGeom>
              <a:avLst/>
              <a:gdLst/>
              <a:ahLst/>
              <a:cxnLst/>
              <a:rect l="l" t="t" r="r" b="b"/>
              <a:pathLst>
                <a:path w="335" h="5165" extrusionOk="0">
                  <a:moveTo>
                    <a:pt x="0" y="0"/>
                  </a:moveTo>
                  <a:lnTo>
                    <a:pt x="335" y="2105"/>
                  </a:lnTo>
                  <a:lnTo>
                    <a:pt x="0" y="5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3"/>
            <p:cNvSpPr/>
            <p:nvPr/>
          </p:nvSpPr>
          <p:spPr>
            <a:xfrm>
              <a:off x="1069122" y="54525"/>
              <a:ext cx="99828" cy="428926"/>
            </a:xfrm>
            <a:custGeom>
              <a:avLst/>
              <a:gdLst/>
              <a:ahLst/>
              <a:cxnLst/>
              <a:rect l="l" t="t" r="r" b="b"/>
              <a:pathLst>
                <a:path w="99828" h="428926" extrusionOk="0">
                  <a:moveTo>
                    <a:pt x="99828" y="0"/>
                  </a:moveTo>
                  <a:lnTo>
                    <a:pt x="99828" y="51728"/>
                  </a:lnTo>
                  <a:lnTo>
                    <a:pt x="98691" y="56931"/>
                  </a:lnTo>
                  <a:cubicBezTo>
                    <a:pt x="93179" y="80972"/>
                    <a:pt x="87164" y="105013"/>
                    <a:pt x="82155" y="122718"/>
                  </a:cubicBezTo>
                  <a:cubicBezTo>
                    <a:pt x="78158" y="138066"/>
                    <a:pt x="75493" y="150749"/>
                    <a:pt x="75493" y="150749"/>
                  </a:cubicBezTo>
                  <a:lnTo>
                    <a:pt x="99828" y="117877"/>
                  </a:lnTo>
                  <a:lnTo>
                    <a:pt x="99828" y="124956"/>
                  </a:lnTo>
                  <a:lnTo>
                    <a:pt x="93765" y="133306"/>
                  </a:lnTo>
                  <a:cubicBezTo>
                    <a:pt x="89675" y="138731"/>
                    <a:pt x="85499" y="144074"/>
                    <a:pt x="82155" y="148084"/>
                  </a:cubicBezTo>
                  <a:cubicBezTo>
                    <a:pt x="76826" y="154772"/>
                    <a:pt x="72136" y="162099"/>
                    <a:pt x="68805" y="169454"/>
                  </a:cubicBezTo>
                  <a:cubicBezTo>
                    <a:pt x="67473" y="172784"/>
                    <a:pt x="61452" y="194846"/>
                    <a:pt x="55456" y="217548"/>
                  </a:cubicBezTo>
                  <a:cubicBezTo>
                    <a:pt x="43812" y="258261"/>
                    <a:pt x="41814" y="266042"/>
                    <a:pt x="42374" y="266042"/>
                  </a:cubicBezTo>
                  <a:cubicBezTo>
                    <a:pt x="42454" y="266042"/>
                    <a:pt x="42587" y="265881"/>
                    <a:pt x="42773" y="265615"/>
                  </a:cubicBezTo>
                  <a:cubicBezTo>
                    <a:pt x="43440" y="264283"/>
                    <a:pt x="48102" y="258954"/>
                    <a:pt x="52792" y="251600"/>
                  </a:cubicBezTo>
                  <a:cubicBezTo>
                    <a:pt x="56789" y="244246"/>
                    <a:pt x="76826" y="219546"/>
                    <a:pt x="96196" y="194154"/>
                  </a:cubicBezTo>
                  <a:lnTo>
                    <a:pt x="99828" y="189487"/>
                  </a:lnTo>
                  <a:lnTo>
                    <a:pt x="99828" y="199386"/>
                  </a:lnTo>
                  <a:lnTo>
                    <a:pt x="95531" y="204838"/>
                  </a:lnTo>
                  <a:cubicBezTo>
                    <a:pt x="80156" y="224875"/>
                    <a:pt x="60119" y="250268"/>
                    <a:pt x="52099" y="262951"/>
                  </a:cubicBezTo>
                  <a:cubicBezTo>
                    <a:pt x="36752" y="284320"/>
                    <a:pt x="36752" y="284320"/>
                    <a:pt x="27399" y="316374"/>
                  </a:cubicBezTo>
                  <a:cubicBezTo>
                    <a:pt x="15276" y="359778"/>
                    <a:pt x="8641" y="387330"/>
                    <a:pt x="9840" y="387330"/>
                  </a:cubicBezTo>
                  <a:cubicBezTo>
                    <a:pt x="9894" y="387330"/>
                    <a:pt x="9947" y="387276"/>
                    <a:pt x="10054" y="387170"/>
                  </a:cubicBezTo>
                  <a:cubicBezTo>
                    <a:pt x="11386" y="385811"/>
                    <a:pt x="20045" y="376485"/>
                    <a:pt x="29398" y="365134"/>
                  </a:cubicBezTo>
                  <a:cubicBezTo>
                    <a:pt x="38750" y="354450"/>
                    <a:pt x="52792" y="340408"/>
                    <a:pt x="59453" y="333746"/>
                  </a:cubicBezTo>
                  <a:lnTo>
                    <a:pt x="99828" y="291093"/>
                  </a:lnTo>
                  <a:lnTo>
                    <a:pt x="99828" y="299551"/>
                  </a:lnTo>
                  <a:lnTo>
                    <a:pt x="96879" y="302753"/>
                  </a:lnTo>
                  <a:cubicBezTo>
                    <a:pt x="87134" y="313200"/>
                    <a:pt x="79330" y="321383"/>
                    <a:pt x="75493" y="325060"/>
                  </a:cubicBezTo>
                  <a:cubicBezTo>
                    <a:pt x="59453" y="339742"/>
                    <a:pt x="28065" y="374460"/>
                    <a:pt x="14050" y="391833"/>
                  </a:cubicBezTo>
                  <a:cubicBezTo>
                    <a:pt x="7535" y="399846"/>
                    <a:pt x="5907" y="402599"/>
                    <a:pt x="1554" y="421786"/>
                  </a:cubicBezTo>
                  <a:lnTo>
                    <a:pt x="0" y="428926"/>
                  </a:lnTo>
                  <a:lnTo>
                    <a:pt x="0" y="340971"/>
                  </a:lnTo>
                  <a:lnTo>
                    <a:pt x="35" y="341074"/>
                  </a:lnTo>
                  <a:cubicBezTo>
                    <a:pt x="834" y="342699"/>
                    <a:pt x="1154" y="343579"/>
                    <a:pt x="1287" y="343579"/>
                  </a:cubicBezTo>
                  <a:cubicBezTo>
                    <a:pt x="1367" y="343579"/>
                    <a:pt x="1367" y="343205"/>
                    <a:pt x="1367" y="342406"/>
                  </a:cubicBezTo>
                  <a:lnTo>
                    <a:pt x="0" y="339216"/>
                  </a:lnTo>
                  <a:lnTo>
                    <a:pt x="0" y="321131"/>
                  </a:lnTo>
                  <a:lnTo>
                    <a:pt x="4698" y="337078"/>
                  </a:lnTo>
                  <a:cubicBezTo>
                    <a:pt x="6696" y="334413"/>
                    <a:pt x="8029" y="331055"/>
                    <a:pt x="8694" y="327725"/>
                  </a:cubicBezTo>
                  <a:cubicBezTo>
                    <a:pt x="10720" y="318372"/>
                    <a:pt x="10720" y="316374"/>
                    <a:pt x="4032" y="295004"/>
                  </a:cubicBezTo>
                  <a:lnTo>
                    <a:pt x="0" y="278022"/>
                  </a:lnTo>
                  <a:lnTo>
                    <a:pt x="0" y="249136"/>
                  </a:lnTo>
                  <a:lnTo>
                    <a:pt x="5364" y="272303"/>
                  </a:lnTo>
                  <a:cubicBezTo>
                    <a:pt x="6696" y="276300"/>
                    <a:pt x="6696" y="278964"/>
                    <a:pt x="5364" y="280324"/>
                  </a:cubicBezTo>
                  <a:cubicBezTo>
                    <a:pt x="4032" y="281655"/>
                    <a:pt x="4032" y="285652"/>
                    <a:pt x="7362" y="294339"/>
                  </a:cubicBezTo>
                  <a:cubicBezTo>
                    <a:pt x="8029" y="299002"/>
                    <a:pt x="10054" y="303025"/>
                    <a:pt x="12718" y="307022"/>
                  </a:cubicBezTo>
                  <a:cubicBezTo>
                    <a:pt x="16049" y="299667"/>
                    <a:pt x="18713" y="292340"/>
                    <a:pt x="20738" y="284986"/>
                  </a:cubicBezTo>
                  <a:cubicBezTo>
                    <a:pt x="26733" y="264283"/>
                    <a:pt x="27399" y="260952"/>
                    <a:pt x="24735" y="252932"/>
                  </a:cubicBezTo>
                  <a:cubicBezTo>
                    <a:pt x="18047" y="233561"/>
                    <a:pt x="13384" y="213524"/>
                    <a:pt x="9361" y="192821"/>
                  </a:cubicBezTo>
                  <a:cubicBezTo>
                    <a:pt x="9547" y="192768"/>
                    <a:pt x="9734" y="192741"/>
                    <a:pt x="9894" y="192741"/>
                  </a:cubicBezTo>
                  <a:cubicBezTo>
                    <a:pt x="11545" y="192741"/>
                    <a:pt x="12718" y="196445"/>
                    <a:pt x="19379" y="218880"/>
                  </a:cubicBezTo>
                  <a:cubicBezTo>
                    <a:pt x="22736" y="231563"/>
                    <a:pt x="26067" y="244246"/>
                    <a:pt x="27399" y="248269"/>
                  </a:cubicBezTo>
                  <a:lnTo>
                    <a:pt x="29398" y="254931"/>
                  </a:lnTo>
                  <a:lnTo>
                    <a:pt x="32089" y="246245"/>
                  </a:lnTo>
                  <a:cubicBezTo>
                    <a:pt x="34087" y="241582"/>
                    <a:pt x="34753" y="237585"/>
                    <a:pt x="34087" y="232895"/>
                  </a:cubicBezTo>
                  <a:cubicBezTo>
                    <a:pt x="34087" y="230897"/>
                    <a:pt x="30730" y="219546"/>
                    <a:pt x="27399" y="208195"/>
                  </a:cubicBezTo>
                  <a:cubicBezTo>
                    <a:pt x="24735" y="200175"/>
                    <a:pt x="22736" y="192155"/>
                    <a:pt x="21405" y="184161"/>
                  </a:cubicBezTo>
                  <a:cubicBezTo>
                    <a:pt x="21671" y="183602"/>
                    <a:pt x="21937" y="183282"/>
                    <a:pt x="22230" y="183282"/>
                  </a:cubicBezTo>
                  <a:cubicBezTo>
                    <a:pt x="23456" y="183282"/>
                    <a:pt x="25267" y="188318"/>
                    <a:pt x="30064" y="204838"/>
                  </a:cubicBezTo>
                  <a:cubicBezTo>
                    <a:pt x="34487" y="220052"/>
                    <a:pt x="36245" y="226154"/>
                    <a:pt x="37657" y="226154"/>
                  </a:cubicBezTo>
                  <a:cubicBezTo>
                    <a:pt x="38617" y="226154"/>
                    <a:pt x="39416" y="223436"/>
                    <a:pt x="40749" y="218880"/>
                  </a:cubicBezTo>
                  <a:cubicBezTo>
                    <a:pt x="44105" y="208861"/>
                    <a:pt x="44105" y="207529"/>
                    <a:pt x="38750" y="193487"/>
                  </a:cubicBezTo>
                  <a:cubicBezTo>
                    <a:pt x="29398" y="168787"/>
                    <a:pt x="27399" y="160767"/>
                    <a:pt x="29398" y="160101"/>
                  </a:cubicBezTo>
                  <a:cubicBezTo>
                    <a:pt x="29424" y="160101"/>
                    <a:pt x="29451" y="160101"/>
                    <a:pt x="29478" y="160101"/>
                  </a:cubicBezTo>
                  <a:cubicBezTo>
                    <a:pt x="30997" y="160101"/>
                    <a:pt x="37524" y="177127"/>
                    <a:pt x="43440" y="194846"/>
                  </a:cubicBezTo>
                  <a:lnTo>
                    <a:pt x="45438" y="202173"/>
                  </a:lnTo>
                  <a:lnTo>
                    <a:pt x="50767" y="186826"/>
                  </a:lnTo>
                  <a:cubicBezTo>
                    <a:pt x="59453" y="160767"/>
                    <a:pt x="60119" y="158103"/>
                    <a:pt x="56123" y="136733"/>
                  </a:cubicBezTo>
                  <a:cubicBezTo>
                    <a:pt x="51433" y="108676"/>
                    <a:pt x="48768" y="80646"/>
                    <a:pt x="48102" y="52589"/>
                  </a:cubicBezTo>
                  <a:cubicBezTo>
                    <a:pt x="47463" y="28048"/>
                    <a:pt x="48023" y="22480"/>
                    <a:pt x="49781" y="22480"/>
                  </a:cubicBezTo>
                  <a:cubicBezTo>
                    <a:pt x="49888" y="22480"/>
                    <a:pt x="49994" y="22506"/>
                    <a:pt x="50101" y="22533"/>
                  </a:cubicBezTo>
                  <a:cubicBezTo>
                    <a:pt x="51433" y="29221"/>
                    <a:pt x="52099" y="35909"/>
                    <a:pt x="51433" y="43236"/>
                  </a:cubicBezTo>
                  <a:cubicBezTo>
                    <a:pt x="51433" y="53921"/>
                    <a:pt x="52099" y="70627"/>
                    <a:pt x="53458" y="79980"/>
                  </a:cubicBezTo>
                  <a:cubicBezTo>
                    <a:pt x="54790" y="103347"/>
                    <a:pt x="58121" y="126049"/>
                    <a:pt x="62118" y="148750"/>
                  </a:cubicBezTo>
                  <a:cubicBezTo>
                    <a:pt x="64143" y="144754"/>
                    <a:pt x="65475" y="141396"/>
                    <a:pt x="66141" y="137400"/>
                  </a:cubicBezTo>
                  <a:cubicBezTo>
                    <a:pt x="69472" y="126715"/>
                    <a:pt x="69472" y="122718"/>
                    <a:pt x="65475" y="97991"/>
                  </a:cubicBezTo>
                  <a:cubicBezTo>
                    <a:pt x="58787" y="58610"/>
                    <a:pt x="54790" y="25890"/>
                    <a:pt x="56789" y="25224"/>
                  </a:cubicBezTo>
                  <a:cubicBezTo>
                    <a:pt x="56948" y="25171"/>
                    <a:pt x="57082" y="25144"/>
                    <a:pt x="57242" y="25144"/>
                  </a:cubicBezTo>
                  <a:cubicBezTo>
                    <a:pt x="59000" y="25144"/>
                    <a:pt x="60226" y="29061"/>
                    <a:pt x="61452" y="43236"/>
                  </a:cubicBezTo>
                  <a:cubicBezTo>
                    <a:pt x="64143" y="66604"/>
                    <a:pt x="67473" y="90664"/>
                    <a:pt x="72136" y="113366"/>
                  </a:cubicBezTo>
                  <a:cubicBezTo>
                    <a:pt x="72189" y="113419"/>
                    <a:pt x="72243" y="113446"/>
                    <a:pt x="72323" y="113446"/>
                  </a:cubicBezTo>
                  <a:cubicBezTo>
                    <a:pt x="73096" y="113446"/>
                    <a:pt x="74907" y="109636"/>
                    <a:pt x="76160" y="104679"/>
                  </a:cubicBezTo>
                  <a:cubicBezTo>
                    <a:pt x="78158" y="96659"/>
                    <a:pt x="77492" y="88666"/>
                    <a:pt x="72803" y="62607"/>
                  </a:cubicBezTo>
                  <a:cubicBezTo>
                    <a:pt x="70138" y="44568"/>
                    <a:pt x="68140" y="29221"/>
                    <a:pt x="68140" y="28555"/>
                  </a:cubicBezTo>
                  <a:cubicBezTo>
                    <a:pt x="68512" y="27675"/>
                    <a:pt x="68886" y="27222"/>
                    <a:pt x="69285" y="27222"/>
                  </a:cubicBezTo>
                  <a:cubicBezTo>
                    <a:pt x="70964" y="27222"/>
                    <a:pt x="72882" y="35829"/>
                    <a:pt x="76160" y="55919"/>
                  </a:cubicBezTo>
                  <a:cubicBezTo>
                    <a:pt x="76826" y="65272"/>
                    <a:pt x="78824" y="74624"/>
                    <a:pt x="80823" y="83976"/>
                  </a:cubicBezTo>
                  <a:cubicBezTo>
                    <a:pt x="80823" y="83976"/>
                    <a:pt x="80849" y="83976"/>
                    <a:pt x="80849" y="83976"/>
                  </a:cubicBezTo>
                  <a:cubicBezTo>
                    <a:pt x="81782" y="83976"/>
                    <a:pt x="87136" y="60837"/>
                    <a:pt x="92753" y="34472"/>
                  </a:cubicBez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3"/>
            <p:cNvSpPr/>
            <p:nvPr/>
          </p:nvSpPr>
          <p:spPr>
            <a:xfrm>
              <a:off x="1069122" y="10330"/>
              <a:ext cx="99828" cy="225079"/>
            </a:xfrm>
            <a:custGeom>
              <a:avLst/>
              <a:gdLst/>
              <a:ahLst/>
              <a:cxnLst/>
              <a:rect l="l" t="t" r="r" b="b"/>
              <a:pathLst>
                <a:path w="99828" h="225079" extrusionOk="0">
                  <a:moveTo>
                    <a:pt x="99828" y="0"/>
                  </a:moveTo>
                  <a:lnTo>
                    <a:pt x="99828" y="8939"/>
                  </a:lnTo>
                  <a:lnTo>
                    <a:pt x="92284" y="16893"/>
                  </a:lnTo>
                  <a:cubicBezTo>
                    <a:pt x="88922" y="20492"/>
                    <a:pt x="84732" y="25015"/>
                    <a:pt x="79490" y="30677"/>
                  </a:cubicBezTo>
                  <a:cubicBezTo>
                    <a:pt x="66141" y="44693"/>
                    <a:pt x="51433" y="60733"/>
                    <a:pt x="46770" y="65396"/>
                  </a:cubicBezTo>
                  <a:cubicBezTo>
                    <a:pt x="38084" y="74082"/>
                    <a:pt x="38084" y="74082"/>
                    <a:pt x="38084" y="90122"/>
                  </a:cubicBezTo>
                  <a:cubicBezTo>
                    <a:pt x="38750" y="130170"/>
                    <a:pt x="42773" y="170244"/>
                    <a:pt x="49435" y="210318"/>
                  </a:cubicBezTo>
                  <a:cubicBezTo>
                    <a:pt x="51273" y="221375"/>
                    <a:pt x="50874" y="225079"/>
                    <a:pt x="48182" y="225079"/>
                  </a:cubicBezTo>
                  <a:cubicBezTo>
                    <a:pt x="47943" y="225079"/>
                    <a:pt x="47703" y="225053"/>
                    <a:pt x="47436" y="224999"/>
                  </a:cubicBezTo>
                  <a:cubicBezTo>
                    <a:pt x="45438" y="224333"/>
                    <a:pt x="44105" y="222335"/>
                    <a:pt x="42773" y="214981"/>
                  </a:cubicBezTo>
                  <a:cubicBezTo>
                    <a:pt x="39416" y="195610"/>
                    <a:pt x="34087" y="124841"/>
                    <a:pt x="34087" y="102805"/>
                  </a:cubicBezTo>
                  <a:cubicBezTo>
                    <a:pt x="34087" y="95451"/>
                    <a:pt x="33421" y="88097"/>
                    <a:pt x="32755" y="80770"/>
                  </a:cubicBezTo>
                  <a:lnTo>
                    <a:pt x="0" y="119952"/>
                  </a:lnTo>
                  <a:lnTo>
                    <a:pt x="0" y="107798"/>
                  </a:lnTo>
                  <a:lnTo>
                    <a:pt x="8208" y="96870"/>
                  </a:lnTo>
                  <a:cubicBezTo>
                    <a:pt x="23569" y="78252"/>
                    <a:pt x="39762" y="60387"/>
                    <a:pt x="56789" y="43360"/>
                  </a:cubicBezTo>
                  <a:cubicBezTo>
                    <a:pt x="73495" y="25988"/>
                    <a:pt x="91507" y="7309"/>
                    <a:pt x="96863" y="1288"/>
                  </a:cubicBezTo>
                  <a:lnTo>
                    <a:pt x="96196" y="3286"/>
                  </a:lnTo>
                  <a:lnTo>
                    <a:pt x="99828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3"/>
            <p:cNvSpPr/>
            <p:nvPr/>
          </p:nvSpPr>
          <p:spPr>
            <a:xfrm>
              <a:off x="1168950" y="721654"/>
              <a:ext cx="40440" cy="33999"/>
            </a:xfrm>
            <a:custGeom>
              <a:avLst/>
              <a:gdLst/>
              <a:ahLst/>
              <a:cxnLst/>
              <a:rect l="l" t="t" r="r" b="b"/>
              <a:pathLst>
                <a:path w="40440" h="33999" extrusionOk="0">
                  <a:moveTo>
                    <a:pt x="39640" y="0"/>
                  </a:moveTo>
                  <a:cubicBezTo>
                    <a:pt x="40067" y="0"/>
                    <a:pt x="40333" y="186"/>
                    <a:pt x="40440" y="506"/>
                  </a:cubicBezTo>
                  <a:cubicBezTo>
                    <a:pt x="36416" y="5169"/>
                    <a:pt x="31753" y="9192"/>
                    <a:pt x="26398" y="12523"/>
                  </a:cubicBezTo>
                  <a:lnTo>
                    <a:pt x="0" y="33999"/>
                  </a:lnTo>
                  <a:lnTo>
                    <a:pt x="0" y="28087"/>
                  </a:lnTo>
                  <a:lnTo>
                    <a:pt x="8386" y="21209"/>
                  </a:lnTo>
                  <a:cubicBezTo>
                    <a:pt x="29649" y="4956"/>
                    <a:pt x="37323" y="0"/>
                    <a:pt x="39640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3"/>
            <p:cNvSpPr/>
            <p:nvPr/>
          </p:nvSpPr>
          <p:spPr>
            <a:xfrm>
              <a:off x="1168950" y="619634"/>
              <a:ext cx="85691" cy="213833"/>
            </a:xfrm>
            <a:custGeom>
              <a:avLst/>
              <a:gdLst/>
              <a:ahLst/>
              <a:cxnLst/>
              <a:rect l="l" t="t" r="r" b="b"/>
              <a:pathLst>
                <a:path w="85691" h="213833" extrusionOk="0">
                  <a:moveTo>
                    <a:pt x="85691" y="0"/>
                  </a:moveTo>
                  <a:lnTo>
                    <a:pt x="85691" y="11543"/>
                  </a:lnTo>
                  <a:lnTo>
                    <a:pt x="85283" y="11800"/>
                  </a:lnTo>
                  <a:lnTo>
                    <a:pt x="85691" y="12207"/>
                  </a:lnTo>
                  <a:lnTo>
                    <a:pt x="85691" y="62830"/>
                  </a:lnTo>
                  <a:lnTo>
                    <a:pt x="83844" y="66475"/>
                  </a:lnTo>
                  <a:cubicBezTo>
                    <a:pt x="77157" y="79824"/>
                    <a:pt x="67804" y="97863"/>
                    <a:pt x="63808" y="105190"/>
                  </a:cubicBezTo>
                  <a:cubicBezTo>
                    <a:pt x="60477" y="109880"/>
                    <a:pt x="57786" y="114543"/>
                    <a:pt x="55787" y="119898"/>
                  </a:cubicBezTo>
                  <a:cubicBezTo>
                    <a:pt x="55787" y="120564"/>
                    <a:pt x="55121" y="122563"/>
                    <a:pt x="53123" y="124561"/>
                  </a:cubicBezTo>
                  <a:cubicBezTo>
                    <a:pt x="49126" y="128558"/>
                    <a:pt x="45103" y="133913"/>
                    <a:pt x="42438" y="139243"/>
                  </a:cubicBezTo>
                  <a:cubicBezTo>
                    <a:pt x="37776" y="145931"/>
                    <a:pt x="30421" y="155949"/>
                    <a:pt x="25732" y="162637"/>
                  </a:cubicBezTo>
                  <a:cubicBezTo>
                    <a:pt x="20403" y="169298"/>
                    <a:pt x="14381" y="177318"/>
                    <a:pt x="12383" y="181315"/>
                  </a:cubicBezTo>
                  <a:cubicBezTo>
                    <a:pt x="7720" y="187337"/>
                    <a:pt x="7720" y="188003"/>
                    <a:pt x="11717" y="190001"/>
                  </a:cubicBezTo>
                  <a:cubicBezTo>
                    <a:pt x="17732" y="193518"/>
                    <a:pt x="17737" y="196646"/>
                    <a:pt x="5527" y="208691"/>
                  </a:cubicBezTo>
                  <a:lnTo>
                    <a:pt x="0" y="213833"/>
                  </a:lnTo>
                  <a:lnTo>
                    <a:pt x="0" y="174927"/>
                  </a:lnTo>
                  <a:lnTo>
                    <a:pt x="1698" y="173322"/>
                  </a:lnTo>
                  <a:cubicBezTo>
                    <a:pt x="2791" y="171829"/>
                    <a:pt x="3190" y="171083"/>
                    <a:pt x="2764" y="171083"/>
                  </a:cubicBezTo>
                  <a:lnTo>
                    <a:pt x="0" y="172918"/>
                  </a:lnTo>
                  <a:lnTo>
                    <a:pt x="0" y="168052"/>
                  </a:lnTo>
                  <a:lnTo>
                    <a:pt x="2070" y="166473"/>
                  </a:lnTo>
                  <a:cubicBezTo>
                    <a:pt x="15434" y="156114"/>
                    <a:pt x="17072" y="154110"/>
                    <a:pt x="19071" y="150594"/>
                  </a:cubicBezTo>
                  <a:lnTo>
                    <a:pt x="18404" y="150594"/>
                  </a:lnTo>
                  <a:cubicBezTo>
                    <a:pt x="20083" y="148062"/>
                    <a:pt x="20722" y="147129"/>
                    <a:pt x="20083" y="147129"/>
                  </a:cubicBezTo>
                  <a:cubicBezTo>
                    <a:pt x="19737" y="147129"/>
                    <a:pt x="18964" y="147449"/>
                    <a:pt x="17738" y="147929"/>
                  </a:cubicBezTo>
                  <a:cubicBezTo>
                    <a:pt x="16566" y="148595"/>
                    <a:pt x="13182" y="151098"/>
                    <a:pt x="8422" y="154780"/>
                  </a:cubicBezTo>
                  <a:lnTo>
                    <a:pt x="0" y="161453"/>
                  </a:lnTo>
                  <a:lnTo>
                    <a:pt x="0" y="157356"/>
                  </a:lnTo>
                  <a:lnTo>
                    <a:pt x="15713" y="144598"/>
                  </a:lnTo>
                  <a:cubicBezTo>
                    <a:pt x="22401" y="140601"/>
                    <a:pt x="28423" y="135246"/>
                    <a:pt x="33086" y="129917"/>
                  </a:cubicBezTo>
                  <a:lnTo>
                    <a:pt x="33752" y="129917"/>
                  </a:lnTo>
                  <a:lnTo>
                    <a:pt x="35751" y="125893"/>
                  </a:lnTo>
                  <a:lnTo>
                    <a:pt x="31753" y="127892"/>
                  </a:lnTo>
                  <a:cubicBezTo>
                    <a:pt x="28916" y="129231"/>
                    <a:pt x="22947" y="133197"/>
                    <a:pt x="15205" y="138749"/>
                  </a:cubicBezTo>
                  <a:lnTo>
                    <a:pt x="0" y="150138"/>
                  </a:lnTo>
                  <a:lnTo>
                    <a:pt x="0" y="147067"/>
                  </a:lnTo>
                  <a:lnTo>
                    <a:pt x="19737" y="131915"/>
                  </a:lnTo>
                  <a:lnTo>
                    <a:pt x="43771" y="115208"/>
                  </a:lnTo>
                  <a:lnTo>
                    <a:pt x="53123" y="98529"/>
                  </a:lnTo>
                  <a:cubicBezTo>
                    <a:pt x="65139" y="78492"/>
                    <a:pt x="73160" y="59121"/>
                    <a:pt x="71827" y="59121"/>
                  </a:cubicBezTo>
                  <a:cubicBezTo>
                    <a:pt x="71162" y="59121"/>
                    <a:pt x="57120" y="69805"/>
                    <a:pt x="40440" y="83155"/>
                  </a:cubicBezTo>
                  <a:cubicBezTo>
                    <a:pt x="23733" y="95838"/>
                    <a:pt x="9052" y="107855"/>
                    <a:pt x="7054" y="109214"/>
                  </a:cubicBezTo>
                  <a:cubicBezTo>
                    <a:pt x="5642" y="110306"/>
                    <a:pt x="4842" y="110839"/>
                    <a:pt x="4469" y="110839"/>
                  </a:cubicBezTo>
                  <a:cubicBezTo>
                    <a:pt x="3936" y="110839"/>
                    <a:pt x="4256" y="109800"/>
                    <a:pt x="5029" y="107855"/>
                  </a:cubicBezTo>
                  <a:cubicBezTo>
                    <a:pt x="17072" y="97170"/>
                    <a:pt x="29089" y="86485"/>
                    <a:pt x="42438" y="77160"/>
                  </a:cubicBezTo>
                  <a:cubicBezTo>
                    <a:pt x="61809" y="61786"/>
                    <a:pt x="77823" y="49102"/>
                    <a:pt x="79155" y="46438"/>
                  </a:cubicBezTo>
                  <a:cubicBezTo>
                    <a:pt x="79821" y="44440"/>
                    <a:pt x="79821" y="43747"/>
                    <a:pt x="77157" y="43747"/>
                  </a:cubicBezTo>
                  <a:cubicBezTo>
                    <a:pt x="71162" y="42414"/>
                    <a:pt x="71827" y="36419"/>
                    <a:pt x="78489" y="24402"/>
                  </a:cubicBezTo>
                  <a:cubicBezTo>
                    <a:pt x="81127" y="20459"/>
                    <a:pt x="83098" y="16542"/>
                    <a:pt x="85070" y="11986"/>
                  </a:cubicBezTo>
                  <a:cubicBezTo>
                    <a:pt x="83391" y="13345"/>
                    <a:pt x="79289" y="17288"/>
                    <a:pt x="69829" y="26401"/>
                  </a:cubicBezTo>
                  <a:cubicBezTo>
                    <a:pt x="61143" y="34421"/>
                    <a:pt x="43104" y="51101"/>
                    <a:pt x="29755" y="62452"/>
                  </a:cubicBezTo>
                  <a:lnTo>
                    <a:pt x="0" y="90917"/>
                  </a:lnTo>
                  <a:lnTo>
                    <a:pt x="0" y="76664"/>
                  </a:lnTo>
                  <a:lnTo>
                    <a:pt x="17072" y="61119"/>
                  </a:lnTo>
                  <a:cubicBezTo>
                    <a:pt x="34765" y="46758"/>
                    <a:pt x="54462" y="29398"/>
                    <a:pt x="70236" y="14794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3"/>
            <p:cNvSpPr/>
            <p:nvPr/>
          </p:nvSpPr>
          <p:spPr>
            <a:xfrm>
              <a:off x="1168950" y="615979"/>
              <a:ext cx="67804" cy="60410"/>
            </a:xfrm>
            <a:custGeom>
              <a:avLst/>
              <a:gdLst/>
              <a:ahLst/>
              <a:cxnLst/>
              <a:rect l="l" t="t" r="r" b="b"/>
              <a:pathLst>
                <a:path w="67804" h="60410" extrusionOk="0">
                  <a:moveTo>
                    <a:pt x="65139" y="0"/>
                  </a:moveTo>
                  <a:cubicBezTo>
                    <a:pt x="67804" y="1332"/>
                    <a:pt x="62475" y="6688"/>
                    <a:pt x="33752" y="31388"/>
                  </a:cubicBezTo>
                  <a:lnTo>
                    <a:pt x="0" y="60410"/>
                  </a:lnTo>
                  <a:lnTo>
                    <a:pt x="0" y="55125"/>
                  </a:lnTo>
                  <a:lnTo>
                    <a:pt x="11224" y="45573"/>
                  </a:lnTo>
                  <a:cubicBezTo>
                    <a:pt x="23414" y="35058"/>
                    <a:pt x="34099" y="25712"/>
                    <a:pt x="40440" y="20037"/>
                  </a:cubicBezTo>
                  <a:cubicBezTo>
                    <a:pt x="48460" y="12683"/>
                    <a:pt x="56454" y="6022"/>
                    <a:pt x="65139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3"/>
            <p:cNvSpPr/>
            <p:nvPr/>
          </p:nvSpPr>
          <p:spPr>
            <a:xfrm>
              <a:off x="1168950" y="496202"/>
              <a:ext cx="85691" cy="88443"/>
            </a:xfrm>
            <a:custGeom>
              <a:avLst/>
              <a:gdLst/>
              <a:ahLst/>
              <a:cxnLst/>
              <a:rect l="l" t="t" r="r" b="b"/>
              <a:pathLst>
                <a:path w="85691" h="88443" extrusionOk="0">
                  <a:moveTo>
                    <a:pt x="85691" y="0"/>
                  </a:moveTo>
                  <a:lnTo>
                    <a:pt x="85691" y="12193"/>
                  </a:lnTo>
                  <a:lnTo>
                    <a:pt x="75835" y="21437"/>
                  </a:lnTo>
                  <a:cubicBezTo>
                    <a:pt x="57972" y="37797"/>
                    <a:pt x="34098" y="59000"/>
                    <a:pt x="7720" y="81701"/>
                  </a:cubicBezTo>
                  <a:lnTo>
                    <a:pt x="0" y="88443"/>
                  </a:lnTo>
                  <a:lnTo>
                    <a:pt x="0" y="77083"/>
                  </a:lnTo>
                  <a:lnTo>
                    <a:pt x="9052" y="69018"/>
                  </a:lnTo>
                  <a:cubicBezTo>
                    <a:pt x="33752" y="47316"/>
                    <a:pt x="55621" y="27618"/>
                    <a:pt x="72234" y="12428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3"/>
            <p:cNvSpPr/>
            <p:nvPr/>
          </p:nvSpPr>
          <p:spPr>
            <a:xfrm>
              <a:off x="1215668" y="356705"/>
              <a:ext cx="85691" cy="100438"/>
            </a:xfrm>
            <a:custGeom>
              <a:avLst/>
              <a:gdLst/>
              <a:ahLst/>
              <a:cxnLst/>
              <a:rect l="l" t="t" r="r" b="b"/>
              <a:pathLst>
                <a:path w="85691" h="100438" extrusionOk="0">
                  <a:moveTo>
                    <a:pt x="85691" y="0"/>
                  </a:moveTo>
                  <a:lnTo>
                    <a:pt x="85691" y="7646"/>
                  </a:lnTo>
                  <a:lnTo>
                    <a:pt x="68471" y="27467"/>
                  </a:lnTo>
                  <a:cubicBezTo>
                    <a:pt x="48460" y="51527"/>
                    <a:pt x="25732" y="76227"/>
                    <a:pt x="18404" y="83581"/>
                  </a:cubicBezTo>
                  <a:lnTo>
                    <a:pt x="0" y="100438"/>
                  </a:lnTo>
                  <a:lnTo>
                    <a:pt x="0" y="95576"/>
                  </a:lnTo>
                  <a:lnTo>
                    <a:pt x="3696" y="92240"/>
                  </a:ln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3"/>
            <p:cNvSpPr/>
            <p:nvPr/>
          </p:nvSpPr>
          <p:spPr>
            <a:xfrm>
              <a:off x="1168950" y="414232"/>
              <a:ext cx="85691" cy="98162"/>
            </a:xfrm>
            <a:custGeom>
              <a:avLst/>
              <a:gdLst/>
              <a:ahLst/>
              <a:cxnLst/>
              <a:rect l="l" t="t" r="r" b="b"/>
              <a:pathLst>
                <a:path w="85691" h="98162" extrusionOk="0">
                  <a:moveTo>
                    <a:pt x="85691" y="0"/>
                  </a:moveTo>
                  <a:lnTo>
                    <a:pt x="85691" y="5902"/>
                  </a:lnTo>
                  <a:lnTo>
                    <a:pt x="82512" y="9424"/>
                  </a:lnTo>
                  <a:cubicBezTo>
                    <a:pt x="73160" y="21441"/>
                    <a:pt x="59145" y="38147"/>
                    <a:pt x="51124" y="46141"/>
                  </a:cubicBezTo>
                  <a:cubicBezTo>
                    <a:pt x="39014" y="60076"/>
                    <a:pt x="24160" y="75377"/>
                    <a:pt x="11910" y="87194"/>
                  </a:cubicBezTo>
                  <a:lnTo>
                    <a:pt x="0" y="98162"/>
                  </a:lnTo>
                  <a:lnTo>
                    <a:pt x="0" y="94219"/>
                  </a:lnTo>
                  <a:lnTo>
                    <a:pt x="13715" y="80886"/>
                  </a:lnTo>
                  <a:cubicBezTo>
                    <a:pt x="27091" y="66844"/>
                    <a:pt x="52457" y="38814"/>
                    <a:pt x="70495" y="18110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3"/>
            <p:cNvSpPr/>
            <p:nvPr/>
          </p:nvSpPr>
          <p:spPr>
            <a:xfrm>
              <a:off x="1168950" y="350353"/>
              <a:ext cx="85691" cy="103909"/>
            </a:xfrm>
            <a:custGeom>
              <a:avLst/>
              <a:gdLst/>
              <a:ahLst/>
              <a:cxnLst/>
              <a:rect l="l" t="t" r="r" b="b"/>
              <a:pathLst>
                <a:path w="85691" h="103909" extrusionOk="0">
                  <a:moveTo>
                    <a:pt x="85691" y="0"/>
                  </a:moveTo>
                  <a:lnTo>
                    <a:pt x="85691" y="13280"/>
                  </a:lnTo>
                  <a:lnTo>
                    <a:pt x="79248" y="20812"/>
                  </a:lnTo>
                  <a:cubicBezTo>
                    <a:pt x="61436" y="40789"/>
                    <a:pt x="33759" y="69965"/>
                    <a:pt x="11717" y="92008"/>
                  </a:cubicBezTo>
                  <a:lnTo>
                    <a:pt x="0" y="103909"/>
                  </a:lnTo>
                  <a:lnTo>
                    <a:pt x="0" y="91477"/>
                  </a:lnTo>
                  <a:lnTo>
                    <a:pt x="10384" y="80657"/>
                  </a:lnTo>
                  <a:cubicBezTo>
                    <a:pt x="26398" y="64617"/>
                    <a:pt x="51124" y="39250"/>
                    <a:pt x="64474" y="24542"/>
                  </a:cubicBezTo>
                  <a:cubicBezTo>
                    <a:pt x="74825" y="13858"/>
                    <a:pt x="81000" y="7183"/>
                    <a:pt x="84421" y="2847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3"/>
            <p:cNvSpPr/>
            <p:nvPr/>
          </p:nvSpPr>
          <p:spPr>
            <a:xfrm>
              <a:off x="1168950" y="247507"/>
              <a:ext cx="85691" cy="106569"/>
            </a:xfrm>
            <a:custGeom>
              <a:avLst/>
              <a:gdLst/>
              <a:ahLst/>
              <a:cxnLst/>
              <a:rect l="l" t="t" r="r" b="b"/>
              <a:pathLst>
                <a:path w="85691" h="106569" extrusionOk="0">
                  <a:moveTo>
                    <a:pt x="85691" y="0"/>
                  </a:moveTo>
                  <a:lnTo>
                    <a:pt x="85691" y="11760"/>
                  </a:lnTo>
                  <a:lnTo>
                    <a:pt x="82512" y="15213"/>
                  </a:lnTo>
                  <a:cubicBezTo>
                    <a:pt x="76171" y="22887"/>
                    <a:pt x="53296" y="48427"/>
                    <a:pt x="30088" y="73886"/>
                  </a:cubicBezTo>
                  <a:lnTo>
                    <a:pt x="0" y="106569"/>
                  </a:lnTo>
                  <a:lnTo>
                    <a:pt x="0" y="98111"/>
                  </a:lnTo>
                  <a:lnTo>
                    <a:pt x="30421" y="65972"/>
                  </a:lnTo>
                  <a:cubicBezTo>
                    <a:pt x="60977" y="31900"/>
                    <a:pt x="76124" y="14374"/>
                    <a:pt x="83474" y="3795"/>
                  </a:cubicBezTo>
                  <a:lnTo>
                    <a:pt x="85691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3"/>
            <p:cNvSpPr/>
            <p:nvPr/>
          </p:nvSpPr>
          <p:spPr>
            <a:xfrm>
              <a:off x="1168950" y="0"/>
              <a:ext cx="85691" cy="336169"/>
            </a:xfrm>
            <a:custGeom>
              <a:avLst/>
              <a:gdLst/>
              <a:ahLst/>
              <a:cxnLst/>
              <a:rect l="l" t="t" r="r" b="b"/>
              <a:pathLst>
                <a:path w="85691" h="336169" extrusionOk="0">
                  <a:moveTo>
                    <a:pt x="13715" y="0"/>
                  </a:moveTo>
                  <a:cubicBezTo>
                    <a:pt x="19524" y="0"/>
                    <a:pt x="23147" y="11084"/>
                    <a:pt x="31088" y="49693"/>
                  </a:cubicBezTo>
                  <a:cubicBezTo>
                    <a:pt x="33752" y="65041"/>
                    <a:pt x="37083" y="83079"/>
                    <a:pt x="37776" y="91766"/>
                  </a:cubicBezTo>
                  <a:lnTo>
                    <a:pt x="39108" y="106447"/>
                  </a:lnTo>
                  <a:lnTo>
                    <a:pt x="45103" y="103116"/>
                  </a:lnTo>
                  <a:lnTo>
                    <a:pt x="51124" y="100452"/>
                  </a:lnTo>
                  <a:lnTo>
                    <a:pt x="55787" y="110444"/>
                  </a:lnTo>
                  <a:cubicBezTo>
                    <a:pt x="59811" y="121129"/>
                    <a:pt x="61809" y="133172"/>
                    <a:pt x="62475" y="144523"/>
                  </a:cubicBezTo>
                  <a:cubicBezTo>
                    <a:pt x="63808" y="157872"/>
                    <a:pt x="65139" y="169223"/>
                    <a:pt x="65806" y="169888"/>
                  </a:cubicBezTo>
                  <a:cubicBezTo>
                    <a:pt x="65806" y="170049"/>
                    <a:pt x="65859" y="170128"/>
                    <a:pt x="65939" y="170128"/>
                  </a:cubicBezTo>
                  <a:cubicBezTo>
                    <a:pt x="66206" y="170128"/>
                    <a:pt x="66952" y="169249"/>
                    <a:pt x="68471" y="167224"/>
                  </a:cubicBezTo>
                  <a:cubicBezTo>
                    <a:pt x="69829" y="165439"/>
                    <a:pt x="70869" y="164560"/>
                    <a:pt x="72387" y="164560"/>
                  </a:cubicBezTo>
                  <a:cubicBezTo>
                    <a:pt x="73160" y="164560"/>
                    <a:pt x="74039" y="164773"/>
                    <a:pt x="75158" y="165226"/>
                  </a:cubicBezTo>
                  <a:cubicBezTo>
                    <a:pt x="77823" y="166558"/>
                    <a:pt x="79155" y="169223"/>
                    <a:pt x="81846" y="185929"/>
                  </a:cubicBezTo>
                  <a:cubicBezTo>
                    <a:pt x="82845" y="191271"/>
                    <a:pt x="84011" y="197280"/>
                    <a:pt x="84927" y="202702"/>
                  </a:cubicBezTo>
                  <a:lnTo>
                    <a:pt x="85691" y="209099"/>
                  </a:lnTo>
                  <a:lnTo>
                    <a:pt x="85691" y="239505"/>
                  </a:lnTo>
                  <a:lnTo>
                    <a:pt x="74492" y="250703"/>
                  </a:lnTo>
                  <a:cubicBezTo>
                    <a:pt x="54455" y="278733"/>
                    <a:pt x="32420" y="304126"/>
                    <a:pt x="7720" y="328160"/>
                  </a:cubicBezTo>
                  <a:lnTo>
                    <a:pt x="0" y="336169"/>
                  </a:lnTo>
                  <a:lnTo>
                    <a:pt x="0" y="328108"/>
                  </a:lnTo>
                  <a:lnTo>
                    <a:pt x="5029" y="322804"/>
                  </a:lnTo>
                  <a:cubicBezTo>
                    <a:pt x="30421" y="298104"/>
                    <a:pt x="53123" y="271406"/>
                    <a:pt x="73160" y="242683"/>
                  </a:cubicBezTo>
                  <a:cubicBezTo>
                    <a:pt x="77823" y="235995"/>
                    <a:pt x="80514" y="227975"/>
                    <a:pt x="79821" y="219981"/>
                  </a:cubicBezTo>
                  <a:cubicBezTo>
                    <a:pt x="79155" y="210629"/>
                    <a:pt x="78489" y="201276"/>
                    <a:pt x="77157" y="191924"/>
                  </a:cubicBezTo>
                  <a:cubicBezTo>
                    <a:pt x="75158" y="183238"/>
                    <a:pt x="73826" y="175244"/>
                    <a:pt x="73826" y="173886"/>
                  </a:cubicBezTo>
                  <a:cubicBezTo>
                    <a:pt x="73826" y="173113"/>
                    <a:pt x="73719" y="172660"/>
                    <a:pt x="73400" y="172660"/>
                  </a:cubicBezTo>
                  <a:cubicBezTo>
                    <a:pt x="72680" y="172660"/>
                    <a:pt x="70895" y="175138"/>
                    <a:pt x="67138" y="181239"/>
                  </a:cubicBezTo>
                  <a:cubicBezTo>
                    <a:pt x="65806" y="183904"/>
                    <a:pt x="63141" y="186595"/>
                    <a:pt x="61143" y="186595"/>
                  </a:cubicBezTo>
                  <a:cubicBezTo>
                    <a:pt x="59145" y="186595"/>
                    <a:pt x="58452" y="185236"/>
                    <a:pt x="59145" y="179241"/>
                  </a:cubicBezTo>
                  <a:cubicBezTo>
                    <a:pt x="59731" y="175058"/>
                    <a:pt x="59784" y="172873"/>
                    <a:pt x="59092" y="172873"/>
                  </a:cubicBezTo>
                  <a:cubicBezTo>
                    <a:pt x="58212" y="172873"/>
                    <a:pt x="56160" y="176230"/>
                    <a:pt x="52457" y="183238"/>
                  </a:cubicBezTo>
                  <a:cubicBezTo>
                    <a:pt x="47441" y="191751"/>
                    <a:pt x="40177" y="202527"/>
                    <a:pt x="20244" y="228224"/>
                  </a:cubicBezTo>
                  <a:lnTo>
                    <a:pt x="0" y="253910"/>
                  </a:lnTo>
                  <a:lnTo>
                    <a:pt x="0" y="244011"/>
                  </a:lnTo>
                  <a:lnTo>
                    <a:pt x="22701" y="214832"/>
                  </a:lnTo>
                  <a:cubicBezTo>
                    <a:pt x="43356" y="187914"/>
                    <a:pt x="48607" y="179401"/>
                    <a:pt x="53123" y="167890"/>
                  </a:cubicBezTo>
                  <a:cubicBezTo>
                    <a:pt x="58452" y="156539"/>
                    <a:pt x="58452" y="155207"/>
                    <a:pt x="55787" y="135836"/>
                  </a:cubicBezTo>
                  <a:cubicBezTo>
                    <a:pt x="53789" y="125152"/>
                    <a:pt x="52457" y="113801"/>
                    <a:pt x="51791" y="110444"/>
                  </a:cubicBezTo>
                  <a:cubicBezTo>
                    <a:pt x="51124" y="107779"/>
                    <a:pt x="49792" y="105781"/>
                    <a:pt x="49126" y="105781"/>
                  </a:cubicBezTo>
                  <a:cubicBezTo>
                    <a:pt x="45769" y="107779"/>
                    <a:pt x="43771" y="111136"/>
                    <a:pt x="43104" y="115133"/>
                  </a:cubicBezTo>
                  <a:cubicBezTo>
                    <a:pt x="39108" y="123153"/>
                    <a:pt x="34418" y="130481"/>
                    <a:pt x="29089" y="137835"/>
                  </a:cubicBezTo>
                  <a:cubicBezTo>
                    <a:pt x="21735" y="147853"/>
                    <a:pt x="11050" y="163867"/>
                    <a:pt x="5029" y="172553"/>
                  </a:cubicBezTo>
                  <a:lnTo>
                    <a:pt x="0" y="179480"/>
                  </a:lnTo>
                  <a:lnTo>
                    <a:pt x="0" y="172402"/>
                  </a:lnTo>
                  <a:lnTo>
                    <a:pt x="13715" y="153875"/>
                  </a:lnTo>
                  <a:cubicBezTo>
                    <a:pt x="38441" y="117132"/>
                    <a:pt x="38441" y="117132"/>
                    <a:pt x="35751" y="110444"/>
                  </a:cubicBezTo>
                  <a:cubicBezTo>
                    <a:pt x="33752" y="106447"/>
                    <a:pt x="32420" y="102450"/>
                    <a:pt x="31753" y="98427"/>
                  </a:cubicBezTo>
                  <a:lnTo>
                    <a:pt x="30421" y="92432"/>
                  </a:lnTo>
                  <a:lnTo>
                    <a:pt x="26398" y="97094"/>
                  </a:lnTo>
                  <a:cubicBezTo>
                    <a:pt x="23440" y="100958"/>
                    <a:pt x="21415" y="102690"/>
                    <a:pt x="20589" y="102690"/>
                  </a:cubicBezTo>
                  <a:cubicBezTo>
                    <a:pt x="19524" y="102690"/>
                    <a:pt x="20403" y="99919"/>
                    <a:pt x="23733" y="95096"/>
                  </a:cubicBezTo>
                  <a:cubicBezTo>
                    <a:pt x="26398" y="91099"/>
                    <a:pt x="28423" y="87076"/>
                    <a:pt x="29755" y="83079"/>
                  </a:cubicBezTo>
                  <a:cubicBezTo>
                    <a:pt x="29755" y="79749"/>
                    <a:pt x="26398" y="59046"/>
                    <a:pt x="19071" y="20970"/>
                  </a:cubicBezTo>
                  <a:cubicBezTo>
                    <a:pt x="18511" y="19318"/>
                    <a:pt x="17978" y="18119"/>
                    <a:pt x="17792" y="18119"/>
                  </a:cubicBezTo>
                  <a:cubicBezTo>
                    <a:pt x="17738" y="18119"/>
                    <a:pt x="17738" y="18172"/>
                    <a:pt x="17738" y="18305"/>
                  </a:cubicBezTo>
                  <a:cubicBezTo>
                    <a:pt x="17072" y="18305"/>
                    <a:pt x="15047" y="30988"/>
                    <a:pt x="12383" y="45669"/>
                  </a:cubicBezTo>
                  <a:cubicBezTo>
                    <a:pt x="10884" y="54522"/>
                    <a:pt x="8882" y="64959"/>
                    <a:pt x="6566" y="76187"/>
                  </a:cubicBezTo>
                  <a:lnTo>
                    <a:pt x="0" y="106253"/>
                  </a:lnTo>
                  <a:lnTo>
                    <a:pt x="0" y="54525"/>
                  </a:lnTo>
                  <a:lnTo>
                    <a:pt x="1028" y="49516"/>
                  </a:lnTo>
                  <a:cubicBezTo>
                    <a:pt x="3448" y="37209"/>
                    <a:pt x="5414" y="26583"/>
                    <a:pt x="6405" y="20129"/>
                  </a:cubicBezTo>
                  <a:lnTo>
                    <a:pt x="6991" y="14250"/>
                  </a:lnTo>
                  <a:lnTo>
                    <a:pt x="7054" y="14282"/>
                  </a:lnTo>
                  <a:lnTo>
                    <a:pt x="7054" y="13615"/>
                  </a:lnTo>
                  <a:lnTo>
                    <a:pt x="6991" y="14250"/>
                  </a:lnTo>
                  <a:lnTo>
                    <a:pt x="6361" y="13936"/>
                  </a:lnTo>
                  <a:cubicBezTo>
                    <a:pt x="5562" y="13936"/>
                    <a:pt x="4129" y="15041"/>
                    <a:pt x="276" y="18978"/>
                  </a:cubicBezTo>
                  <a:lnTo>
                    <a:pt x="0" y="19269"/>
                  </a:lnTo>
                  <a:lnTo>
                    <a:pt x="0" y="10330"/>
                  </a:lnTo>
                  <a:lnTo>
                    <a:pt x="10384" y="933"/>
                  </a:lnTo>
                  <a:cubicBezTo>
                    <a:pt x="11583" y="346"/>
                    <a:pt x="12676" y="0"/>
                    <a:pt x="13715" y="0"/>
                  </a:cubicBez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3"/>
            <p:cNvSpPr/>
            <p:nvPr/>
          </p:nvSpPr>
          <p:spPr>
            <a:xfrm>
              <a:off x="1254641" y="209099"/>
              <a:ext cx="44223" cy="473364"/>
            </a:xfrm>
            <a:custGeom>
              <a:avLst/>
              <a:gdLst/>
              <a:ahLst/>
              <a:cxnLst/>
              <a:rect l="l" t="t" r="r" b="b"/>
              <a:pathLst>
                <a:path w="44223" h="473364" extrusionOk="0">
                  <a:moveTo>
                    <a:pt x="0" y="0"/>
                  </a:moveTo>
                  <a:lnTo>
                    <a:pt x="819" y="6858"/>
                  </a:lnTo>
                  <a:lnTo>
                    <a:pt x="1485" y="17543"/>
                  </a:lnTo>
                  <a:lnTo>
                    <a:pt x="5508" y="16211"/>
                  </a:lnTo>
                  <a:cubicBezTo>
                    <a:pt x="6067" y="16078"/>
                    <a:pt x="6574" y="15998"/>
                    <a:pt x="7053" y="15998"/>
                  </a:cubicBezTo>
                  <a:cubicBezTo>
                    <a:pt x="8705" y="15998"/>
                    <a:pt x="9638" y="17090"/>
                    <a:pt x="10171" y="20234"/>
                  </a:cubicBezTo>
                  <a:cubicBezTo>
                    <a:pt x="12835" y="49597"/>
                    <a:pt x="12835" y="79653"/>
                    <a:pt x="10837" y="109042"/>
                  </a:cubicBezTo>
                  <a:cubicBezTo>
                    <a:pt x="10171" y="115064"/>
                    <a:pt x="10171" y="121059"/>
                    <a:pt x="10837" y="126415"/>
                  </a:cubicBezTo>
                  <a:cubicBezTo>
                    <a:pt x="13502" y="125056"/>
                    <a:pt x="14834" y="123057"/>
                    <a:pt x="16859" y="121059"/>
                  </a:cubicBezTo>
                  <a:cubicBezTo>
                    <a:pt x="19283" y="117755"/>
                    <a:pt x="21282" y="116103"/>
                    <a:pt x="22774" y="116103"/>
                  </a:cubicBezTo>
                  <a:cubicBezTo>
                    <a:pt x="25812" y="116103"/>
                    <a:pt x="26877" y="122791"/>
                    <a:pt x="25519" y="135741"/>
                  </a:cubicBezTo>
                  <a:cubicBezTo>
                    <a:pt x="22961" y="160254"/>
                    <a:pt x="23494" y="177893"/>
                    <a:pt x="24719" y="177893"/>
                  </a:cubicBezTo>
                  <a:cubicBezTo>
                    <a:pt x="24773" y="177893"/>
                    <a:pt x="24826" y="177866"/>
                    <a:pt x="24852" y="177813"/>
                  </a:cubicBezTo>
                  <a:cubicBezTo>
                    <a:pt x="26185" y="176481"/>
                    <a:pt x="28210" y="174482"/>
                    <a:pt x="28876" y="173816"/>
                  </a:cubicBezTo>
                  <a:cubicBezTo>
                    <a:pt x="29542" y="173150"/>
                    <a:pt x="30208" y="172804"/>
                    <a:pt x="30714" y="172804"/>
                  </a:cubicBezTo>
                  <a:cubicBezTo>
                    <a:pt x="31194" y="172804"/>
                    <a:pt x="31540" y="173150"/>
                    <a:pt x="31540" y="173816"/>
                  </a:cubicBezTo>
                  <a:cubicBezTo>
                    <a:pt x="32207" y="174482"/>
                    <a:pt x="30874" y="177813"/>
                    <a:pt x="28210" y="180504"/>
                  </a:cubicBezTo>
                  <a:cubicBezTo>
                    <a:pt x="21415" y="187299"/>
                    <a:pt x="22028" y="201500"/>
                    <a:pt x="27970" y="201500"/>
                  </a:cubicBezTo>
                  <a:cubicBezTo>
                    <a:pt x="28449" y="201500"/>
                    <a:pt x="28982" y="201394"/>
                    <a:pt x="29542" y="201207"/>
                  </a:cubicBezTo>
                  <a:cubicBezTo>
                    <a:pt x="29968" y="200941"/>
                    <a:pt x="30368" y="200808"/>
                    <a:pt x="30768" y="200808"/>
                  </a:cubicBezTo>
                  <a:cubicBezTo>
                    <a:pt x="33352" y="200808"/>
                    <a:pt x="34791" y="206509"/>
                    <a:pt x="34205" y="215223"/>
                  </a:cubicBezTo>
                  <a:cubicBezTo>
                    <a:pt x="34205" y="222576"/>
                    <a:pt x="34205" y="223909"/>
                    <a:pt x="37562" y="223909"/>
                  </a:cubicBezTo>
                  <a:cubicBezTo>
                    <a:pt x="44223" y="224575"/>
                    <a:pt x="44223" y="227905"/>
                    <a:pt x="38228" y="284659"/>
                  </a:cubicBezTo>
                  <a:cubicBezTo>
                    <a:pt x="35537" y="305362"/>
                    <a:pt x="33539" y="326732"/>
                    <a:pt x="32207" y="331421"/>
                  </a:cubicBezTo>
                  <a:cubicBezTo>
                    <a:pt x="31194" y="337976"/>
                    <a:pt x="30954" y="339975"/>
                    <a:pt x="32340" y="339975"/>
                  </a:cubicBezTo>
                  <a:cubicBezTo>
                    <a:pt x="32793" y="339975"/>
                    <a:pt x="33405" y="339761"/>
                    <a:pt x="34205" y="339441"/>
                  </a:cubicBezTo>
                  <a:cubicBezTo>
                    <a:pt x="35057" y="339069"/>
                    <a:pt x="35910" y="338908"/>
                    <a:pt x="36709" y="338908"/>
                  </a:cubicBezTo>
                  <a:cubicBezTo>
                    <a:pt x="40413" y="338908"/>
                    <a:pt x="43451" y="342293"/>
                    <a:pt x="42891" y="346103"/>
                  </a:cubicBezTo>
                  <a:cubicBezTo>
                    <a:pt x="42225" y="358786"/>
                    <a:pt x="20189" y="412902"/>
                    <a:pt x="6174" y="436935"/>
                  </a:cubicBezTo>
                  <a:cubicBezTo>
                    <a:pt x="3483" y="440932"/>
                    <a:pt x="4149" y="441598"/>
                    <a:pt x="6841" y="442931"/>
                  </a:cubicBezTo>
                  <a:cubicBezTo>
                    <a:pt x="8172" y="443597"/>
                    <a:pt x="9505" y="444956"/>
                    <a:pt x="9505" y="446954"/>
                  </a:cubicBezTo>
                  <a:cubicBezTo>
                    <a:pt x="9505" y="447327"/>
                    <a:pt x="9958" y="447727"/>
                    <a:pt x="10837" y="447727"/>
                  </a:cubicBezTo>
                  <a:cubicBezTo>
                    <a:pt x="11504" y="447727"/>
                    <a:pt x="12383" y="447514"/>
                    <a:pt x="13502" y="446954"/>
                  </a:cubicBezTo>
                  <a:cubicBezTo>
                    <a:pt x="14834" y="446288"/>
                    <a:pt x="15846" y="445942"/>
                    <a:pt x="16513" y="445942"/>
                  </a:cubicBezTo>
                  <a:cubicBezTo>
                    <a:pt x="17179" y="445942"/>
                    <a:pt x="17525" y="446288"/>
                    <a:pt x="17525" y="446954"/>
                  </a:cubicBezTo>
                  <a:cubicBezTo>
                    <a:pt x="17525" y="447620"/>
                    <a:pt x="16193" y="448953"/>
                    <a:pt x="13502" y="450285"/>
                  </a:cubicBezTo>
                  <a:cubicBezTo>
                    <a:pt x="12169" y="451284"/>
                    <a:pt x="10171" y="453955"/>
                    <a:pt x="7586" y="458382"/>
                  </a:cubicBezTo>
                  <a:lnTo>
                    <a:pt x="0" y="473364"/>
                  </a:lnTo>
                  <a:lnTo>
                    <a:pt x="0" y="422741"/>
                  </a:lnTo>
                  <a:lnTo>
                    <a:pt x="153" y="422894"/>
                  </a:lnTo>
                  <a:cubicBezTo>
                    <a:pt x="339" y="422334"/>
                    <a:pt x="526" y="421881"/>
                    <a:pt x="312" y="421881"/>
                  </a:cubicBezTo>
                  <a:lnTo>
                    <a:pt x="0" y="422078"/>
                  </a:lnTo>
                  <a:lnTo>
                    <a:pt x="0" y="410535"/>
                  </a:lnTo>
                  <a:lnTo>
                    <a:pt x="4522" y="406206"/>
                  </a:lnTo>
                  <a:cubicBezTo>
                    <a:pt x="9706" y="401000"/>
                    <a:pt x="13169" y="397201"/>
                    <a:pt x="14168" y="395529"/>
                  </a:cubicBezTo>
                  <a:cubicBezTo>
                    <a:pt x="18191" y="386843"/>
                    <a:pt x="21522" y="378823"/>
                    <a:pt x="24186" y="370163"/>
                  </a:cubicBezTo>
                  <a:cubicBezTo>
                    <a:pt x="30208" y="355455"/>
                    <a:pt x="30874" y="351458"/>
                    <a:pt x="28210" y="351458"/>
                  </a:cubicBezTo>
                  <a:cubicBezTo>
                    <a:pt x="21522" y="351458"/>
                    <a:pt x="20856" y="342772"/>
                    <a:pt x="23520" y="318738"/>
                  </a:cubicBezTo>
                  <a:cubicBezTo>
                    <a:pt x="25519" y="306029"/>
                    <a:pt x="27544" y="290015"/>
                    <a:pt x="28210" y="283327"/>
                  </a:cubicBezTo>
                  <a:lnTo>
                    <a:pt x="27544" y="283327"/>
                  </a:lnTo>
                  <a:cubicBezTo>
                    <a:pt x="27917" y="275973"/>
                    <a:pt x="27624" y="272882"/>
                    <a:pt x="26424" y="272882"/>
                  </a:cubicBezTo>
                  <a:cubicBezTo>
                    <a:pt x="25519" y="272882"/>
                    <a:pt x="24160" y="274508"/>
                    <a:pt x="22188" y="277332"/>
                  </a:cubicBezTo>
                  <a:cubicBezTo>
                    <a:pt x="21022" y="278997"/>
                    <a:pt x="17476" y="282709"/>
                    <a:pt x="11990" y="288050"/>
                  </a:cubicBezTo>
                  <a:lnTo>
                    <a:pt x="0" y="299296"/>
                  </a:lnTo>
                  <a:lnTo>
                    <a:pt x="0" y="287103"/>
                  </a:lnTo>
                  <a:lnTo>
                    <a:pt x="7218" y="280437"/>
                  </a:lnTo>
                  <a:cubicBezTo>
                    <a:pt x="12594" y="275407"/>
                    <a:pt x="16352" y="271817"/>
                    <a:pt x="18191" y="269978"/>
                  </a:cubicBezTo>
                  <a:cubicBezTo>
                    <a:pt x="21522" y="265981"/>
                    <a:pt x="25519" y="261292"/>
                    <a:pt x="28876" y="255963"/>
                  </a:cubicBezTo>
                  <a:cubicBezTo>
                    <a:pt x="31540" y="251273"/>
                    <a:pt x="31540" y="249941"/>
                    <a:pt x="28876" y="247943"/>
                  </a:cubicBezTo>
                  <a:cubicBezTo>
                    <a:pt x="25519" y="245944"/>
                    <a:pt x="25519" y="236592"/>
                    <a:pt x="28876" y="217887"/>
                  </a:cubicBezTo>
                  <a:cubicBezTo>
                    <a:pt x="30208" y="208535"/>
                    <a:pt x="30208" y="207869"/>
                    <a:pt x="24852" y="207869"/>
                  </a:cubicBezTo>
                  <a:cubicBezTo>
                    <a:pt x="21855" y="207869"/>
                    <a:pt x="15845" y="213504"/>
                    <a:pt x="910" y="230406"/>
                  </a:cubicBezTo>
                  <a:lnTo>
                    <a:pt x="0" y="231453"/>
                  </a:lnTo>
                  <a:lnTo>
                    <a:pt x="0" y="223807"/>
                  </a:lnTo>
                  <a:lnTo>
                    <a:pt x="14168" y="207869"/>
                  </a:lnTo>
                  <a:cubicBezTo>
                    <a:pt x="16859" y="203872"/>
                    <a:pt x="17525" y="194520"/>
                    <a:pt x="15500" y="193853"/>
                  </a:cubicBezTo>
                  <a:lnTo>
                    <a:pt x="0" y="211034"/>
                  </a:lnTo>
                  <a:lnTo>
                    <a:pt x="0" y="205132"/>
                  </a:lnTo>
                  <a:lnTo>
                    <a:pt x="16193" y="185833"/>
                  </a:lnTo>
                  <a:lnTo>
                    <a:pt x="16193" y="175814"/>
                  </a:lnTo>
                  <a:cubicBezTo>
                    <a:pt x="16193" y="170485"/>
                    <a:pt x="16859" y="158469"/>
                    <a:pt x="17525" y="149782"/>
                  </a:cubicBezTo>
                  <a:lnTo>
                    <a:pt x="18191" y="149782"/>
                  </a:lnTo>
                  <a:cubicBezTo>
                    <a:pt x="18857" y="144427"/>
                    <a:pt x="18857" y="139098"/>
                    <a:pt x="18191" y="133742"/>
                  </a:cubicBezTo>
                  <a:cubicBezTo>
                    <a:pt x="14168" y="137766"/>
                    <a:pt x="10837" y="141762"/>
                    <a:pt x="7507" y="145759"/>
                  </a:cubicBezTo>
                  <a:lnTo>
                    <a:pt x="0" y="154534"/>
                  </a:lnTo>
                  <a:lnTo>
                    <a:pt x="0" y="141254"/>
                  </a:lnTo>
                  <a:lnTo>
                    <a:pt x="2151" y="136433"/>
                  </a:lnTo>
                  <a:cubicBezTo>
                    <a:pt x="1485" y="127081"/>
                    <a:pt x="2151" y="118394"/>
                    <a:pt x="3483" y="109708"/>
                  </a:cubicBezTo>
                  <a:cubicBezTo>
                    <a:pt x="4816" y="95027"/>
                    <a:pt x="6174" y="79653"/>
                    <a:pt x="5508" y="64971"/>
                  </a:cubicBezTo>
                  <a:lnTo>
                    <a:pt x="6174" y="65637"/>
                  </a:lnTo>
                  <a:cubicBezTo>
                    <a:pt x="5508" y="58284"/>
                    <a:pt x="5508" y="51622"/>
                    <a:pt x="4816" y="44934"/>
                  </a:cubicBezTo>
                  <a:lnTo>
                    <a:pt x="0" y="50167"/>
                  </a:lnTo>
                  <a:lnTo>
                    <a:pt x="0" y="38407"/>
                  </a:lnTo>
                  <a:lnTo>
                    <a:pt x="2817" y="33584"/>
                  </a:lnTo>
                  <a:lnTo>
                    <a:pt x="6174" y="27561"/>
                  </a:lnTo>
                  <a:lnTo>
                    <a:pt x="153" y="30253"/>
                  </a:lnTo>
                  <a:lnTo>
                    <a:pt x="0" y="30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796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50" name="Google Shape;195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8460" y="4944533"/>
            <a:ext cx="1653540" cy="1913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C9209-F58F-69CB-08BC-EEF2AF31E0E4}"/>
              </a:ext>
            </a:extLst>
          </p:cNvPr>
          <p:cNvSpPr>
            <a:spLocks noGrp="1"/>
          </p:cNvSpPr>
          <p:nvPr/>
        </p:nvSpPr>
        <p:spPr>
          <a:xfrm>
            <a:off x="690719" y="651161"/>
            <a:ext cx="574886" cy="686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Fredoka"/>
              <a:buNone/>
              <a:defRPr sz="4000" b="0" i="0" kern="1200" cap="none" spc="-15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"/>
              <a:buNone/>
              <a:defRPr sz="48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>
            <a:r>
              <a:rPr lang="en-US" sz="2400" dirty="0"/>
              <a:t>12</a:t>
            </a:r>
            <a:endParaRPr lang="en-IN" sz="2400" dirty="0"/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9C6CFD04-C7BE-6C75-3967-28FDC2912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4" y="5539249"/>
            <a:ext cx="1335180" cy="133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667</Words>
  <Application>Microsoft Office PowerPoint</Application>
  <PresentationFormat>Widescreen</PresentationFormat>
  <Paragraphs>107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Cutive Mono</vt:lpstr>
      <vt:lpstr>Fredoka</vt:lpstr>
      <vt:lpstr>Times New Roman</vt:lpstr>
      <vt:lpstr>Office Theme</vt:lpstr>
      <vt:lpstr>PowerPoint Presentation</vt:lpstr>
      <vt:lpstr>PowerPoint Presentation</vt:lpstr>
      <vt:lpstr>03</vt:lpstr>
      <vt:lpstr>PowerPoint Presentation</vt:lpstr>
      <vt:lpstr>PowerPoint Presentation</vt:lpstr>
      <vt:lpstr>Technology Used – Paneer</vt:lpstr>
      <vt:lpstr>Technology Used – Cheese</vt:lpstr>
      <vt:lpstr>Preservation Techniques</vt:lpstr>
      <vt:lpstr>Advantages of Processing</vt:lpstr>
      <vt:lpstr>Disadvantages / Challenges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Abijith 801</dc:creator>
  <cp:lastModifiedBy>Abijith 801</cp:lastModifiedBy>
  <cp:revision>14</cp:revision>
  <dcterms:created xsi:type="dcterms:W3CDTF">2025-10-31T08:52:43Z</dcterms:created>
  <dcterms:modified xsi:type="dcterms:W3CDTF">2025-12-07T14:13:04Z</dcterms:modified>
</cp:coreProperties>
</file>